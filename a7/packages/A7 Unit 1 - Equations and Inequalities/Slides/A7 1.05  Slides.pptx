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Solving Problems with Equations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distribute, choose a starting method, and write an equation from a story.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Yesterday's last whiteboard question had a bracket in 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the bracket is the lesson.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5(2y − 7)                    5 · 2y − 7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The factor outside multiplies EVERY term inside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distributive property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a(b + c) = a·b + a·c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08305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term inside. Not just the first one.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366064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366064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factor may sit on either side: a(b + c) and (b + c)a are the same.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A negative outside multiplies both terms too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−4(x − 9)  =  −4x + 36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second term was already negative, and a negative times a negative is positive.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sign that changes is the one you were not watching.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Two ways to start a(b + c) = d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1.  Distribute the a, then solve as usual.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2.  Divide both sides by a, then solve as usual.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give the same answer. Neither is required.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01421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014216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Choose the one that keeps the numbers friendly.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Parentheses appear when a whole group repeats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thing that changes. Give it a letter.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what stays the same no matter what. That is a constant.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a whole group is repeated, the group goes in brackets and the count goes outside.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830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8302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total last, on the other side of the equal sign.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method would you start with?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− 2)  = 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 or Method 2, and why? Answer out loud.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methods, side by side.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1:  distribute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13232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 2:  divide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6x − 12 = 42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2999232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9923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− 2 = 7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6x = 54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712464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71246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9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42569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25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9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897880" y="4425696"/>
            <a:ext cx="512064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6(9 − 2)  =  6(7)  =  42   </a:t>
            </a:r>
            <a:r>
              <a:rPr lang="en-US" sz="32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negative outside.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+ 4)  =  18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Distribute it. Whiteboards, first line only.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 terms.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240280"/>
            <a:ext cx="2565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−3(x + 4)  =  18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74520" y="2880360"/>
            <a:ext cx="7969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−3x − 12  =  18            both terms, and both signs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74520" y="3520440"/>
            <a:ext cx="1689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−3x  =  30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874520" y="4160520"/>
            <a:ext cx="15430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−10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−3(−10 + 4)  =  −3(−6)  =  18   </a:t>
            </a:r>
            <a:r>
              <a:rPr lang="en-US" sz="3000" b="1" dirty="0">
                <a:solidFill>
                  <a:srgbClr val="9E1B32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tickets, each $1.75 off.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tickets are bought. Each one has $1.75 taken off its price.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total paid is $46.92. Write the equation. Do not solve it.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Inside or outside?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6(p − 1.75) = 46.92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3172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317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6p − 1.75 = 46.92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004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$1.75 off EACH ticket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20040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004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$1.75 off the whole order, once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240280"/>
            <a:ext cx="31623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6(p − 1.75)  =  46.92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862072"/>
            <a:ext cx="79121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 − 1.75  =  7.82           Method 2: divide by 6 first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483864"/>
            <a:ext cx="162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  =  9.57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4105656"/>
            <a:ext cx="637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ticket costs $9.57 before the discount.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− 2)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− 2)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6:   x − 2 = 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−6(x − 2)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−6(x − 2)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07792" y="3310128"/>
            <a:ext cx="6345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−6:   x − 2 = −7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−5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+ 2)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+ 2) =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6:   x + 2 = 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0.6(x − 2) = 4.2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0.6(x − 2) = 4.2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07792" y="3310128"/>
            <a:ext cx="6345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0.6:   x − 2 = 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3317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(3/5)(x − 2) = 4.2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(3/5)(x − 2) = 4.2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809744" y="331012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3/5 IS 0.6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− 2) = 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6(x − 2) = 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6:   x − 2 = 43/6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9 1/6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4(1 − 3x) = 52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69080" y="2148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4(1 − 3x) = 52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24712" y="3310128"/>
            <a:ext cx="9912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4:   1 − 3x = 13,   so −3x = 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−4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0.2(r − 3) = −10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value. Say which method you started with.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0.2(r − 3) = −10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70048" y="3310128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divide by 0.2:   r − 3 = −50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r = −47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plumber charges $75 for the visit plus $66.24 for every hour worked.  The bill was $339.96.  How many hours?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Write the equation first, then solve it.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plumber charges $75 for the visit plus $66.24 for every hour worked.  The bill was $339.96.  How many hours?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 + 66.24h = 339.96,   so 66.24h = 264.96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h = 4 hours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5 — Solving Problems with Equations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2026-09-14T10:03:58Z</dcterms:created>
  <dcterms:modified xsi:type="dcterms:W3CDTF">2026-09-14T10:03:58Z</dcterms:modified>
</cp:coreProperties>
</file>