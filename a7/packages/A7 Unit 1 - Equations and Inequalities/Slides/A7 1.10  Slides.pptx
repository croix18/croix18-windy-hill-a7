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Inequalities in Real-World Contexts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write an inequality from a situation, solve it, and say what the answer means.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last lesson of the unit.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from Lessons 6 to 9, in one question at a time.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context, different question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to start plus $2.50 a mile.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a 6-mile ride cost?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48691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48691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 exactly $24. How far was it?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40934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9346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have at most $25. How far can you go?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The phrase attached to the limit gives the symbol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40280"/>
            <a:ext cx="274320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520440" y="2240280"/>
            <a:ext cx="146304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2402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Symbol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983480" y="2240280"/>
            <a:ext cx="630936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2402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807208"/>
            <a:ext cx="2743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072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most, no more than, maximum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20440" y="2807208"/>
            <a:ext cx="14630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8072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≤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983480" y="2807208"/>
            <a:ext cx="6309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80720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most $25   →   total ≤ 25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3374136"/>
            <a:ext cx="2743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3741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least, no less than, minimum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0440" y="3374136"/>
            <a:ext cx="14630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3741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≥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983480" y="3374136"/>
            <a:ext cx="6309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37413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least 170 shirts   →   shirts ≥ 170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3941064"/>
            <a:ext cx="2743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4106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than, less than, under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0440" y="3941064"/>
            <a:ext cx="14630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9410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&lt;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4983480" y="3941064"/>
            <a:ext cx="6309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94106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than 12 people   →   people &lt; 12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7240" y="4507992"/>
            <a:ext cx="27432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079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than, greater than, over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20440" y="4507992"/>
            <a:ext cx="14630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507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&gt;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4983480" y="4507992"/>
            <a:ext cx="6309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450799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than 3 hours   →   hours &gt; 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Build it the same way as an equation, then add the symbol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Name the unknown in a sentence, exactly as in Lessons 6 and 7.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rate and the one-time amount, exactly as before.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limit, and read the phrase attached to it. That phrase gives the symbol.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830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8302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Total on the left, limit on the right.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Solving does not change at all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 behaves exactly as it did in Lessons 8 and 9.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and subtract freely. Multiply and divide by a positive freely.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Reverse only when you multiply or divide both sides by a negative.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The answer is a sentence, and it may need rounding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Solve, then ask what the number counts.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maximum rounds DOWN. A minimum rounds UP. The decimal never decides.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Justify with arithmetic on both sides — the value that works, and the next one that does not.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budget.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to start plus $2.50 a mile. You have at most $25.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inequality. Do not solve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your letter, and say which phrase gave you the symbol.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 Anything flip?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331720"/>
            <a:ext cx="24193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+ 2.5m  ≤  25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2990088"/>
            <a:ext cx="70929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2.5m  ≤  21              subtracted 4 — no flip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3648456"/>
            <a:ext cx="88455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  ≤  8.4                 divided by POSITIVE 2.5 — no flip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answer the question.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240280"/>
            <a:ext cx="42799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 ≤ 8.4  is the solution set.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862072"/>
            <a:ext cx="81915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miles costs  4 + 2.5(8)  =  $24        within budget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3483864"/>
            <a:ext cx="79121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miles costs  4 + 2.5(9)  =  $26.50     over budget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4105656"/>
            <a:ext cx="37211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can go 8 whole miles.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a minimum.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store must keep at least 170 shirts on display. It has 50, and each box holds 24.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boxes must be opened?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0"/>
            <a:ext cx="2565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 + 24b  ≥  170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57400" y="3035808"/>
            <a:ext cx="1835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24b  ≥  120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057400" y="3694176"/>
            <a:ext cx="12509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 ≥  5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if the store had 60 shirts?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148840"/>
            <a:ext cx="246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 + 24b  ≥  170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752344"/>
            <a:ext cx="17653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24b  ≥  110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3355848"/>
            <a:ext cx="17653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 ≥  4.58…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3959352"/>
            <a:ext cx="749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boxes gives 60 + 96 = 156 shirts     not enough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4562856"/>
            <a:ext cx="693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boxes gives 60 + 120 = 180 shirts    enough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answers, both 7.4.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most 7.4 cases of juice fit the budget.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least 7.4 crates are needed.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cases do you buy?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crates do you order?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number. Same rounding?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cases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crates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would go over the budget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would not be enough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maximum rounds DOWN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minimum rounds UP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 tells you which way.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≤   a maximum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3172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≥   a minimum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08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DOWN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10896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108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UP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8862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going over breaks the limit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97880" y="38862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886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falling short breaks the limit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at most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at most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26664" y="3310128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“at most” includes the 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≤ 25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3317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at least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148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at least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“at least” also includes the 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≥ 25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37360" y="23317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more than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3736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has more than $25 to spend.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“more than” EXCLUDES the 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 25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plus $2.50 a mile.  At most $25.  Write it.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plus $2.50 a mile.  At most $25.  Write it.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phrase from question 1 gives 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4 + 2.5m ≤ 25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46120" y="23317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4 + 2.5m ≤ 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46120" y="2148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4 + 2.5m ≤ 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37944" y="3310128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2.5m ≤ 21,  divided by POSITIVE 2.5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≤ 8.4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plus $2.50 a mile.  At most $25, so m ≤ 8.4.  How many whole miles?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ride costs $4 plus $2.50 a mile.  At most $25, so m ≤ 8.4.  How many whole miles?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243584" y="331012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miles costs $24;  9 miles costs $26.50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8 miles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club needs to raise at least $200.  Each car wash brings in $35.  How many washes?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then answer the question.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club needs to raise at least $200.  Each car wash brings in $35.  How many washes?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35w ≥ 200,  so w ≥ 5.71…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6 washes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331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</a:t>
            </a: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(−3 − 12a) ≤ −6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symbol, an inequality, a solution set, or a number of things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</a:t>
            </a: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(−3 − 12a) ≤ −6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8096" y="331012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× −3/2, REVERSE;   then ÷ −12, REVERSE again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a ≤ −1      two flips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Quinn solved  2.5 ≥ (c − 3) ÷ 4  by adding 3 to both sides and got  22 ≥ c.  What went wrong?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what she did right as well.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Quinn solved  2.5 ≥ (c − 3) ÷ 4  by adding 3 to both sides and got  22 ≥ c.  What went wrong?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75688" y="331012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by 4 first:   10 ≥ c − 3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c ≤ 13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10 — Inequalities in Real-World Contexts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2026-09-14T10:36:02Z</dcterms:created>
  <dcterms:modified xsi:type="dcterms:W3CDTF">2026-09-14T10:36:02Z</dcterms:modified>
</cp:coreProperties>
</file>