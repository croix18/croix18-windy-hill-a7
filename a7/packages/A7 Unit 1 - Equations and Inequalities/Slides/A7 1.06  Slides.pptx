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 ·  UNIT 1  ·  LESSON 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Writing Two-Step Equations from Contexts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291840" y="3255264"/>
            <a:ext cx="55778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337560"/>
            <a:ext cx="55778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MA.7.AR.2.2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can turn a situation into the equation px + q = r, and handle a percentage in it.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4389120"/>
            <a:ext cx="7406640" cy="1051560"/>
          </a:xfrm>
          <a:prstGeom prst="rect">
            <a:avLst/>
          </a:prstGeom>
          <a:solidFill>
            <a:srgbClr val="F2F2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544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can already solve these.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06040" y="49286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Today the hard part is writing them down.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your own. Four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context, different question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0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860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tank holds 2,000 gallons and drains 60 gallons an hour.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60120" y="288036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880360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much is left after 5 hours?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0120" y="348691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486912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After how many hours are 1,400 gallons left?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0120" y="409346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4093464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a sentence saying exactly what your letter stands for.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I.  Define the letter in a full sentence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unknown is the one thing the question asks for. Give it a letter.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3294888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3294888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 = the number of hours the tank has been draining.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872484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872484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“t = hours” is not a definition. t is a number, not a unit.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II.  In px + q = r, p is a rate and q happens once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 is almost always a RATE — per hour, per item, per month.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89255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92552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 is almost always a STARTING VALUE — charged once, no matter what.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382219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3822192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 is the total the problem reports at the end.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438302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D.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383024"/>
            <a:ext cx="9784080" cy="460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If the rate subtracts, p is negative:  2000 − 60t = 1400.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A percentage becomes a decimal first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340864"/>
            <a:ext cx="10506456" cy="568452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42316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600200" y="242316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commission</a:t>
            </a:r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a percent of sales, paid on top of a salary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877824" y="3000756"/>
            <a:ext cx="10506456" cy="568452"/>
          </a:xfrm>
          <a:prstGeom prst="rect">
            <a:avLst/>
          </a:prstGeom>
          <a:solidFill>
            <a:srgbClr val="EDEFF2"/>
          </a:solidFill>
          <a:ln w="9525">
            <a:solidFill>
              <a:srgbClr val="C6CC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8305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083052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u="sng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discount</a:t>
            </a:r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—   a percent taken off a price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005840" y="3742944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600200" y="3742944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the percent as a decimal before anything else.  10% = 0.10.   3% = 0.03.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IV.  “20% off” means you pay 80%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20% OFF means multiply by 0.80, not by 0.20.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2909316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2909316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0.20p is the discount itself. 0.80p is what you hand over.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48691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486912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15% ADDED means multiply by 1.15, for the same reason.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tower is draining.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It starts with 12,340 gallons and loses 780 gallons an hour.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After how many hours are 5,125 gallons left?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Define your letter in a sentence. Say it before you write anything.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it, then solve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2240280"/>
            <a:ext cx="3441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12,340 − 780t  =  5,125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2880360"/>
            <a:ext cx="246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−780t  =  −7,215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3520440"/>
            <a:ext cx="162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  =  9.25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17320" y="4160520"/>
            <a:ext cx="861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Check:   12,340 − 780(9.25)  =  12,340 − 7,215  =  5,125   </a:t>
            </a:r>
            <a:r>
              <a:rPr lang="en-US" sz="22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Say what it means.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56032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After 9.25 hours — 9 hours and 15 minutes — 5,125 gallons are left.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commission.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salesperson earns $600 a week plus 4% of everything they sell.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week they earned $982. How much did they sell?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77240" y="3794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number is p, and what does it become?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it, then solve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600200" y="2148840"/>
            <a:ext cx="288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600 + 0.04s  =  982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2752344"/>
            <a:ext cx="20447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0.04s  =  382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3355848"/>
            <a:ext cx="17653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  =  9,550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3959352"/>
            <a:ext cx="7493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Check:   600 + 0.04(9,550)  =  600 + 382  =  982   </a:t>
            </a:r>
            <a:r>
              <a:rPr lang="en-US" sz="2200" dirty="0">
                <a:solidFill>
                  <a:srgbClr val="1A1A1A"/>
                </a:solidFill>
                <a:ea typeface="Century Schoolbook" pitchFamily="34" charset="-122"/>
                <a:cs typeface="Century Schoolbook" pitchFamily="34" charset="-120"/>
                <a:latin typeface="FreeSerif"/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4562856"/>
            <a:ext cx="34417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They sold $9,550 worth.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On, and off.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512064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4% ADDED to a price p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897880" y="2286000"/>
            <a:ext cx="5120640" cy="777240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28600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4% OFF a price p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06324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063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pay  1.04p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5897880" y="306324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30632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you pay  0.96p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77240" y="384048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40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extra is  0.04p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5897880" y="3840480"/>
            <a:ext cx="5120640" cy="777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38404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discount is  0.04p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Victoria's week. Three numbers are in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Victoria earns $350 a week plus a 10% commission on her sales.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 needs her total earnings to be $800.  How much must she sell?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Solved. Now read the question again.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43000" y="2103120"/>
            <a:ext cx="81915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350 + 0.10s = 800          0.10s = 450          s = 4,500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77240" y="2743200"/>
            <a:ext cx="3657600" cy="56692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4320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Quantity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434840" y="2743200"/>
            <a:ext cx="2926080" cy="56692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7432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Value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60920" y="2743200"/>
            <a:ext cx="4023360" cy="566928"/>
          </a:xfrm>
          <a:prstGeom prst="rect">
            <a:avLst/>
          </a:prstGeom>
          <a:solidFill>
            <a:srgbClr val="EDEFF2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27432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Where it is in the problem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3310128"/>
            <a:ext cx="36576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10128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Her sales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434840" y="3310128"/>
            <a:ext cx="29260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33101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$4,500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360920" y="3310128"/>
            <a:ext cx="402336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33101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unknown, s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777240" y="3877056"/>
            <a:ext cx="36576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877056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Her commission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4434840" y="3877056"/>
            <a:ext cx="29260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877056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$450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7360920" y="3877056"/>
            <a:ext cx="402336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387705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10% of her sales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777240" y="4443984"/>
            <a:ext cx="365760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4443984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Her total earnings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4434840" y="4443984"/>
            <a:ext cx="292608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443984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$800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360920" y="4443984"/>
            <a:ext cx="402336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44439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$350 salary + $450 commission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of the three did the question want?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She must sell $4,500.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3108960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Solving for s is the easy half. Reading which of the three the question wanted is the other half.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403860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4038600"/>
            <a:ext cx="978408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is a reading error, not an arithmetic error — and it is the one that costs points.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gym: $75 to join, then $18 a month.  Cost after m months?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expression, an equation or a number — read which is being asked for.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gym: $75 to join, then $18 a month.  Cost after m months?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3310128"/>
            <a:ext cx="11338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75 happens once; the 18 happens every month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75 + 18m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gym: $75 to join, $18 a month.  The total came to $273.  Write the equation.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expression, an equation or a number — read which is being asked for.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gym: $75 to join, $18 a month.  The total came to $273.  Write the equation.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194560" y="331012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total goes on the other side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75 + 18m = 273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2331720"/>
            <a:ext cx="9235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75 + 18m = 273.  How many months?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expression, an equation or a number — read which is being asked for.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63040" y="2148840"/>
            <a:ext cx="9235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75 + 18m = 273.  How many months?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928616" y="331012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18m = 198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m = 11 months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gym with NO joining fee, $18 a month, $273 in total.  How many months?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expression, an equation or a number — read which is being asked for.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gym with NO joining fee, $18 a month, $273 in total.  How many months?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928616" y="331012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18m = 273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m ≈ 15.17 months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15% fee is added to sales of s dollars.  What do you pay?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expression, an equation or a number — read which is being asked for.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15% fee is added to sales of s dollars.  What do you pay?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9224" y="3310128"/>
            <a:ext cx="10863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15% = 0.15, and you pay the sales AND the fee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1.15s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jacket priced p dollars is 25% off.  What do you pay?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expression, an equation or a number — read which is being asked for.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jacket priced p dollars is 25% off.  What do you pay?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907792" y="3310128"/>
            <a:ext cx="6345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25% off means you keep 75%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0.75p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giraffe is 6 feet tall at birth and grows 0.08 foot a day.  It is now 6.48 feet.  How many days old?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the equation and 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expression, an equation or a number — read which is being asked for.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giraffe is 6 feet tall at birth and grows 0.08 foot a day.  It is now 6.48 feet.  How many days old?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837944" y="3310128"/>
            <a:ext cx="848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 + 0.08d = 6.48,   so 0.08d = 0.48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d = 6 days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Mr Humphries has some quarters and four dimes, worth $2.40 altogether.  How many quarters?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the equation and solve it.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 expression, an equation or a number — read which is being asked for.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Mr Humphries has some quarters and four dimes, worth $2.40 altogether.  How many quarters?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886968" y="3310128"/>
            <a:ext cx="10387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dimes is $0.40, so 0.25q + 0.40 = 2.40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q = 8 quarters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your time. Boards up when you have written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Shoes are marked 20% off.  Maddox also has a $10 coupon.  The store takes the 20% off FIRST, then the coupon.  He paid $36.20.  What was the original price?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your answer in sentences.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one is written work. Write the equation first, then solve it.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32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Shoes are marked 20% off.  Maddox also has a $10 coupon.  The store takes the 20% off FIRST, then the coupon.  He paid $36.20.  What was the original price?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1328" y="3310128"/>
            <a:ext cx="9198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0.80p − 10 = 36.20,   so 0.80p = 46.20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$57.75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33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IXL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five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IXL and start today's skills.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5100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510028"/>
            <a:ext cx="9829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on paper where the question needs work. The answer box does not show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4518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45186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Whatever you do not finish is tonight's practice.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skills for today are posted in Google Classroom.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1 · Lesson 6 — Writing Two-Step Equations from Contexts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2026-09-14T10:04:44Z</dcterms:created>
  <dcterms:modified xsi:type="dcterms:W3CDTF">2026-09-14T10:04:44Z</dcterms:modified>
</cp:coreProperties>
</file>