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300" kern="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 ·  UNIT 1  ·  LESSON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Two-Step Equations in Context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91840" y="3255264"/>
            <a:ext cx="55778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3337560"/>
            <a:ext cx="55778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MA.7.AR.2.2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 can solve a two-step equation from a situation, check it, and say what the answer means.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377440" y="4389120"/>
            <a:ext cx="7406640" cy="1051560"/>
          </a:xfrm>
          <a:prstGeom prst="rect">
            <a:avLst/>
          </a:prstGeom>
          <a:solidFill>
            <a:srgbClr val="F2F2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45445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equations as yesterday.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606040" y="492861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Today they are about something, and the answer is a sentence.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Warm-Up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 your own. Four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context, different question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0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860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gym charges a $45 joining fee and then $18 a month.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60120" y="288036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2880360"/>
            <a:ext cx="982980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does it cost for 6 months?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348691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486912"/>
            <a:ext cx="982980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After how many months has Dario paid $243?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60120" y="4093464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4093464"/>
            <a:ext cx="982980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does the 45 stand for, and what does the 18 stand for?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I.  Say what the letter means before you solve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down what the letter stands for, in words, first.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05840" y="2909316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600200" y="2909316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thing that CHANGES is the variable. The thing that stays the same is the constant.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05840" y="3872484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600200" y="3872484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After you solve, answer in a sentence with units.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II.  Solve, check, interpret — every time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Solve.  Undo the addition or subtraction, then the multiplication or division.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05840" y="3294888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600200" y="3294888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Check.  Substitute into the original equation.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05840" y="3872484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600200" y="3872484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Interpret.  Write a sentence saying what the number means.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III.  Dividing first works — if you divide everything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402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Wilma and Maurio both solved  42 = −3x + 15.6.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77240" y="2697480"/>
            <a:ext cx="5303520" cy="56692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9748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Wilma:  subtract first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80760" y="2697480"/>
            <a:ext cx="5303520" cy="56692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269748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Maurio:  divide first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3264408"/>
            <a:ext cx="53035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644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42 − 15.6 = −3x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080760" y="3264408"/>
            <a:ext cx="53035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32644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42 ÷ (−3) = x + 15.6 ÷ (−3)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7240" y="3831336"/>
            <a:ext cx="53035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83133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26.4 = −3x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080760" y="3831336"/>
            <a:ext cx="53035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383133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−14 = x − 5.2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777240" y="4398264"/>
            <a:ext cx="53035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39826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= −8.8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6080760" y="4398264"/>
            <a:ext cx="53035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439826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= −8.8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IV.  A negative answer is information, not a mistake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Sometimes the answer comes out negative and the situation allows it — a temperature, a debt, a depth.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326136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3261360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Sometimes it does not. A time, a length or a count cannot be negative.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419100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4191000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When it cannot be, the equation was set up wrong. Go back to the setup, not the arithmetic.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Dan is fencing three sides of his backyard.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He has 80 feet of fencing. The yard is 48.6 feet long.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wide can the fenced part be?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does your letter stand for? Say it before you write anything.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and check.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74520" y="2286000"/>
            <a:ext cx="2463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48.6 + 2w  =  80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74520" y="2907792"/>
            <a:ext cx="17653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2w  =  31.4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74520" y="3529584"/>
            <a:ext cx="162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  =  15.7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74520" y="4151376"/>
            <a:ext cx="721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Check:   48.6 + 2(15.7)  =  48.6 + 31.4  =  80   </a:t>
            </a:r>
            <a:r>
              <a:rPr lang="en-US" sz="22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✓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Now say what it means.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fenced part can be 15.7 feet wide.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runner's plan.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She warms up for 15 minutes, then runs at 6 minutes a mile.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Her whole session is 45 minutes. How many miles does she run?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74520" y="2148840"/>
            <a:ext cx="218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 + 6m  =  45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74520" y="2752344"/>
            <a:ext cx="1485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6m  =  30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74520" y="3355848"/>
            <a:ext cx="12065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  =  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74520" y="3959352"/>
            <a:ext cx="59563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Check:   15 + 6(5)  =  15 + 30  =  45   </a:t>
            </a:r>
            <a:r>
              <a:rPr lang="en-US" sz="22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74520" y="4562856"/>
            <a:ext cx="26035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She runs 5 miles.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 if the total had been 12 minutes?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154680" y="2331720"/>
            <a:ext cx="236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 + 6m  =  12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154680" y="29718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6m  =  −3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154680" y="3611880"/>
            <a:ext cx="1752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  =  −0.5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students. Each one knew the method.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4160520" cy="786384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03120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step as written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937760" y="2103120"/>
            <a:ext cx="3977640" cy="786384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2103120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went wrong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915400" y="2103120"/>
            <a:ext cx="2651760" cy="786384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06840" y="2103120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Correct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889504"/>
            <a:ext cx="416052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889504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−6t = 36,  then divide by 6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37760" y="2889504"/>
            <a:ext cx="397764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15400" y="2889504"/>
            <a:ext cx="265176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675888"/>
            <a:ext cx="416052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675888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 = 4y,  then subtract 4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4937760" y="3675888"/>
            <a:ext cx="397764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15400" y="3675888"/>
            <a:ext cx="265176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462272"/>
            <a:ext cx="416052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462272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−2(−5) = −2( −½x ) − 3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4937760" y="4462272"/>
            <a:ext cx="397764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15400" y="4462272"/>
            <a:ext cx="265176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went wrong.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4160520" cy="786384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03120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step as written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937760" y="2103120"/>
            <a:ext cx="3977640" cy="786384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2103120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went wrong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915400" y="2103120"/>
            <a:ext cx="2651760" cy="786384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06840" y="2103120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Correct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889504"/>
            <a:ext cx="416052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889504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−6t = 36,  then divide by 6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37760" y="2889504"/>
            <a:ext cx="397764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889504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Divided by 6 instead of −6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915400" y="2889504"/>
            <a:ext cx="265176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2889504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 = −6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77240" y="3675888"/>
            <a:ext cx="416052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675888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 = 4y,  then subtract 4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4937760" y="3675888"/>
            <a:ext cx="397764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675888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Subtracted instead of dividing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915400" y="3675888"/>
            <a:ext cx="265176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06840" y="3675888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 = 5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777240" y="4462272"/>
            <a:ext cx="416052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462272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−2(−5) = −2( −½x ) − 3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4937760" y="4462272"/>
            <a:ext cx="397764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4462272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Did not multiply every term by −2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915400" y="4462272"/>
            <a:ext cx="265176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06840" y="4462272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= 4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term each.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 student here knew the method. Each lost it on one term.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315468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3154680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legal property applied to only part of an expression is not a legal move.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408432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4084320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Row 3 is the whole of Lesson 5: distributing means every term inside, every time.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343400" y="233172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 + 6m = 45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it, and say what the answer means.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number and a sentence.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343400" y="2148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 + 6m = 45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166360" y="3310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6m = 30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m = 5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343400" y="233172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 + 6m = 46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it, and say what the answer means.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number and a sentence.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343400" y="2148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 + 6m = 46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166360" y="3310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6m = 31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m = 31/6 ≈ 5.17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343400" y="233172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15 − 6m = 45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it, and say what the answer means.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number and a sentence.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343400" y="2148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15 − 6m = 45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47488" y="331012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−6m = 30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m = −5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25880" y="2331720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15 − 6t = 45,   t = degrees change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it, and say what the answer means.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number and a sentence.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25880" y="21488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15 − 6t = 45,   t = degrees change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956816" y="3310128"/>
            <a:ext cx="8247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arithmetic, different meaning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t = −5°, and that is fine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343400" y="233172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6m + 15 = 45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it, and say what the answer means.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number and a sentence.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343400" y="2148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6m + 15 = 45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481328" y="3310128"/>
            <a:ext cx="9198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terms are swapped; nothing else is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m = 5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069080" y="23317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6(m + 15) = 45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it, and say what the answer means.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number and a sentence.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069080" y="21488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6(m + 15) = 45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194560" y="33101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divide by 6 first:  m + 15 = 7.5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m = −7.5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Renting a kayak costs $24 for the first 3 hours and $4.50 for every hour after that.  You spent $42.        24 + 4.50m = 42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it, then say how long you had the kayak.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number and a sentence.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Renting a kayak costs $24 for the first 3 hours and $4.50 for every hour after that.  You spent $42.        24 + 4.50m = 42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383280" y="331012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4.50m = 18,   so m = 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4 extra hours — 7 hours in total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gym charges $55 to join plus a monthly fee.  A full year costs $235.        55 + 12t = 235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it, then say what t means.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number and a sentence.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gym charges $55 to join plus a monthly fee.  A full year costs $235.        55 + 12t = 235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383280" y="331012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12t = 180,   so t = 15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$15 — the monthly fee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Take your time. Boards up when you have written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Alishia solved  7x − 4¼ = 44.75  and got  x = 5.75.  Check it, then solve it correctly.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your answer in sentences.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This one is written work. Show the substitution.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Alishia solved  7x − 4¼ = 44.75  and got  x = 5.75.  Check it, then solve it correctly.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94560" y="33101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7(5.75) − 4.25 = 36,   not 44.75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= 7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IXL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Last five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IXL and start today's skills.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251002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2510028"/>
            <a:ext cx="9829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Work on paper where the question needs work. The answer box does not show it.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" y="345186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54480" y="345186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Whatever you do not finish is tonight's practice.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" y="404164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554480" y="4041648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skills for today are posted in Google Classroom.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4 — Two-Step Equations in Context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2026-09-14T10:34:54Z</dcterms:created>
  <dcterms:modified xsi:type="dcterms:W3CDTF">2026-09-14T10:34:54Z</dcterms:modified>
</cp:coreProperties>
</file>