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Inequalities with the Distributive Property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solve an inequality that has a bracket in it, and know when the symbol moves.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Lesson 5's brackets, meeting Lesson 8's reversal.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negative can do two different things. Only one of them flips the symbol.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these two, and what is different?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−6(8 − x)                    −30  ≥  −6x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The same two methods as Lesson 5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1.  Distribute, then solve as usual.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2.  Divide both sides first, then solve as usual.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give the same solution set. Neither is required.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Distributing a negative does NOT move the symbol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Distributing rewrites ONE side. Nothing was done to both sides.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−6(8 − x)  becomes  −48 + 6x.  The symbol stays exactly where it was.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have not multiplied the inequality by anything. You have tidied one side of it.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Dividing by a negative DOES move it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Dividing by a NEGATIVE is an operation on both sides, so the symbol reverses.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2613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26136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−30 ≥ −6(8 − x)   divided by −6   becomes   5 ≤ 8 − x.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Count the divisions by a negative. That is how many times the symbol moves.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Check a solution SET by testing two numbers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Pick one number inside your answer and one outside it.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inside one must make the original true. The outside one must make it false.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SWAPPED — inside false, outside true — means the symbol is reversed.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method, and does anything flip?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3(x − 6)  ≥ 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both questions out loud before anybody writes.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methods, and neither flips.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1:  distribute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28600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860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2:  divide by 3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99923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992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3x − 18 ≥ 9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299923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9992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− 6 ≥ 3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71246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1246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3x ≥ 27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71246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71246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≥ 9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425696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425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≥ 9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897880" y="4425696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with two numbers.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10,  inside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0,  outside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3(10 − 6) = 12,   12 ≥ 9   </a:t>
            </a:r>
            <a:r>
              <a:rPr lang="en-US" sz="1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3(0 − 6) = −18,   −18 ≥ 9   </a:t>
            </a:r>
            <a:r>
              <a:rPr lang="en-US" sz="1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the multiplier is negative.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− 6)  ≥ 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method flips, and when?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roads, one flip each, different moments.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1:  distribute first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7880" y="224028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402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2:  divide by −3 first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95351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5351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−3x + 18 ≥ 9      no flip yet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295351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95351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− 6 ≤ −3      FLIPPED here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66674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6674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−3x ≥ −9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66674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66674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≤ 3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379976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7997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≤ 3      FLIPPED here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897880" y="4379976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with two numbers.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0,  inside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10,  outside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−3(0 − 6) = 18,   18 ≥ 9   </a:t>
            </a:r>
            <a:r>
              <a:rPr lang="en-US" sz="1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−3(10 − 6) = −12,   −12 ≥ 9   </a:t>
            </a:r>
            <a:r>
              <a:rPr lang="en-US" sz="1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the two sides the other way round.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 ≥  3(x − 6)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symbol looks backwards. Does anything flip?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flips.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377440"/>
            <a:ext cx="2273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 ≥  3(x − 6)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874520" y="3035808"/>
            <a:ext cx="665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 ≥  x − 6            divided by POSITIVE 3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74520" y="3694176"/>
            <a:ext cx="32956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 ≥  x,   so   x ≤ 9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problems, three answers.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38328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3(x − 6) ≥ 9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60520" y="2331720"/>
            <a:ext cx="338328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2331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− 6) ≥ 9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43800" y="2331720"/>
            <a:ext cx="338328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331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≥ 3(x − 6)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≥ 9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160520" y="310896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≤ 3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543800" y="310896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≤ 9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388620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flip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160520" y="388620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flip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543800" y="3886200"/>
            <a:ext cx="3383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flip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3(x − 6)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3(x − 6)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75688" y="331012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POSITIVE 3:   x − 6 ≥ 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≥ 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− 6)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− 6)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07792" y="3310128"/>
            <a:ext cx="6345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−3:   x − 6 ≤ −3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≤ 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3(−x − 6)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3(−x − 6)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−x − 6 ≥ 3,  then −x ≥ 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≤ −9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3(x − 6) ≥ −9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3(x − 6) ≥ −9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56816" y="3310128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POSITIVE 3:   x − 6 ≥ −3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≥ 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− 6) ≥ −9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− 6) ≥ −9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26664" y="3310128"/>
            <a:ext cx="6108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−3:   x − 6 ≤ 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≤ 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≥ 3(x − 6)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≥ 3(x − 6)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83280" y="33101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≥ x − 6,  then 9 ≥ x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≤ 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3(7 − 2h) &gt; 15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3(7 − 2h) &gt; 15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331012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3:   7 − 2h &gt; 5,   then −2h &gt; −2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h &lt; 1      one flip, at the end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3317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21.6 ≤ 7.2(12 + x)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set. Say how many flips, and where.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21.6 ≤ 7.2(12 + x)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88920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7.2:   3 ≤ 12 + x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≥ −9      no flips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08960" y="23317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−(5/2)(¾y + 6) &lt; −22½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Say how many flips, and where each one happened.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08960" y="2148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−(5/2)(¾y + 6) &lt; −22½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9224" y="3310128"/>
            <a:ext cx="10863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× −2/5 and REVERSE:   ¾y + 6 &gt; 9,   so ¾y &gt; 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y &gt; 4      one flip, at the first step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9 — Inequalities with the Distributive Property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2026-09-14T10:34:55Z</dcterms:created>
  <dcterms:modified xsi:type="dcterms:W3CDTF">2026-09-14T10:34:55Z</dcterms:modified>
</cp:coreProperties>
</file>