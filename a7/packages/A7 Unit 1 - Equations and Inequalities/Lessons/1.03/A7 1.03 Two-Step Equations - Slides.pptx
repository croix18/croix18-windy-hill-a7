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Solving Two-Step Equations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solve a two-step equation and name the property of equality at each step.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most content in one period all unit.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equal sign is a claim of balance, not an instruction to compute.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Spaced retrieval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lesson: write 0.454545… as a fraction.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93827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93827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week: write 5/8 as a decimal and as a percent.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35448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54482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grade: what is 7 − (−3) 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415137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151376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grade: what is (−4)(−6) 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An equal sign is a claim of balance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equation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two expressions with the same value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08305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083052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equal sign is not an instruction to compute. It is a claim.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77824" y="3963924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462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40462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the value that makes the equation true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The properties of equality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67712"/>
            <a:ext cx="2834640" cy="50292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677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Property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11880" y="2267712"/>
            <a:ext cx="3566160" cy="50292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2677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a = b, then…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78040" y="2267712"/>
            <a:ext cx="4206240" cy="50292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267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Example, from 7 = 3 + 4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770632"/>
            <a:ext cx="28346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70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Symmetric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611880" y="2770632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770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= a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178040" y="2770632"/>
            <a:ext cx="4206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770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+ 4 = 7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3273552"/>
            <a:ext cx="28346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273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Addition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611880" y="3273552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2735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+ c = b + c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178040" y="3273552"/>
            <a:ext cx="4206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2735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+ 2 = 3 + 4 + 2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77240" y="3776472"/>
            <a:ext cx="28346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776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Subtraction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3611880" y="3776472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37764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− c = b − c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178040" y="3776472"/>
            <a:ext cx="4206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776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7 − 2 = 3 + 4 − 2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77240" y="4279392"/>
            <a:ext cx="28346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279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Multiplication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3611880" y="4279392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4279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· c = b · c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178040" y="4279392"/>
            <a:ext cx="4206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4279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× 2 = (3 + 4) × 2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77240" y="4782312"/>
            <a:ext cx="28346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782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Division,  c ≠ 0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3611880" y="4782312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47823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÷ c = b ÷ c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7178040" y="4782312"/>
            <a:ext cx="42062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47823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÷ 2 = (3 + 4) ÷ 2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Undo the outside layer first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Undo the addition or subtraction first.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undo the multiplication or division.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Name the property you used at each step.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Check by substituting into the ORIGINAL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 your answer back into the equation you were given.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into a line of your own working — that only proves you can copy.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both sides separately and see whether they match.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layer comes off first?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5x − 9.6  =  21.4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out loud, and name the property.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steps, two properties.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240280"/>
            <a:ext cx="929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5x − 9.6 + 9.6  =  21.4 + 9.6          addition property of equality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843784"/>
            <a:ext cx="142875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5x  =  31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344728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5x ÷ 5  =  31 ÷ 5                              division property of equality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5880" y="4050792"/>
            <a:ext cx="142875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6.2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5(6.2) − 9.6  =  31 − 9.6  =  21.4   </a:t>
            </a:r>
            <a:r>
              <a:rPr lang="en-US" sz="29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variable is on the right.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−6.7  =  n/4  +  1.3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that change anything?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two steps.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240280"/>
            <a:ext cx="95631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−6.7 − 1.3  =  n/4 + 1.3 − 1.3        subtraction property of equality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843784"/>
            <a:ext cx="15621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−8  =  n/4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344728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−8 × 4  =  (n/4) × 4                        multiplication property of equality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5880" y="405079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−32  =  n,   so   n = −32                 symmetric property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−32 ÷ 4  +  1.3  =  −8 + 1.3  =  −6.7   </a:t>
            </a:r>
            <a:r>
              <a:rPr lang="en-US" sz="28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 from  5.5 + 8 = 13.5.  Which of these stays true?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754880" cy="60350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32120" y="2103120"/>
            <a:ext cx="3108960" cy="60350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21031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41080" y="2103120"/>
            <a:ext cx="2377440" cy="60350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1031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Still true?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06624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23 to the left, 14 to the right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2706624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7066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36.5 = 27.5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41080" y="2706624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10128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101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the left by 3, the right by −1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32120" y="3310128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3101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40.5 = −13.5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641080" y="3310128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913632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136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5 to both sides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532120" y="3913632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391363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18.5 = 18.5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641080" y="3913632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517136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51713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both sides by 0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5532120" y="4517136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4517136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answers, and one that is not an answer.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754880" cy="60350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32120" y="2103120"/>
            <a:ext cx="3108960" cy="60350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21031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41080" y="2103120"/>
            <a:ext cx="2377440" cy="60350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21031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Still true?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06624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23 to the left, 14 to the right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2706624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7066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36.5 = 27.5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41080" y="2706624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7066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3310128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101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the left by 3, the right by −1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32120" y="3310128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3101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40.5 = −13.5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641080" y="3310128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31012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77240" y="3913632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136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5 to both sides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532120" y="3913632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391363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18.5 = 18.5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641080" y="3913632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391363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77240" y="4517136"/>
            <a:ext cx="47548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51713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both sides by 0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532120" y="4517136"/>
            <a:ext cx="310896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451713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equation at all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8641080" y="4517136"/>
            <a:ext cx="2377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45171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only one property carries a condition.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times does 0 go into 13.5?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788920"/>
            <a:ext cx="97840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answer works. Whatever you put, 0 times it is 0 — and 0 is not 13.5.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33298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3332988"/>
            <a:ext cx="9784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5.5 + 8 divided by 0 is not a big number and it is not zero. There is nothing to write.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22910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4229100"/>
            <a:ext cx="9784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is the whole reason the division property says  c ≠ 0, and it says so all through Algebra 1.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3317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70048" y="3310128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 7, then divide by 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3317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2x − 7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2x − 7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64408" y="3310128"/>
            <a:ext cx="5632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7, then divide by 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13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51176" y="3310128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 7, then divide by −2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−6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÷ 2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÷ 2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32304" y="331012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 7, then MULTIPLY by 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 = x ÷ 2 + 7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 = x ÷ 2 + 7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81328" y="3310128"/>
            <a:ext cx="919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sides are swapped; nothing else 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+ x ÷ 2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+ x ÷ 2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24712" y="3310128"/>
            <a:ext cx="9912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terms are swapped; still nothing else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3317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3101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 7, then multiply by 3/2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18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0.5x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Then check it in the original.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0.5x + 7 = 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096512" y="3310128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0.5x means x ÷ 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Maya solved  −2x + 7 = 19  and got  x = 6.  Check her answer, then give the right one.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Show the substitution.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Maya solved  −2x + 7 = 19  and got  x = 6.  Check her answer, then give the right one.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" y="331012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−2(6) + 7 = −12 + 7 = −5,   and −5 is not 19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−6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3 — Solving Two-Step Equations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2026-09-14T10:02:17Z</dcterms:created>
  <dcterms:modified xsi:type="dcterms:W3CDTF">2026-09-14T10:02:17Z</dcterms:modified>
</cp:coreProperties>
</file>