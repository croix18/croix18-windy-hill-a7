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Converting Repeating Decimals to Fractions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MA.7.NSO.1.2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write any repeating decimal as a fraction, using algebra.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Yesterday you turned fractions into decimals.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you go the other way — and it takes algebra.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Predict, then check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4/9, 5/9 and 8/9 as decimals. You did this yesterday.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93827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93827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Predict: what fraction is 0.777… ? Say how you decided.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35448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54482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Predict: what fraction is 0.222… 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Multiplying by 10 slides the tail without changing it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Multiplying by 10 moves the decimal point one place right.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x = 0.666… then 10x = 6.666…  Both tails are still 666…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numbers with the same tail, subtracted, wipe the tail out.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Four steps, and only step 2 changes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 x equal the repeating decimal.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x by a power of 10 so the tails line up.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Subtract. The repeating part disappears.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05840" y="406450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406450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for x, then simplify.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How many digits repeat decides the multiplier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Count the digits in the repeating block. That is how many places you must move.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digit repeats → 10x.      Two digits repeat → 100x.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digit gives a 9 underneath. Two digits give a 99.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Digits before the repeat need a multiplier too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Count the digits that come BEFORE the repeating block.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0.4444…  →  subtract x from 10x.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0.4555…  →  subtract 10x from 100x.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05840" y="406450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406450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 the two that have the SAME tail. It is not always x.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digit repeats, nothing in front of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 0.666…  as a fraction.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power of 10, and why? Answer out loud.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 steps.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2095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 x = 0.666…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715768"/>
            <a:ext cx="80962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 =  6.666…                    one digit repeats, so 10x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3282696"/>
            <a:ext cx="3829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− x  =  6.666… − 0.666…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5880" y="3849624"/>
            <a:ext cx="1295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9x  =  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4416552"/>
            <a:ext cx="2495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6/9  =  2/3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÷ 3  =  0.666…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digits repeat.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 0.363636…  as a fraction.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power of 10 this time?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 steps again.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2495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 x = 0.363636…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715768"/>
            <a:ext cx="80962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 =  36.363636…              two digits repeat, so 100x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3282696"/>
            <a:ext cx="48958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− x  =  36.363636… − 0.363636…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5880" y="3849624"/>
            <a:ext cx="1562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99x  =  36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4416552"/>
            <a:ext cx="289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36/99  =  4/11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nine, then two.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0.666…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0.363636…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9x = 6,   so  x = 6/9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99x = 36,   so  x = 36/99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repeat does not start straight away.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 0.3888…  as a fraction.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3 does not repeat. Only the 8 does.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10x − x still work here?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cancels — and leaves a decimal behind.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240280"/>
            <a:ext cx="2362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   =  0.3888…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843784"/>
            <a:ext cx="222885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  =  3.888…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344728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− x  =  3.888… − 0.3888…  =  3.5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5880" y="4050792"/>
            <a:ext cx="5295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9x  =  3.5,      so      x  =  3.5 / 9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start one place further along.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2148840"/>
            <a:ext cx="22288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  =  3.888…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25880" y="2715768"/>
            <a:ext cx="80962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 =  38.888…                    now the two tails match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5880" y="3282696"/>
            <a:ext cx="4362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− 10x  =  38.888… − 3.888…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5880" y="3849624"/>
            <a:ext cx="1562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90x  =  35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5880" y="4416552"/>
            <a:ext cx="289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35/90  =  7/18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749" y="2331720"/>
            <a:ext cx="171202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Simplify. Show the two lines you subtracted.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5512" y="2148840"/>
            <a:ext cx="163049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− x = 4,   so 9x = 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4/9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239" y="2331720"/>
            <a:ext cx="232904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Simplify. Show the two lines you subtracted.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1692" y="2148840"/>
            <a:ext cx="221813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70048" y="3310128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− x = 45,   so 99x = 45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5/11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780" y="2331720"/>
            <a:ext cx="214396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Simplify. Show the two lines you subtracted.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827" y="2148840"/>
            <a:ext cx="204186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32304" y="331012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− 10x = 15,   so 90x = 15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1/6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716" y="2331720"/>
            <a:ext cx="1708088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Simplify. Show the two lines you subtracted.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7385" y="2148840"/>
            <a:ext cx="1626751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3432" y="3310128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2 comes along; 0.444… = 4/9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22/9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749" y="2331720"/>
            <a:ext cx="171202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Simplify. Show the two lines you subtracted.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5512" y="2148840"/>
            <a:ext cx="163049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− x = 9,   so 9x = 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780" y="2331720"/>
            <a:ext cx="2143960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 as a fraction.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Simplify. Show the two lines you subtracted.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827" y="2148840"/>
            <a:ext cx="2041866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64408" y="3310128"/>
            <a:ext cx="5632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tenth of question 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1/10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0.232323…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subtraction leaves a whole number?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− x        100x − x        100x − 10x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0.232323…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62456" y="3310128"/>
            <a:ext cx="9436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100x = 23.232323…   and   x = 0.232323…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100x − x,  which leaves 23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23317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0.123123123…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multiplier do you need?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Give the multiplier, and the whole number it leaves.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9476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0.123123123…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19072" y="3310128"/>
            <a:ext cx="8723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digits, so 1000x = 123.123123…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1000x,  leaving 123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Devon says 0.999… cannot equal 1, because it is always just a little bit under.  Use today's method to settle it.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Show the two lines you subtracted.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Devon says 0.999… cannot equal 1, because it is always just a little bit under.  Use today's method to settle it.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86968" y="3310128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10x = 9.999…,   so 10x − x = 9,   so 9x = 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1,  exactly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2 — Converting Between Repeating Decimals and Fractions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2026-09-14T11:10:03Z</dcterms:created>
  <dcterms:modified xsi:type="dcterms:W3CDTF">2026-09-14T11:10:03Z</dcterms:modified>
</cp:coreProperties>
</file>