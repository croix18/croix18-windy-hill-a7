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1  ·  LESSON 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Writing and Solving Equations in Context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MA.7.AR.2.2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define, write, solve and interpret — and decide which way a decimal answer rounds.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last equations lesson.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new things: fractional coefficients, and answers that have to be whole.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Spaced retrieval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lesson: a jacket priced p is 40% off. What do you pay?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293827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938272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week: solve  4(x − 3) = 28.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354482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544824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unit: write 0.4 as a fraction in lowest terms.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4151376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151376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Prior grade: what is  12 ÷ (1/3) 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Four rows, every time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DEFINE.  A sentence saying what the letter stands for.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9255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92552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WRITE.  The rate, the starting value and the total, in place.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338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453384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SOLVE.  Inverse operations, both sides, one step at a time.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014216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014216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INTERPRET.  Answer the question in a sentence, with units.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Multiplying by 1/8 is dividing by 8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40864"/>
            <a:ext cx="10506456" cy="568452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600200" y="242316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reciprocal</a:t>
            </a:r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the fraction turned upside down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1005840" y="308305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600200" y="3083052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Multiplying by 1/8 is the same as dividing by 8.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05840" y="3660648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600200" y="3660648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the way back is to MULTIPLY by 8 — not to divide by 8 again.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For any other fraction, multiply by its reciprocal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(5/3)b = 35/3   →   b = (35/3)(3/5)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9255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92552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Turn the coefficient upside down and multiply both sides by it.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45338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453384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decimal works too. 2/5 = 0.4, and 5.6 ÷ 0.4 = 14, the same answer.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IV.  What the number counts decides which way it rounds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first. Then ask what the number counts.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9255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92552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People, buses, batches and shirts come in whole numbers. Hours, pounds and dollars do not.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82219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822192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maximum rounds DOWN. A minimum rounds UP. Decide from the situation, never from the decimal.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fractional coefficient.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(1/4)x  =  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Before you solve: will x be bigger or smaller than 9?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Multiply by 4.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057400" y="2286000"/>
            <a:ext cx="198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(1/4)x  =  9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057400" y="292608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(1/4)x × 4  =  9 × 4          multiplication property of equality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057400" y="3566160"/>
            <a:ext cx="1397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 =  36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2057400" y="4206240"/>
            <a:ext cx="431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Check:   (1/4)(36)  =  9   </a:t>
            </a:r>
            <a:r>
              <a:rPr lang="en-US" sz="23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when the fraction is improper.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057400" y="2240280"/>
            <a:ext cx="21272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(5/2)x  =  20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057400" y="2880360"/>
            <a:ext cx="6362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multiply both sides by 2/5, the reciprocal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057400" y="3520440"/>
            <a:ext cx="125095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  =  8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2057400" y="4160520"/>
            <a:ext cx="431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Check:   (5/2)(8)  =  20   </a:t>
            </a:r>
            <a:r>
              <a:rPr lang="en-US" sz="23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gift card.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$60 gift card. Five equal purchases are made. $12.50 is left.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much was each purchase?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Define your letter, then write the equation. Do not solve it.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and interpret.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00200" y="2148840"/>
            <a:ext cx="26035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60 − 5p  =  12.50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752344"/>
            <a:ext cx="218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−5p  =  −47.50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3355848"/>
            <a:ext cx="162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  =  9.50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3959352"/>
            <a:ext cx="7213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Check:   60 − 5(9.50)  =  60 − 47.50  =  12.50   </a:t>
            </a:r>
            <a:r>
              <a:rPr lang="en-US" sz="22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4562856"/>
            <a:ext cx="3581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Each purchase was $9.50.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Does it need rounding?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No. Dollars come in fractions of a dollar, and $9.50 is a real price.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answers, both 6.4.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budget allows 6.4 cases of juice.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97880" y="2377440"/>
            <a:ext cx="5120640" cy="86868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377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trip needs 6.4 buses.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24612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many cases can you buy?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97880" y="3246120"/>
            <a:ext cx="512064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246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many buses do you book?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number. Do they round the same way?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 cases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28600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 buses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63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 cases would cost more than the budget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97880" y="306324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063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 buses would leave people behind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84048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40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round DOWN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97880" y="384048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840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round UP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sometimes neither.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equation says a tank has been draining for  −3 hours.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6145" y="2331720"/>
            <a:ext cx="2029229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or 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what the number counts before you round anything.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4460" y="2148840"/>
            <a:ext cx="1932599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45536" y="3310128"/>
            <a:ext cx="5870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multiply both sides by 4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36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662" y="2331720"/>
            <a:ext cx="2456197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or 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what the number counts before you round anything.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1142" y="2148840"/>
            <a:ext cx="2339235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13432" y="3310128"/>
            <a:ext cx="7534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multiply by the reciprocal, 3/2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15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1747" y="2331720"/>
            <a:ext cx="2418025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or 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what the number counts before you round anything.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9319" y="2148840"/>
            <a:ext cx="2302881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13432" y="3310128"/>
            <a:ext cx="7534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multiply by the reciprocal, 3/7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9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1724" y="2331720"/>
            <a:ext cx="3098072" cy="960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or answer it.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what the number counts before you round anything.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5488" y="2148840"/>
            <a:ext cx="2950545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13432" y="3310128"/>
            <a:ext cx="7534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multiply by 3/2:   10.5 × 3 ÷ 2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x = 15.75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budget allows 15.75 students on a trip.  How many go?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or 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what the number counts before you round anything.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budget allows 15.75 students on a trip.  How many go?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64408" y="3310128"/>
            <a:ext cx="5632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 would go over budget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15 students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trip needs 15.75 vans.  How many do you book?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 it, or answer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what the number counts before you round anything.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trip needs 15.75 vans.  How many do you book?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670048" y="3310128"/>
            <a:ext cx="6821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 would leave people behind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16 vans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Peyton has a $40 gift card.  She buys the same thing four times and has $7.08 left.  What did each one cost?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equation and 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what the number counts before you round anything.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Peyton has a $40 gift card.  She buys the same thing four times and has $7.08 left.  What did each one cost?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313432" y="3310128"/>
            <a:ext cx="7534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40 − 4c = 7.08,   so 4c = 32.92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$8.23 each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Shirley gives each of her eight grandchildren a $15 gift card AND the same amount of cash.  She spends $280 in total.  How much cash each?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equation and 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what the number counts before you round anything.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Shirley gives each of her eight grandchildren a $15 gift card AND the same amount of cash.  She spends $280 in total.  How much cash each?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075688" y="3310128"/>
            <a:ext cx="8010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8(15 + c) = 280,   so 15 + c = 35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$20 each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Songs cost $1.75 each.  Georgina has a $50 gift card.  How many songs can she buy, and how much is left?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Say why you rounded the way you did.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Songs cost $1.75 each.  Georgina has a $50 gift card.  How many songs can she buy, and how much is left?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05840" y="3310128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50 ÷ 1.75 = 28.57…;   29 songs cost $50.75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28 songs, $1.00 left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7 — Writing and Solving Equations in Context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2026-09-14T10:34:54Z</dcterms:created>
  <dcterms:modified xsi:type="dcterms:W3CDTF">2026-09-14T10:34:54Z</dcterms:modified>
</cp:coreProperties>
</file>