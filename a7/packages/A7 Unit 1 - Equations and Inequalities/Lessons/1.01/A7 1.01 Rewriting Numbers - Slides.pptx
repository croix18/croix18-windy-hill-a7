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1  ·  LESSON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Rewriting Numbers in Equivalent Forms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MA.7.NSO.1.2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write a rational number as a fraction, a decimal or a percentage, and use bar notation when the decimal repeats.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First lesson of the unit.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decimal either stops or repeats. Today we learn to tell which.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 No dividing yet.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Predict, then check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these turn into decimals that never stop? Decide before you divide.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86968" y="2880360"/>
            <a:ext cx="1901952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798" y="3003804"/>
            <a:ext cx="178293" cy="6217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008376" y="2880360"/>
            <a:ext cx="1901952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805" y="3003804"/>
            <a:ext cx="177093" cy="6217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129784" y="2880360"/>
            <a:ext cx="1901952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420" y="3003804"/>
            <a:ext cx="178680" cy="62179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251192" y="2880360"/>
            <a:ext cx="1901952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621" y="3003804"/>
            <a:ext cx="177093" cy="6217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372600" y="2880360"/>
            <a:ext cx="1901952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5433" y="3003804"/>
            <a:ext cx="176287" cy="6217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7240" y="39319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down how you decided, without dividing.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Every rational number's decimal stops or repeats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40864"/>
            <a:ext cx="10506456" cy="551688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number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a ratio of two integers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77824" y="2983992"/>
            <a:ext cx="10506456" cy="551688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66288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066288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terminating decimal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a decimal that stops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77824" y="3627120"/>
            <a:ext cx="10506456" cy="551688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09416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3709416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repeating decimal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never stops, repeats a pattern forever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5840" y="435254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352544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or the other. There is no third kind.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The bar covers the repeating digits only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40864"/>
            <a:ext cx="10506456" cy="551688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bar notation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a bar drawn over the digits that repeat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66288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3066288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bar covers the repeating digits and nothing else.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6271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36271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bar, not the ellipsis. Never both.</a:t>
            </a:r>
            <a:endParaRPr lang="en-US" sz="2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3913632"/>
            <a:ext cx="109381" cy="38404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606040" y="39319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017520" y="3931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0.333…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074920" y="39319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</a:t>
            </a:r>
            <a:endParaRPr lang="en-US" sz="2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968496"/>
            <a:ext cx="521759" cy="292608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4352544"/>
            <a:ext cx="204967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06040" y="43708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3017520" y="4370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0.545454…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5074920" y="43708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</a:t>
            </a:r>
            <a:endParaRPr lang="en-US" sz="2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407408"/>
            <a:ext cx="709804" cy="292608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520" y="4791456"/>
            <a:ext cx="204034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606040" y="480974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3017520" y="48097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2.1666…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5074920" y="480974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</a:t>
            </a:r>
            <a:endParaRPr lang="en-US" sz="20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846320"/>
            <a:ext cx="652199" cy="29260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Simplify first — the denominator lies until you do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6/15 looks like a fifteenth.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It is 2/5 = 0.4, and it stops.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925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92552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fraction's denominator tells you nothing at all until the fraction is in lowest terms.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82219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822192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Simplify, then look. Every time.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Divide, and watch the remainders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a remainder you have already had comes back, the digits cycle forever.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26136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326136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the division reaches a remainder of 0, the decimal stops.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82219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822192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Denominators that gave a repeat today: 3, 6, 9, 11, 15 — and that same 15 also gave one that stopped.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Whiteboards. Decimal first, then the second column.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423160" y="1874520"/>
            <a:ext cx="2194560" cy="6400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17720" y="1874520"/>
            <a:ext cx="3291840" cy="6400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874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Decimal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09560" y="1874520"/>
            <a:ext cx="2926080" cy="6400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Stops or repeats?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423160" y="2514600"/>
            <a:ext cx="21945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7937" y="2615184"/>
            <a:ext cx="125007" cy="43891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617720" y="2514600"/>
            <a:ext cx="32918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09560" y="2514600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23160" y="3154680"/>
            <a:ext cx="21945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221" y="3255264"/>
            <a:ext cx="124438" cy="43891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617720" y="3154680"/>
            <a:ext cx="32918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909560" y="3154680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423160" y="3794760"/>
            <a:ext cx="21945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849" y="3895344"/>
            <a:ext cx="233181" cy="43891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617720" y="3794760"/>
            <a:ext cx="32918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909560" y="3794760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423160" y="4434840"/>
            <a:ext cx="21945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319" y="4535424"/>
            <a:ext cx="230242" cy="43891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617720" y="4434840"/>
            <a:ext cx="32918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909560" y="4434840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423160" y="5074920"/>
            <a:ext cx="21945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267" y="5175504"/>
            <a:ext cx="236346" cy="43891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617720" y="5074920"/>
            <a:ext cx="32918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909560" y="5074920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decimals.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423160" y="1874520"/>
            <a:ext cx="2194560" cy="6400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17720" y="1874520"/>
            <a:ext cx="3291840" cy="6400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874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Decimal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09560" y="1874520"/>
            <a:ext cx="2926080" cy="6400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Stops or repeats?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423160" y="2514600"/>
            <a:ext cx="21945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7937" y="2615184"/>
            <a:ext cx="125007" cy="43891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617720" y="2514600"/>
            <a:ext cx="32918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0.333…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7909560" y="2514600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0100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repeats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2423160" y="3154680"/>
            <a:ext cx="21945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221" y="3255264"/>
            <a:ext cx="124438" cy="43891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617720" y="3154680"/>
            <a:ext cx="32918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0916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0.375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7909560" y="3154680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001000" y="3154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stops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2423160" y="3794760"/>
            <a:ext cx="21945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849" y="3895344"/>
            <a:ext cx="233181" cy="43891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617720" y="3794760"/>
            <a:ext cx="32918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0916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2.1666…</a:t>
            </a:r>
            <a:endParaRPr lang="en-US" sz="1900" dirty="0"/>
          </a:p>
        </p:txBody>
      </p:sp>
      <p:sp>
        <p:nvSpPr>
          <p:cNvPr id="28" name="Shape 23"/>
          <p:cNvSpPr/>
          <p:nvPr/>
        </p:nvSpPr>
        <p:spPr>
          <a:xfrm>
            <a:off x="7909560" y="3794760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001000" y="3794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repeats</a:t>
            </a:r>
            <a:endParaRPr lang="en-US" sz="1900" dirty="0"/>
          </a:p>
        </p:txBody>
      </p:sp>
      <p:sp>
        <p:nvSpPr>
          <p:cNvPr id="30" name="Shape 25"/>
          <p:cNvSpPr/>
          <p:nvPr/>
        </p:nvSpPr>
        <p:spPr>
          <a:xfrm>
            <a:off x="2423160" y="4434840"/>
            <a:ext cx="21945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319" y="4535424"/>
            <a:ext cx="230242" cy="438912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4617720" y="4434840"/>
            <a:ext cx="32918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70916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4.222…</a:t>
            </a:r>
            <a:endParaRPr lang="en-US" sz="1900" dirty="0"/>
          </a:p>
        </p:txBody>
      </p:sp>
      <p:sp>
        <p:nvSpPr>
          <p:cNvPr id="34" name="Shape 28"/>
          <p:cNvSpPr/>
          <p:nvPr/>
        </p:nvSpPr>
        <p:spPr>
          <a:xfrm>
            <a:off x="7909560" y="4434840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001000" y="4434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repeats</a:t>
            </a:r>
            <a:endParaRPr lang="en-US" sz="1900" dirty="0"/>
          </a:p>
        </p:txBody>
      </p:sp>
      <p:sp>
        <p:nvSpPr>
          <p:cNvPr id="36" name="Shape 30"/>
          <p:cNvSpPr/>
          <p:nvPr/>
        </p:nvSpPr>
        <p:spPr>
          <a:xfrm>
            <a:off x="2423160" y="5074920"/>
            <a:ext cx="21945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267" y="5175504"/>
            <a:ext cx="236346" cy="438912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4617720" y="5074920"/>
            <a:ext cx="32918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709160" y="5074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3.4</a:t>
            </a:r>
            <a:endParaRPr lang="en-US" sz="1900" dirty="0"/>
          </a:p>
        </p:txBody>
      </p:sp>
      <p:sp>
        <p:nvSpPr>
          <p:cNvPr id="40" name="Shape 33"/>
          <p:cNvSpPr/>
          <p:nvPr/>
        </p:nvSpPr>
        <p:spPr>
          <a:xfrm>
            <a:off x="7909560" y="5074920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8001000" y="5074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stops</a:t>
            </a:r>
            <a:endParaRPr lang="en-US" sz="1900" dirty="0"/>
          </a:p>
        </p:txBody>
      </p:sp>
      <p:sp>
        <p:nvSpPr>
          <p:cNvPr id="42" name="Shape 3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in bar notation.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377440"/>
            <a:ext cx="161467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26280" y="23774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450592"/>
            <a:ext cx="750028" cy="420624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246120"/>
            <a:ext cx="301192" cy="5669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26280" y="32461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</a:t>
            </a:r>
            <a:endParaRPr lang="en-US" sz="2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319272"/>
            <a:ext cx="937535" cy="42062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Fill the left column. Do not touch the right one yet.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783080" y="1828800"/>
            <a:ext cx="1737360" cy="49377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82880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194560" cy="49377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82880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Decimal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783080" y="2322576"/>
            <a:ext cx="17373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069" y="2377440"/>
            <a:ext cx="109381" cy="3840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520440" y="2322576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83080" y="2816352"/>
            <a:ext cx="17373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26" y="2871216"/>
            <a:ext cx="109869" cy="38404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520440" y="2816352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783080" y="3310128"/>
            <a:ext cx="17373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318" y="3364992"/>
            <a:ext cx="108883" cy="38404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520440" y="3310128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783080" y="3803904"/>
            <a:ext cx="17373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069" y="3858768"/>
            <a:ext cx="109381" cy="38404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520440" y="3803904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783080" y="4297680"/>
            <a:ext cx="17373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7069" y="4352544"/>
            <a:ext cx="109381" cy="38404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520440" y="4297680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783080" y="4791456"/>
            <a:ext cx="17373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7318" y="4846320"/>
            <a:ext cx="108883" cy="38404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3520440" y="4791456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812280" y="1828800"/>
            <a:ext cx="2011680" cy="49377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903720" y="18288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</a:t>
            </a:r>
            <a:endParaRPr lang="en-US" sz="1700" dirty="0"/>
          </a:p>
        </p:txBody>
      </p:sp>
      <p:sp>
        <p:nvSpPr>
          <p:cNvPr id="30" name="Shape 22"/>
          <p:cNvSpPr/>
          <p:nvPr/>
        </p:nvSpPr>
        <p:spPr>
          <a:xfrm>
            <a:off x="8823960" y="1828800"/>
            <a:ext cx="2194560" cy="49377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8915400" y="182880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Decimal</a:t>
            </a:r>
            <a:endParaRPr lang="en-US" sz="1700" dirty="0"/>
          </a:p>
        </p:txBody>
      </p:sp>
      <p:sp>
        <p:nvSpPr>
          <p:cNvPr id="32" name="Shape 24"/>
          <p:cNvSpPr/>
          <p:nvPr/>
        </p:nvSpPr>
        <p:spPr>
          <a:xfrm>
            <a:off x="6812280" y="2322576"/>
            <a:ext cx="201168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2939" y="2377440"/>
            <a:ext cx="110361" cy="384048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8823960" y="2322576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812280" y="2816352"/>
            <a:ext cx="201168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2646" y="2871216"/>
            <a:ext cx="230948" cy="38404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8823960" y="2816352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6812280" y="3310128"/>
            <a:ext cx="201168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0240" y="3364992"/>
            <a:ext cx="355760" cy="384048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8823960" y="3310128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43" name="Text 32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pattern.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783080" y="1828800"/>
            <a:ext cx="1737360" cy="49377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82880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194560" cy="49377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82880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Decimal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783080" y="2322576"/>
            <a:ext cx="17373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069" y="2377440"/>
            <a:ext cx="109381" cy="3840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520440" y="2322576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232257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0.111…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1783080" y="2816352"/>
            <a:ext cx="17373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26" y="2871216"/>
            <a:ext cx="109869" cy="3840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520440" y="2816352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11880" y="281635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0.222…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1783080" y="3310128"/>
            <a:ext cx="17373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318" y="3364992"/>
            <a:ext cx="108883" cy="38404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520440" y="3310128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11880" y="331012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0.333…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1783080" y="3803904"/>
            <a:ext cx="17373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069" y="3858768"/>
            <a:ext cx="109381" cy="38404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520440" y="3803904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611880" y="380390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0.444…</a:t>
            </a:r>
            <a:endParaRPr lang="en-US" sz="1900" dirty="0"/>
          </a:p>
        </p:txBody>
      </p:sp>
      <p:sp>
        <p:nvSpPr>
          <p:cNvPr id="26" name="Shape 20"/>
          <p:cNvSpPr/>
          <p:nvPr/>
        </p:nvSpPr>
        <p:spPr>
          <a:xfrm>
            <a:off x="1783080" y="4297680"/>
            <a:ext cx="17373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7069" y="4352544"/>
            <a:ext cx="109381" cy="38404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3520440" y="4297680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611880" y="429768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0.555…</a:t>
            </a:r>
            <a:endParaRPr lang="en-US" sz="1900" dirty="0"/>
          </a:p>
        </p:txBody>
      </p:sp>
      <p:sp>
        <p:nvSpPr>
          <p:cNvPr id="30" name="Shape 23"/>
          <p:cNvSpPr/>
          <p:nvPr/>
        </p:nvSpPr>
        <p:spPr>
          <a:xfrm>
            <a:off x="1783080" y="4791456"/>
            <a:ext cx="17373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7318" y="4846320"/>
            <a:ext cx="108883" cy="384048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3520440" y="4791456"/>
            <a:ext cx="219456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3611880" y="479145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0.666…</a:t>
            </a:r>
            <a:endParaRPr lang="en-US" sz="1900" dirty="0"/>
          </a:p>
        </p:txBody>
      </p:sp>
      <p:sp>
        <p:nvSpPr>
          <p:cNvPr id="34" name="Text 26"/>
          <p:cNvSpPr/>
          <p:nvPr/>
        </p:nvSpPr>
        <p:spPr>
          <a:xfrm>
            <a:off x="6446520" y="28346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numerator IS the repeating digit.</a:t>
            </a:r>
            <a:endParaRPr lang="en-US" sz="2400" dirty="0"/>
          </a:p>
        </p:txBody>
      </p:sp>
      <p:sp>
        <p:nvSpPr>
          <p:cNvPr id="35" name="Shape 2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predict the right column.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886200" y="2103120"/>
            <a:ext cx="2011680" cy="56692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2103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103120"/>
            <a:ext cx="2377440" cy="56692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103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Decimal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886200" y="2670048"/>
            <a:ext cx="20116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6859" y="2761488"/>
            <a:ext cx="110361" cy="3840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897880" y="2670048"/>
            <a:ext cx="23774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6700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0.777…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3886200" y="3236976"/>
            <a:ext cx="20116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566" y="3328416"/>
            <a:ext cx="230948" cy="3840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897880" y="3236976"/>
            <a:ext cx="23774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89320" y="323697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3.222…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3886200" y="3803904"/>
            <a:ext cx="20116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160" y="3895344"/>
            <a:ext cx="355760" cy="38404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897880" y="3803904"/>
            <a:ext cx="23774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989320" y="38039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17.888…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5 by 9 on the TI-30XA.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069080" y="2514600"/>
            <a:ext cx="43891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69080" y="25146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0.555555556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 said 5/9 = 0.555…    Is the calculator wrong?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Neither is wrong.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screen holds ten digits. The last one is rounded.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00200" y="2909316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6 on the end is the calculator, not the pattern.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05840" y="348691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600200" y="3486912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the pattern from the middle of the display. Never from the last digit.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Desmos disagrees with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Desmos shows more digits and rounds in a different place.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656" y="2331720"/>
            <a:ext cx="272208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 as a decimal.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Bar notation where it repeats.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137" y="2148840"/>
            <a:ext cx="259245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88920" y="33101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÷ 8 = 0.375, and it stops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0.375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656" y="2331720"/>
            <a:ext cx="272208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write it as a percent.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Bar notation where it repeats.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137" y="2148840"/>
            <a:ext cx="259245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90872" y="3310128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0.375 × 100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37.5%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656" y="2331720"/>
            <a:ext cx="272208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 as a decimal.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Bar notation where it repeats.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137" y="2148840"/>
            <a:ext cx="259245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32304" y="331012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÷ 9 = 0.333…, and it repeats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387907" y="39684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required form:   </a:t>
            </a:r>
            <a:endParaRPr lang="en-US" sz="2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147" y="3968496"/>
            <a:ext cx="978298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476402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0.333…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656" y="2331720"/>
            <a:ext cx="272208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write it as a percent.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Bar notation where it repeats.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137" y="2148840"/>
            <a:ext cx="259245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0" y="33101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0.333… × 100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970346" y="39684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required form:   </a:t>
            </a:r>
            <a:endParaRPr lang="en-US" sz="2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586" y="3968496"/>
            <a:ext cx="181342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476402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33.333…%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034" y="2331720"/>
            <a:ext cx="273453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 as a decimal.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Bar notation where it repeats.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0544" y="2148840"/>
            <a:ext cx="260431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3310128"/>
            <a:ext cx="8723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numerator is the repeating digit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379880" y="39684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required form:   </a:t>
            </a:r>
            <a:endParaRPr lang="en-US" sz="2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120" y="3968496"/>
            <a:ext cx="994351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476402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0.555…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166360" y="23317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0.777…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 as a fraction.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Bar notation where it repeats.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166360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0.777…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026664" y="3310128"/>
            <a:ext cx="6108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ninth repeats a 7 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7/9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0" y="23317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1.8666…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 in bar notation.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Bar notation where it repeats.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0" y="2148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1.8666…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24712" y="3310128"/>
            <a:ext cx="9912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8 happens once; the 6 is what repeats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89879" y="39684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required form:   </a:t>
            </a:r>
            <a:endParaRPr lang="en-US" sz="2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6119" y="3968496"/>
            <a:ext cx="1174354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476402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1.8 with the bar over the 6 only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7/20            5/12            9/8            4/15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these give a decimal that STOPS?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of the four.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7/20            5/12            9/8            4/15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68096" y="331012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 and 8 are 2s and 5s;  12 and 15 carry a 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7/20  and  9/8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 says 3/8 and 0.38 are the same number.  Is she right?  Explain how you know.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Show the division you used.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 says 3/8 and 0.38 are the same number.  Is she right?  Explain how you know.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00200" y="33101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÷ 8 = 0.375,  and 0.375 is not 0.38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No — 3/8 is 0.375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 — Rewriting Numbers in Equivalent Forms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2026-09-14T10:35:56Z</dcterms:created>
  <dcterms:modified xsi:type="dcterms:W3CDTF">2026-09-14T10:35:56Z</dcterms:modified>
</cp:coreProperties>
</file>