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Determining Solutions to Inequalities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decide whether a value is a solution, solve an inequality, and graph the solution set.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new benchmark, and a grade 8 one.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Everything about equations still works. One rule is added.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 Boards, then paper.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Diagnostic question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402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is TRUE 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 &lt; −6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328726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328726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 &gt; −6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60120" y="3877056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554480" y="3877056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 = −6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" y="4466844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554480" y="4466844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None — negatives cannot be compared.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A solution is any value that makes it true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954024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inequality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statement that two expressions are not necessarily equal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46862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468624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 is any value that makes the statement TRUE when substituted.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443179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443179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inequality has infinitely many solutions, not one.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The equal bar decides whether the boundary counts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symbols:   &lt;  less than,   &gt;  greater than,   ≤  at most,   ≥  at least.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≤ or ≥ the boundary value is itself a solution.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&lt; or &gt; it is not.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Multiplying or dividing by a negative reverses it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or subtract on both sides — nothing changes.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or divide by a POSITIVE number — nothing changes.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or divide by a NEGATIVE — the symbol REVERSES.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01421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014216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&lt; 6 is true. Multiply by −1 and −4 &gt; −6.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Open circle, closed circle, and which way to shade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circle for &lt; and &gt;. The boundary is not included.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circle for ≤ and ≥. The boundary is included.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Shade the side your SOLVED line points to, not the side the original pointed to.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830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8302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you are unsure, test one number on each side.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 it a solution? No solving.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 &lt; 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 x = 2,  then  x = 3.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Both, substituted.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5120640" cy="73152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194560"/>
            <a:ext cx="5120640" cy="73152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92608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4(2) − 5 = 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292608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4(3) − 5 = 7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&lt; 7   TRUE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65760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657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&lt; 7   FALSE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438912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solution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897880" y="4389120"/>
            <a:ext cx="51206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solution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Change one symbol.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&lt; 7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≤ 7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3 gives 7 &lt; 7,  FALSE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3 gives 7 ≤ 7,  TRUE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is NOT a solution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IS a solution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 ≤ 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anything reverse? Answer before you start.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reversal.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331720"/>
            <a:ext cx="198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 ≤  7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2990088"/>
            <a:ext cx="68008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 ≤  12               added 5 — no reversal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3648456"/>
            <a:ext cx="899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≤  3                  divided by POSITIVE 4 — no reversal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change one sign.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331720"/>
            <a:ext cx="21272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−4x − 5  ≤  7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600200" y="2990088"/>
            <a:ext cx="76771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−4x  ≤  12              added 5 — still no reversal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3648456"/>
            <a:ext cx="840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≥  −3                divided by NEGATIVE 4 — REVERSED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  x ≥ −3.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circle or closed? And which way?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Say both before anybody draws anything.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circle, shaded right.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514600"/>
            <a:ext cx="7132320" cy="44831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0,  inside the shading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= −5,  outside it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−4(0) − 5 = −5,   and  −5 ≤ 7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−4(−5) − 5 = 15,   and  15 ≤ 7   </a:t>
            </a:r>
            <a:r>
              <a:rPr lang="en-US" sz="16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Talia and Jen. Do not solve it yet.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Talia and Jen solved  8 − 1.2c ≥ 5.6.   Talia says  c ≤ −2.   Jen says  c ≥ −2.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77240" y="2697480"/>
            <a:ext cx="265176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value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83464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697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Really a solution?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256032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Talia says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823960" y="2697480"/>
            <a:ext cx="256032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Jen says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24612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−10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429000" y="324612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4612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23960" y="324612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9476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94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0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3429000" y="379476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79476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379476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34340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43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5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3429000" y="434340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34340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434340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Substituted.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65176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value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29000" y="2331720"/>
            <a:ext cx="283464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Really a solution?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256032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Talia says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823960" y="2331720"/>
            <a:ext cx="2560320" cy="5486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Jen says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288036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−10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429000" y="288036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263640" y="288036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8823960" y="288036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777240" y="342900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29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0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3429000" y="342900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429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263640" y="342900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823960" y="342900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3429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777240" y="3977640"/>
            <a:ext cx="265176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= 5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3429000" y="3977640"/>
            <a:ext cx="2834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6263640" y="397764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8823960" y="397764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3977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 </a:t>
            </a:r>
            <a:r>
              <a:rPr lang="en-US" sz="19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✗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Incomplete is not the same as wrong.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103120"/>
            <a:ext cx="7353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8 − 1.2c ≥ 5.6          −1.2c ≥ −2.4          c ≤ 2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788920"/>
            <a:ext cx="5303520" cy="3333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&lt; 7      Is  x = 2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&lt; 7      Is  x = 2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4(2) − 5 = 3,  and 3 &lt; 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yes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&lt; 7      Is  x = 3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&lt; 7      Is  x = 3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75688" y="331012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4(3) − 5 = 7,  and 7 &lt; 7 is false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≤ 7      Is  x = 3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4x − 5 ≤ 7      Is  x = 3  a solution?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453128" y="3310128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≤ 7 is true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yes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3317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4x − 5 ≤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4x − 5 ≤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5, divide by POSITIVE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≤ 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3317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−4x − 5 ≤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−4x − 5 ≤ 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5, divide by NEGATIVE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≥ −3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3317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  x ≥ −3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206240" y="2148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  x ≥ −3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33101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circle, shaded right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see the board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−10.5          −5          −4.999          0         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these are solutions to  −25 &lt; 4x − 5 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than one.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−10.5          −5          −4.999          0          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026664" y="3310128"/>
            <a:ext cx="6108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−25 &lt; 4x − 5 means x &gt; −5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−4.999,  0  and  42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3317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 5 + </a:t>
            </a: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Yes or no, a solution set, or a graph — read which.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20440" y="2148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  5 + </a:t>
            </a:r>
            <a:r>
              <a:rPr lang="en-US" sz="34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≥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8096" y="3310128"/>
            <a:ext cx="10625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subtract 5:   </a:t>
            </a:r>
            <a:r>
              <a:rPr lang="en-US" sz="2600" dirty="0">
                <a:solidFill>
                  <a:srgbClr val="6B6B6B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⅔</a:t>
            </a: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≥ 4,   then multiply by 3/2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b ≥ 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−3 − y/7 &lt; −5.       Jonah says  y &lt; −14.       Tanner says  y &gt; −14.       Who is right?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Justify it mathematically.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−3 − y/7 &lt; −5.       Jonah says  y &lt; −14.       Tanner says  y &gt; −14.       Who is right?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124712" y="3310128"/>
            <a:ext cx="9912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add 3:  −y/7 &lt; −2,  then × −7 and REVERSE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Neither —  y &gt; 14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8 — Determining Solutions to Inequalities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2026-09-14T11:01:02Z</dcterms:created>
  <dcterms:modified xsi:type="dcterms:W3CDTF">2026-09-14T11:01:02Z</dcterms:modified>
</cp:coreProperties>
</file>