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2.png"/><Relationship Id="rId5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0.0000672 </a:t>
            </a:r>
            <a:r>
              <a:rPr sz="2180" b="0" i="0">
                <a:solidFill>
                  <a:srgbClr val="1A1A1A"/>
                </a:solidFill>
                <a:latin typeface="DejaVu Sans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