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0" name="Picture 9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5754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3" name="Picture 12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075688"/>
            <a:ext cx="746760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4153" y="266547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19" name="Picture 18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30098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017520"/>
            <a:ext cx="1691640" cy="6797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5660" y="31287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2990088"/>
            <a:ext cx="3355848" cy="73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298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022348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022348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2711196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1993392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1762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1993392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54679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616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pic>
        <p:nvPicPr>
          <p:cNvPr id="9" name="Picture 8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pic>
        <p:nvPicPr>
          <p:cNvPr id="9" name="Picture 8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pic>
        <p:nvPicPr>
          <p:cNvPr id="10" name="Picture 9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