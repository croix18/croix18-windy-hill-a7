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42.png"/><Relationship Id="rId5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0" name="Picture 9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703b0b7ef618e4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0719" y="1440180"/>
            <a:ext cx="1473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4.3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1" name="Picture 10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pic>
        <p:nvPicPr>
          <p:cNvPr id="13" name="Picture 12" descr="2b698db5dc091f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03" y="2075688"/>
            <a:ext cx="816864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703b0b7ef618e4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495" y="2665476"/>
            <a:ext cx="15047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  <p:pic>
        <p:nvPicPr>
          <p:cNvPr id="19" name="Picture 18" descr="24e3778fee0149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589" y="3300984"/>
            <a:ext cx="816864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54e90524fa10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744" y="3017520"/>
            <a:ext cx="1685544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2288" y="31318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4ca5845658b16c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31" y="2990088"/>
            <a:ext cx="3438144" cy="740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90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puts the 1 in that decimal place: 10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-4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cf70d1664c7c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44" y="2028444"/>
            <a:ext cx="33162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8068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a88e78fd38d3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1" y="2031492"/>
            <a:ext cx="4017264" cy="335280"/>
          </a:xfrm>
          <a:prstGeom prst="rect">
            <a:avLst/>
          </a:prstGeom>
        </p:spPr>
      </p:pic>
      <p:pic>
        <p:nvPicPr>
          <p:cNvPr id="13" name="Picture 12" descr="fa690032944f26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5" y="2714244"/>
            <a:ext cx="45902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point moves: from 0.0000672 to 6.72 is five places right,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6cc52bce800e0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00" y="1993392"/>
            <a:ext cx="45567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960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3a5416871ca1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303" y="1993392"/>
            <a:ext cx="2414016" cy="795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2724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342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bigger,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or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-8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? The one with the larger exponent: −5 &gt; −8,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6b0aa89dc254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06952" cy="810768"/>
          </a:xfrm>
          <a:prstGeom prst="rect">
            <a:avLst/>
          </a:prstGeom>
        </p:spPr>
      </p:pic>
      <p:pic>
        <p:nvPicPr>
          <p:cNvPr id="9" name="Picture 8" descr="b11101a855a1dd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89839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0.001332 = 1.332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0777" y="2728688"/>
            <a:ext cx="54371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67 hundred-thousandths = 0.00067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0777" y="3231608"/>
            <a:ext cx="52939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Move the point 4 places right:  6.7</a:t>
            </a:r>
          </a:p>
        </p:txBody>
      </p:sp>
      <p:pic>
        <p:nvPicPr>
          <p:cNvPr id="12" name="Picture 11" descr="6b2179ecfff78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641" y="3835112"/>
            <a:ext cx="259994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509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b4e84117b325a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233" y="2141219"/>
            <a:ext cx="15605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3867d22f72f6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524000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2025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663d5441fef8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6048" cy="676656"/>
          </a:xfrm>
          <a:prstGeom prst="rect">
            <a:avLst/>
          </a:prstGeom>
        </p:spPr>
      </p:pic>
      <p:pic>
        <p:nvPicPr>
          <p:cNvPr id="9" name="Picture 8" descr="101a9ffba773b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624072" cy="795528"/>
          </a:xfrm>
          <a:prstGeom prst="rect">
            <a:avLst/>
          </a:prstGeom>
        </p:spPr>
      </p:pic>
      <p:pic>
        <p:nvPicPr>
          <p:cNvPr id="10" name="Picture 9" descr="8b5cad9d159043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1063"/>
            <a:ext cx="2532888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282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9c7a204f28765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421" y="1601724"/>
            <a:ext cx="1941576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873100442e093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4623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1063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1234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dd08f086870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373" y="1601724"/>
            <a:ext cx="1944623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c12161b97b98d8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767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4111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3688" y="239420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ff9a26e5845ea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808" y="2516124"/>
            <a:ext cx="14965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3688" y="289712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fb676db25f9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959" y="2996184"/>
            <a:ext cx="3550920" cy="259080"/>
          </a:xfrm>
          <a:prstGeom prst="rect">
            <a:avLst/>
          </a:prstGeom>
        </p:spPr>
      </p:pic>
      <p:pic>
        <p:nvPicPr>
          <p:cNvPr id="17" name="Picture 16" descr="2847951d0162e9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552" y="3473196"/>
            <a:ext cx="2258568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4c6e3c9e0240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2194560"/>
            <a:ext cx="86868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df6df4192e8ef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2103120"/>
            <a:ext cx="868680" cy="420624"/>
          </a:xfrm>
          <a:prstGeom prst="rect">
            <a:avLst/>
          </a:prstGeom>
        </p:spPr>
      </p:pic>
      <p:pic>
        <p:nvPicPr>
          <p:cNvPr id="9" name="Picture 8" descr="bd3a4c29b92dda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7832" y="2825496"/>
            <a:ext cx="581558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2785" y="2728291"/>
            <a:ext cx="63568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3 is in the thousandths place:  </a:t>
            </a:r>
          </a:p>
        </p:txBody>
      </p:sp>
      <p:pic>
        <p:nvPicPr>
          <p:cNvPr id="10" name="Picture 9" descr="830231c5d5c0d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02" y="2804491"/>
            <a:ext cx="1859280" cy="304800"/>
          </a:xfrm>
          <a:prstGeom prst="rect">
            <a:avLst/>
          </a:prstGeom>
        </p:spPr>
      </p:pic>
      <p:pic>
        <p:nvPicPr>
          <p:cNvPr id="11" name="Picture 10" descr="33c20a97ceac52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649" y="3343987"/>
            <a:ext cx="2365248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a7aaa5b3e98ae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73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1914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6497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1b45f78dcdf522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325" y="2139696"/>
            <a:ext cx="15788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2189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562f191cbb88b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1" y="2915412"/>
            <a:ext cx="2075688" cy="304800"/>
          </a:xfrm>
          <a:prstGeom prst="rect">
            <a:avLst/>
          </a:prstGeom>
        </p:spPr>
      </p:pic>
      <p:pic>
        <p:nvPicPr>
          <p:cNvPr id="12" name="Picture 11" descr="6f8ea1aa564467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691" y="3480816"/>
            <a:ext cx="3483864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910" y="3587827"/>
            <a:ext cx="64348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right:  9.88</a:t>
            </a:r>
          </a:p>
        </p:txBody>
      </p:sp>
      <p:pic>
        <p:nvPicPr>
          <p:cNvPr id="12" name="Picture 11" descr="45f9f3462ccd0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774" y="4203523"/>
            <a:ext cx="3694176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9.88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9092" y="2728291"/>
            <a:ext cx="62204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4 places right:  8.1</a:t>
            </a:r>
          </a:p>
        </p:txBody>
      </p:sp>
      <p:pic>
        <p:nvPicPr>
          <p:cNvPr id="10" name="Picture 9" descr="2b19566df5af1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956" y="3343987"/>
            <a:ext cx="30480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8.1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226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5a2c3be760cce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365" y="2231136"/>
            <a:ext cx="12496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9a8c04db501f05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232660"/>
            <a:ext cx="12466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6119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6178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75ced4ea1776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317" y="2139696"/>
            <a:ext cx="12527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ed887976cb4b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141219"/>
            <a:ext cx="12496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9167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5212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3332" y="2961132"/>
            <a:ext cx="102412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5212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65ff84f4a4ec8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483" y="3439667"/>
            <a:ext cx="3547872" cy="262128"/>
          </a:xfrm>
          <a:prstGeom prst="rect">
            <a:avLst/>
          </a:prstGeom>
        </p:spPr>
      </p:pic>
      <p:pic>
        <p:nvPicPr>
          <p:cNvPr id="17" name="Picture 16" descr="9d511f57c8dac0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076" y="3942588"/>
            <a:ext cx="1630680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1137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d2459244fa239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731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06499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864747ff021804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584" y="2231136"/>
            <a:ext cx="156362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54208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1137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7aae94098e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731" y="2139696"/>
            <a:ext cx="157276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06499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f23f4cda83ccbf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584" y="2138171"/>
            <a:ext cx="15636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54208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2ae882816ad8ae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7596" y="2915412"/>
            <a:ext cx="3072384" cy="304800"/>
          </a:xfrm>
          <a:prstGeom prst="rect">
            <a:avLst/>
          </a:prstGeom>
        </p:spPr>
      </p:pic>
      <p:pic>
        <p:nvPicPr>
          <p:cNvPr id="14" name="Picture 13" descr="d1a7b376b364cf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96" y="3453383"/>
            <a:ext cx="3499104" cy="307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038" y="3303170"/>
            <a:ext cx="2880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4.2E−6 means  </a:t>
            </a:r>
          </a:p>
        </p:txBody>
      </p:sp>
      <p:pic>
        <p:nvPicPr>
          <p:cNvPr id="11" name="Picture 10" descr="5a5877e7059393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873" y="3377846"/>
            <a:ext cx="1438656" cy="307848"/>
          </a:xfrm>
          <a:prstGeom prst="rect">
            <a:avLst/>
          </a:prstGeom>
        </p:spPr>
      </p:pic>
      <p:pic>
        <p:nvPicPr>
          <p:cNvPr id="12" name="Picture 11" descr="2ef28584177cd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902" y="3917342"/>
            <a:ext cx="3538728" cy="307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662" y="217170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6f28bcb12f677a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43" y="2229612"/>
            <a:ext cx="124968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9823" y="21717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2761" y="285750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d925408048692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947" y="2915412"/>
            <a:ext cx="125577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9723" y="28575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1138" y="208026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846d6a6440d7a0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19" y="2138171"/>
            <a:ext cx="12527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1347" y="20802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1237" y="276606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9a59c78d08cd9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423" y="2823971"/>
            <a:ext cx="125882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247" y="27660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4286" y="4046220"/>
            <a:ext cx="61501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power of 10, so compare 2 and 6.</a:t>
            </a:r>
          </a:p>
        </p:txBody>
      </p:sp>
      <p:pic>
        <p:nvPicPr>
          <p:cNvPr id="16" name="Picture 15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150" y="4671060"/>
            <a:ext cx="102412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4286" y="5052059"/>
            <a:ext cx="2640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Between them:  </a:t>
            </a:r>
          </a:p>
        </p:txBody>
      </p:sp>
      <p:pic>
        <p:nvPicPr>
          <p:cNvPr id="18" name="Picture 17" descr="581fc6e4e685e8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529" y="5149596"/>
            <a:ext cx="984504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B; 3 times; e.g.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02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0784cf502c291e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283208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51823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7349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2b6d28ce99c0e7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69563"/>
            <a:ext cx="128016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3873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4f77a3766b4748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79" y="3368039"/>
            <a:ext cx="125272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870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36f5a0412d8a35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2399"/>
            <a:ext cx="102412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6275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a131a25e21d7b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077" y="3965447"/>
            <a:ext cx="1042415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30493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59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3.7E−5.  Write it in standard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