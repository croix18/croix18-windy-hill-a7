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Relationship Id="rId4" Type="http://schemas.openxmlformats.org/officeDocument/2006/relationships/image" Target="../media/image5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Relationship Id="rId4" Type="http://schemas.openxmlformats.org/officeDocument/2006/relationships/image" Target="../media/image7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image" Target="../media/image73.png"/><Relationship Id="rId4" Type="http://schemas.openxmlformats.org/officeDocument/2006/relationships/image" Target="../media/image71.png"/><Relationship Id="rId5" Type="http://schemas.openxmlformats.org/officeDocument/2006/relationships/image" Target="../media/image74.png"/><Relationship Id="rId6" Type="http://schemas.openxmlformats.org/officeDocument/2006/relationships/image" Target="../media/image75.png"/><Relationship Id="rId7" Type="http://schemas.openxmlformats.org/officeDocument/2006/relationships/image" Target="../media/image44.png"/><Relationship Id="rId8" Type="http://schemas.openxmlformats.org/officeDocument/2006/relationships/image" Target="../media/image76.png"/><Relationship Id="rId9" Type="http://schemas.openxmlformats.org/officeDocument/2006/relationships/image" Target="../media/image7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THREAD A · DAY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Negative Exponents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rewrite an algebraic expression with negative exponents using only positive exponents, and apply several laws of exponents to a monomial expression.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47745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as a single monomial:  </a:t>
            </a:r>
          </a:p>
        </p:txBody>
      </p:sp>
      <p:pic>
        <p:nvPicPr>
          <p:cNvPr id="9" name="Picture 8" descr="9876647aa2adbd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910" y="1501140"/>
            <a:ext cx="81381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daac0ec1771ab0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142744"/>
            <a:ext cx="411480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32361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Which is greater,  </a:t>
            </a:r>
          </a:p>
        </p:txBody>
      </p:sp>
      <p:pic>
        <p:nvPicPr>
          <p:cNvPr id="13" name="Picture 12" descr="36070a9ce3916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3545" y="2699004"/>
            <a:ext cx="713232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86777" y="2665476"/>
            <a:ext cx="11516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or  9?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343656"/>
            <a:ext cx="43612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What is the reciprocal of  </a:t>
            </a:r>
          </a:p>
        </p:txBody>
      </p:sp>
      <p:pic>
        <p:nvPicPr>
          <p:cNvPr id="16" name="Picture 15" descr="6fa687cf2916166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8619" y="3300984"/>
            <a:ext cx="176784" cy="5425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75403" y="3343656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47745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as a single monomial:  </a:t>
            </a:r>
          </a:p>
        </p:txBody>
      </p:sp>
      <p:pic>
        <p:nvPicPr>
          <p:cNvPr id="9" name="Picture 8" descr="9876647aa2adbd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910" y="1501140"/>
            <a:ext cx="81381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74366" y="1440180"/>
            <a:ext cx="8233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27x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2" name="Picture 11" descr="daac0ec1771ab0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142744"/>
            <a:ext cx="411480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33426" y="2052828"/>
            <a:ext cx="8779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1/25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32361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Which is greater,  </a:t>
            </a:r>
          </a:p>
        </p:txBody>
      </p:sp>
      <p:pic>
        <p:nvPicPr>
          <p:cNvPr id="15" name="Picture 14" descr="36070a9ce3916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3545" y="2699004"/>
            <a:ext cx="713232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86777" y="2665476"/>
            <a:ext cx="11516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or  9?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49902" y="2665476"/>
            <a:ext cx="3800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343656"/>
            <a:ext cx="43612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What is the reciprocal of  </a:t>
            </a:r>
          </a:p>
        </p:txBody>
      </p:sp>
      <p:pic>
        <p:nvPicPr>
          <p:cNvPr id="19" name="Picture 18" descr="6fa687cf2916166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8619" y="3300984"/>
            <a:ext cx="176784" cy="5425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275403" y="3343656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21" name="Picture 20" descr="0ef102b5f3cf8fb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9893" y="3300984"/>
            <a:ext cx="176784" cy="5425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pattern, with a letter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993392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x·x·x·x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1/x</a:t>
                      </a:r>
                      <a:r>
                        <a:rPr sz="17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1/x</a:t>
                      </a:r>
                      <a:r>
                        <a:rPr sz="17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959d23703025cf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405" y="2990088"/>
            <a:ext cx="1319784" cy="682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08189" y="3102864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3" name="Picture 12" descr="50055cd3f97ed5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2533" y="2990088"/>
            <a:ext cx="1347216" cy="6827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59749" y="3102864"/>
            <a:ext cx="1263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(</a:t>
            </a:r>
          </a:p>
        </p:txBody>
      </p:sp>
      <p:pic>
        <p:nvPicPr>
          <p:cNvPr id="15" name="Picture 14" descr="69c32b8b9be7844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5787" y="3192780"/>
            <a:ext cx="792480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778267" y="3102864"/>
            <a:ext cx="3320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Moving factors across the fraction bar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840171f025bff8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8832" y="2036064"/>
            <a:ext cx="1496568" cy="731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05400" y="2173224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b3850983250dec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744" y="1993392"/>
            <a:ext cx="2221992" cy="8168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31736" y="2173224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4" name="Picture 13" descr="560526d4cbdf3f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6079" y="2002536"/>
            <a:ext cx="1816608" cy="798576"/>
          </a:xfrm>
          <a:prstGeom prst="rect">
            <a:avLst/>
          </a:prstGeom>
        </p:spPr>
      </p:pic>
      <p:pic>
        <p:nvPicPr>
          <p:cNvPr id="15" name="Picture 14" descr="e650137e6d4e49d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1372" y="3084575"/>
            <a:ext cx="2398776" cy="8808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30377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Only the factor with the negative exponent moves. Its exponent turns positive.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laws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4a24d7800dcaf0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2264" y="2020824"/>
            <a:ext cx="4389120" cy="731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51384" y="2157984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2c9767efe7def6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5727" y="1993392"/>
            <a:ext cx="3843528" cy="786384"/>
          </a:xfrm>
          <a:prstGeom prst="rect">
            <a:avLst/>
          </a:prstGeom>
        </p:spPr>
      </p:pic>
      <p:pic>
        <p:nvPicPr>
          <p:cNvPr id="13" name="Picture 12" descr="84afeb60d2ecec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0351" y="3054096"/>
            <a:ext cx="3480816" cy="8138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20624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Apply the law. Then rewrite so that every exponent is positive.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c31c4577474535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104" y="2103120"/>
            <a:ext cx="2877312" cy="426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30c11d9477e5ce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245352" cy="426720"/>
          </a:xfrm>
          <a:prstGeom prst="rect">
            <a:avLst/>
          </a:prstGeom>
        </p:spPr>
      </p:pic>
      <p:pic>
        <p:nvPicPr>
          <p:cNvPr id="9" name="Picture 8" descr="d89781ec390765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21280"/>
            <a:ext cx="2776728" cy="8808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/y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69930e82b2e70e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4651" y="1600200"/>
            <a:ext cx="3252216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43519e6fe93bd6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4651" y="1600200"/>
            <a:ext cx="3252216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8223" y="3201526"/>
            <a:ext cx="1508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a's:  </a:t>
            </a:r>
          </a:p>
        </p:txBody>
      </p:sp>
      <p:pic>
        <p:nvPicPr>
          <p:cNvPr id="11" name="Picture 10" descr="5cce26f9814b90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149" y="3299062"/>
            <a:ext cx="2551176" cy="2621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78223" y="3779122"/>
            <a:ext cx="15071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b's:  </a:t>
            </a:r>
          </a:p>
        </p:txBody>
      </p:sp>
      <p:pic>
        <p:nvPicPr>
          <p:cNvPr id="13" name="Picture 12" descr="455b440955e368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8200" y="3727306"/>
            <a:ext cx="3429000" cy="560832"/>
          </a:xfrm>
          <a:prstGeom prst="rect">
            <a:avLst/>
          </a:prstGeom>
        </p:spPr>
      </p:pic>
      <p:pic>
        <p:nvPicPr>
          <p:cNvPr id="14" name="Picture 13" descr="153f36a6e04348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3087" y="4379578"/>
            <a:ext cx="1996439" cy="6065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09159" y="534579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6" name="Picture 15" descr="682a312527072d3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5123290"/>
            <a:ext cx="822960" cy="99364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7f7328112e67c3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2103120"/>
            <a:ext cx="1432560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015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855def8551484a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65704" cy="798576"/>
          </a:xfrm>
          <a:prstGeom prst="rect">
            <a:avLst/>
          </a:prstGeom>
        </p:spPr>
      </p:pic>
      <p:pic>
        <p:nvPicPr>
          <p:cNvPr id="9" name="Picture 8" descr="44c539f0c5b2a6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93136"/>
            <a:ext cx="1408176" cy="807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b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/1,024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c43798c2465e5d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48" y="1481328"/>
            <a:ext cx="1411224" cy="8808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65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03a681fbad5650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2099" y="1481328"/>
            <a:ext cx="1417320" cy="883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681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1617" y="3457558"/>
            <a:ext cx="68554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Cube every part, then move the y up:</a:t>
            </a:r>
          </a:p>
        </p:txBody>
      </p:sp>
      <p:pic>
        <p:nvPicPr>
          <p:cNvPr id="11" name="Picture 10" descr="0c8a8ac9e9217b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6481" y="4019914"/>
            <a:ext cx="3605784" cy="8808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20767" y="527721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3" name="Picture 12" descr="f55882cbb9feaf6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1007" y="5037946"/>
            <a:ext cx="999743" cy="10271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ec408266b04573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2431" y="2194560"/>
            <a:ext cx="67665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d0e787fdcb7c6f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2431" y="2103120"/>
            <a:ext cx="676656" cy="414528"/>
          </a:xfrm>
          <a:prstGeom prst="rect">
            <a:avLst/>
          </a:prstGeom>
        </p:spPr>
      </p:pic>
      <p:pic>
        <p:nvPicPr>
          <p:cNvPr id="9" name="Picture 8" descr="120fc012f8affb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7547" y="2819399"/>
            <a:ext cx="1207008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61560" y="484327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fb1ddbcef519bca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1799" y="4663440"/>
            <a:ext cx="518160" cy="90830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1b13ec9f58c182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7191" y="2194560"/>
            <a:ext cx="707136" cy="1018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7eacf3d693b1d7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0239" y="2103120"/>
            <a:ext cx="701040" cy="1018032"/>
          </a:xfrm>
          <a:prstGeom prst="rect">
            <a:avLst/>
          </a:prstGeom>
        </p:spPr>
      </p:pic>
      <p:pic>
        <p:nvPicPr>
          <p:cNvPr id="9" name="Picture 8" descr="6b87df3e62c7c1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499" y="3422904"/>
            <a:ext cx="1222248" cy="7406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84419" y="4651247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552d05db14a864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4660" y="4663440"/>
            <a:ext cx="472440" cy="52425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860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brightness of a lamp from  </a:t>
            </a:r>
          </a:p>
        </p:txBody>
      </p:sp>
      <p:pic>
        <p:nvPicPr>
          <p:cNvPr id="9" name="Picture 8" descr="c15f87ddcb3bf3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8255" y="1997963"/>
            <a:ext cx="170688" cy="1645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8943" y="1851660"/>
            <a:ext cx="27899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meters away is  </a:t>
            </a:r>
          </a:p>
        </p:txBody>
      </p:sp>
      <p:pic>
        <p:nvPicPr>
          <p:cNvPr id="11" name="Picture 10" descr="bea5ec65db107f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1706" y="1941575"/>
            <a:ext cx="591312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73018" y="1851660"/>
            <a:ext cx="1176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units.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lamp is 15 centimeters tall.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bright is the lamp from 2 meters away?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860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brightness of a lamp from  </a:t>
            </a:r>
          </a:p>
        </p:txBody>
      </p:sp>
      <p:pic>
        <p:nvPicPr>
          <p:cNvPr id="9" name="Picture 8" descr="c15f87ddcb3bf3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8255" y="1997963"/>
            <a:ext cx="170688" cy="1645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8943" y="1851660"/>
            <a:ext cx="27899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meters away is  </a:t>
            </a:r>
          </a:p>
        </p:txBody>
      </p:sp>
      <p:pic>
        <p:nvPicPr>
          <p:cNvPr id="11" name="Picture 10" descr="751d7165ce0bd9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1706" y="1941575"/>
            <a:ext cx="594360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76066" y="1851660"/>
            <a:ext cx="1176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units.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lamp is 15 centimeters tall.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bright is the lamp from 2 meters away?</a:t>
            </a:r>
          </a:p>
        </p:txBody>
      </p:sp>
      <p:pic>
        <p:nvPicPr>
          <p:cNvPr id="15" name="Picture 14" descr="0c0f23d02279b17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3120" y="3684236"/>
            <a:ext cx="1356360" cy="661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28256" y="4575776"/>
            <a:ext cx="13421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When </a:t>
            </a:r>
          </a:p>
        </p:txBody>
      </p:sp>
      <p:pic>
        <p:nvPicPr>
          <p:cNvPr id="17" name="Picture 16" descr="07b139cdbb0c92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3275" y="4679408"/>
            <a:ext cx="704088" cy="24993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37363" y="4575776"/>
            <a:ext cx="606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  </a:t>
            </a:r>
          </a:p>
        </p:txBody>
      </p:sp>
      <p:pic>
        <p:nvPicPr>
          <p:cNvPr id="19" name="Picture 18" descr="317e2464069192f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06671" y="4473668"/>
            <a:ext cx="926592" cy="6614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968239" y="541397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21" name="Picture 20" descr="7857f3e6801ae95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88480" y="5272244"/>
            <a:ext cx="304800" cy="83210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ad788033b92abb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4771" y="2194560"/>
            <a:ext cx="1331976" cy="5242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b8711b9cfc864f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4771" y="2103120"/>
            <a:ext cx="1331976" cy="524256"/>
          </a:xfrm>
          <a:prstGeom prst="rect">
            <a:avLst/>
          </a:prstGeom>
        </p:spPr>
      </p:pic>
      <p:pic>
        <p:nvPicPr>
          <p:cNvPr id="9" name="Picture 8" descr="8a0e20154d3860c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9223" y="2929128"/>
            <a:ext cx="3343656" cy="7406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32960" y="489813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288f02ec57e3569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199" y="4663440"/>
            <a:ext cx="975360" cy="101803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76e7ce04dbed46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7715" y="2194560"/>
            <a:ext cx="1466088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378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01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01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95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95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0174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57c3b1d76dc5c9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6191" y="2103120"/>
            <a:ext cx="1469136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5234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3dfe241d36c83f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4275" y="3453715"/>
            <a:ext cx="3279648" cy="304800"/>
          </a:xfrm>
          <a:prstGeom prst="rect">
            <a:avLst/>
          </a:prstGeom>
        </p:spPr>
      </p:pic>
      <p:pic>
        <p:nvPicPr>
          <p:cNvPr id="11" name="Picture 10" descr="b1ab2b2f40b1e3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4275" y="3939871"/>
            <a:ext cx="1173480" cy="661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738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1/x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5ddb63c42875a2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0764" y="2194560"/>
            <a:ext cx="1459992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217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984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4/x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984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1/(4x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84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2/x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84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4/x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9013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0b4a094821466f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103120"/>
            <a:ext cx="1463040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073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7719b4b74c44dd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8056" y="3508579"/>
            <a:ext cx="3752088" cy="371856"/>
          </a:xfrm>
          <a:prstGeom prst="rect">
            <a:avLst/>
          </a:prstGeom>
        </p:spPr>
      </p:pic>
      <p:pic>
        <p:nvPicPr>
          <p:cNvPr id="11" name="Picture 10" descr="5bac0c5947c6ee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8056" y="4028263"/>
            <a:ext cx="1389888" cy="661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826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4/x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636cf809238389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7003" y="2194560"/>
            <a:ext cx="667512" cy="9784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c5cfb9ca7ed5b5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0052" y="2103120"/>
            <a:ext cx="661416" cy="978408"/>
          </a:xfrm>
          <a:prstGeom prst="rect">
            <a:avLst/>
          </a:prstGeom>
        </p:spPr>
      </p:pic>
      <p:pic>
        <p:nvPicPr>
          <p:cNvPr id="9" name="Picture 8" descr="d5d202bb372dce8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5839" y="3383280"/>
            <a:ext cx="2642616" cy="710184"/>
          </a:xfrm>
          <a:prstGeom prst="rect">
            <a:avLst/>
          </a:prstGeom>
        </p:spPr>
      </p:pic>
      <p:pic>
        <p:nvPicPr>
          <p:cNvPr id="10" name="Picture 9" descr="b3a0847db3beb52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5839" y="4221480"/>
            <a:ext cx="1441704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74692" y="51968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c3401cb351d5db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4932" y="5017008"/>
            <a:ext cx="691896" cy="90830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3087" y="2171700"/>
            <a:ext cx="3006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9" name="Picture 8" descr="f14fce7cf077cd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2662" y="2296668"/>
            <a:ext cx="176784" cy="2072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9446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1" name="Picture 10" descr="64533c8a20ef97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9115" y="2916936"/>
            <a:ext cx="192328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3087" y="2080260"/>
            <a:ext cx="3006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9" name="Picture 8" descr="f14fce7cf077cd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2662" y="2205228"/>
            <a:ext cx="176784" cy="2072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9446" y="20802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1" name="Picture 10" descr="46b0784f7c8733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9115" y="2825496"/>
            <a:ext cx="192328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143292" y="3525012"/>
            <a:ext cx="65734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base, so the exponents add:  </a:t>
            </a:r>
          </a:p>
        </p:txBody>
      </p:sp>
      <p:pic>
        <p:nvPicPr>
          <p:cNvPr id="13" name="Picture 12" descr="448fa4db260ab5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9571" y="3627120"/>
            <a:ext cx="1438656" cy="252984"/>
          </a:xfrm>
          <a:prstGeom prst="rect">
            <a:avLst/>
          </a:prstGeom>
        </p:spPr>
      </p:pic>
      <p:pic>
        <p:nvPicPr>
          <p:cNvPr id="14" name="Picture 13" descr="070b8a66ba960fd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8156" y="4166616"/>
            <a:ext cx="1746504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 = 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19191" y="2171700"/>
            <a:ext cx="17385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are  </a:t>
            </a:r>
          </a:p>
        </p:txBody>
      </p:sp>
      <p:pic>
        <p:nvPicPr>
          <p:cNvPr id="9" name="Picture 8" descr="7f8cc9402f9faa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567" y="2232660"/>
            <a:ext cx="362712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3279" y="2171700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985ff9dbb24c367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8020" y="2232660"/>
            <a:ext cx="521207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69228" y="2171700"/>
            <a:ext cx="17102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related?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335" y="2857500"/>
            <a:ext cx="69868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Explain, and give the value of each when  </a:t>
            </a:r>
          </a:p>
        </p:txBody>
      </p:sp>
      <p:pic>
        <p:nvPicPr>
          <p:cNvPr id="14" name="Picture 13" descr="1c40b7a80b3cb06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4006" y="2948940"/>
            <a:ext cx="774192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18198" y="28575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19191" y="2080260"/>
            <a:ext cx="17385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are  </a:t>
            </a:r>
          </a:p>
        </p:txBody>
      </p:sp>
      <p:pic>
        <p:nvPicPr>
          <p:cNvPr id="9" name="Picture 8" descr="fb0a7a04003102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567" y="2141219"/>
            <a:ext cx="362712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3279" y="2080260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127b4fbd30bb78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8020" y="2141219"/>
            <a:ext cx="521207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69228" y="2080260"/>
            <a:ext cx="17102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related?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335" y="2766060"/>
            <a:ext cx="69868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Explain, and give the value of each when  </a:t>
            </a:r>
          </a:p>
        </p:txBody>
      </p:sp>
      <p:pic>
        <p:nvPicPr>
          <p:cNvPr id="14" name="Picture 13" descr="1c40b7a80b3cb06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4006" y="2857500"/>
            <a:ext cx="774192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18198" y="27660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6" name="Picture 15" descr="4b887876abd3325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43157" y="3547872"/>
            <a:ext cx="1164336" cy="6583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07493" y="3648456"/>
            <a:ext cx="3876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the reciprocal of   </a:t>
            </a:r>
          </a:p>
        </p:txBody>
      </p:sp>
      <p:pic>
        <p:nvPicPr>
          <p:cNvPr id="18" name="Picture 17" descr="0273c9ade1e97b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47312" y="3726180"/>
            <a:ext cx="329184" cy="3017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288293" y="4407408"/>
            <a:ext cx="13421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When </a:t>
            </a:r>
          </a:p>
        </p:txBody>
      </p:sp>
      <p:pic>
        <p:nvPicPr>
          <p:cNvPr id="20" name="Picture 19" descr="07b139cdbb0c92a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93312" y="4511040"/>
            <a:ext cx="704088" cy="24993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197400" y="4407408"/>
            <a:ext cx="606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  </a:t>
            </a:r>
          </a:p>
        </p:txBody>
      </p:sp>
      <p:pic>
        <p:nvPicPr>
          <p:cNvPr id="22" name="Picture 21" descr="5e737102846c642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6708" y="4485132"/>
            <a:ext cx="829056" cy="30175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95764" y="4407408"/>
            <a:ext cx="15240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24" name="Picture 23" descr="175de81595c1b41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82626" y="4334256"/>
            <a:ext cx="987552" cy="60350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507492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is the reciprocal of 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 When x = 2: 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8 and 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1/8.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58274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using only positive exponents.  </a:t>
            </a:r>
          </a:p>
        </p:txBody>
      </p:sp>
      <p:pic>
        <p:nvPicPr>
          <p:cNvPr id="10" name="Picture 9" descr="d0b6a1cb6c5104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4756" y="1588008"/>
            <a:ext cx="524256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89403"/>
            <a:ext cx="58274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using only positive exponents.  </a:t>
            </a:r>
          </a:p>
        </p:txBody>
      </p:sp>
      <p:pic>
        <p:nvPicPr>
          <p:cNvPr id="13" name="Picture 12" descr="43c032e9738a93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4756" y="2147315"/>
            <a:ext cx="597408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2772155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772155"/>
            <a:ext cx="58274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using only positive exponents.  </a:t>
            </a:r>
          </a:p>
        </p:txBody>
      </p:sp>
      <p:pic>
        <p:nvPicPr>
          <p:cNvPr id="16" name="Picture 15" descr="06266648dc403e6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4756" y="2706623"/>
            <a:ext cx="448056" cy="5882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45490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454907"/>
            <a:ext cx="5711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Simplify. Use positive exponents only.  </a:t>
            </a:r>
          </a:p>
        </p:txBody>
      </p:sp>
      <p:pic>
        <p:nvPicPr>
          <p:cNvPr id="19" name="Picture 18" descr="374d67a93a7cbdf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9157" y="3546347"/>
            <a:ext cx="938784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04926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049267"/>
            <a:ext cx="5711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Simplify. Use positive exponents only.  </a:t>
            </a:r>
          </a:p>
        </p:txBody>
      </p:sp>
      <p:pic>
        <p:nvPicPr>
          <p:cNvPr id="22" name="Picture 21" descr="c40b3e76d5e8f93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9157" y="4111751"/>
            <a:ext cx="1033271" cy="3322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464362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643628"/>
            <a:ext cx="26841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1434" y="4788408"/>
            <a:ext cx="146304" cy="167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47738" y="4643628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6e9a5405552d7f9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2689" y="4701540"/>
            <a:ext cx="1588008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Variables with negative exponents — 2NL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Multiply and divide powers: variable bases — 85P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