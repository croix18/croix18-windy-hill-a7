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1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Relationship Id="rId8" Type="http://schemas.openxmlformats.org/officeDocument/2006/relationships/image" Target="../media/image77.png"/><Relationship Id="rId9" Type="http://schemas.openxmlformats.org/officeDocument/2006/relationships/image" Target="../media/image7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6674280269050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94560"/>
            <a:ext cx="66141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1db6ee3c3d8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528" y="2103120"/>
            <a:ext cx="664464" cy="417576"/>
          </a:xfrm>
          <a:prstGeom prst="rect">
            <a:avLst/>
          </a:prstGeom>
        </p:spPr>
      </p:pic>
      <p:pic>
        <p:nvPicPr>
          <p:cNvPr id="9" name="Picture 8" descr="d97f5e29590d28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215" y="2822448"/>
            <a:ext cx="118872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7656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32577d3055fb5c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896" y="4663440"/>
            <a:ext cx="505968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1b13ec9f58c18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191" y="2194560"/>
            <a:ext cx="70713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eacf3d693b1d7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03120"/>
            <a:ext cx="701040" cy="1018032"/>
          </a:xfrm>
          <a:prstGeom prst="rect">
            <a:avLst/>
          </a:prstGeom>
        </p:spPr>
      </p:pic>
      <p:pic>
        <p:nvPicPr>
          <p:cNvPr id="9" name="Picture 8" descr="6b87df3e62c7c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499" y="3422904"/>
            <a:ext cx="1222248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419" y="465124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552d05db14a864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60" y="4663440"/>
            <a:ext cx="472440" cy="5242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84926e2d698758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740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9114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59a0045a99994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82162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pic>
        <p:nvPicPr>
          <p:cNvPr id="15" name="Picture 14" descr="5c284e4651c465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884" y="3684236"/>
            <a:ext cx="1365504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5020" y="4577300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c75e225ddc1423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039" y="4680932"/>
            <a:ext cx="691896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41935" y="4577300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797e4763244917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1243" y="4473668"/>
            <a:ext cx="902208" cy="6644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81956" y="54185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cc84f7ce49a4b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2196" y="5275292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ffbc97436ffe1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388" y="2194560"/>
            <a:ext cx="138074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379041f8448abc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103120"/>
            <a:ext cx="1383792" cy="524256"/>
          </a:xfrm>
          <a:prstGeom prst="rect">
            <a:avLst/>
          </a:prstGeom>
        </p:spPr>
      </p:pic>
      <p:pic>
        <p:nvPicPr>
          <p:cNvPr id="9" name="Picture 8" descr="df4259ca5ca273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19" y="2929128"/>
            <a:ext cx="3486912" cy="7376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6384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e9b9921835656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6624" y="4663440"/>
            <a:ext cx="1048512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fef075fd59914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9456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5fe40f55398ba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0312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a30cce62b615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635" y="3455239"/>
            <a:ext cx="3617976" cy="301752"/>
          </a:xfrm>
          <a:prstGeom prst="rect">
            <a:avLst/>
          </a:prstGeom>
        </p:spPr>
      </p:pic>
      <p:pic>
        <p:nvPicPr>
          <p:cNvPr id="11" name="Picture 10" descr="62056a37b2fbb2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635" y="3939871"/>
            <a:ext cx="139293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f3a56c40449a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a90fe1e36bfa0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fdbef022020a7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144" y="3508579"/>
            <a:ext cx="3870960" cy="371856"/>
          </a:xfrm>
          <a:prstGeom prst="rect">
            <a:avLst/>
          </a:prstGeom>
        </p:spPr>
      </p:pic>
      <p:pic>
        <p:nvPicPr>
          <p:cNvPr id="11" name="Picture 10" descr="6b6d8bee23985d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144" y="4028263"/>
            <a:ext cx="163677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250187780958f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384" y="2194560"/>
            <a:ext cx="682752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0545a7c6c29eb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993648"/>
          </a:xfrm>
          <a:prstGeom prst="rect">
            <a:avLst/>
          </a:prstGeom>
        </p:spPr>
      </p:pic>
      <p:pic>
        <p:nvPicPr>
          <p:cNvPr id="9" name="Picture 8" descr="827875b902783b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5" y="3398520"/>
            <a:ext cx="2554224" cy="722376"/>
          </a:xfrm>
          <a:prstGeom prst="rect">
            <a:avLst/>
          </a:prstGeom>
        </p:spPr>
      </p:pic>
      <p:pic>
        <p:nvPicPr>
          <p:cNvPr id="10" name="Picture 9" descr="7f1840715d0010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035" y="4248912"/>
            <a:ext cx="1219200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5464" y="52349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bcbf103259ff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4" y="5050536"/>
            <a:ext cx="530352" cy="91744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e49da65f71bd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23418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0b08484e668b31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418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d6ec3cb3152693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14274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5ab217f46ae0a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274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5d03ae494c5143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181" y="3547872"/>
            <a:ext cx="1182624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36805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5a584fe5a654e3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6624" y="3726180"/>
            <a:ext cx="332232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99317" y="441045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4336" y="4514088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08424" y="441045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3bf425c97d8d917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7732" y="4486656"/>
            <a:ext cx="1021080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8812" y="4410456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b22ccf291db4015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5674" y="4334256"/>
            <a:ext cx="1170432" cy="609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81016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32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1/32.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c40b3e76d5e8f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1751"/>
            <a:ext cx="1033271" cy="332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