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5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an algebraic expression with negative exponents using only positive exponents, and apply several laws of exponents to a monomial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9" name="Picture 8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501140"/>
            <a:ext cx="77114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1" name="Picture 10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141220"/>
            <a:ext cx="42672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3" name="Picture 12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2689860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67854" y="266547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4822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16" name="Picture 15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300984"/>
            <a:ext cx="170688" cy="5516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3096" y="334822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9" name="Picture 8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501140"/>
            <a:ext cx="77114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31776" y="1440180"/>
            <a:ext cx="8417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27x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141220"/>
            <a:ext cx="42672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77659" y="205282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5" name="Picture 14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2689860"/>
            <a:ext cx="688848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7854" y="266547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5878" y="266547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4822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19" name="Picture 18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300984"/>
            <a:ext cx="170688" cy="5516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03096" y="334822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pic>
        <p:nvPicPr>
          <p:cNvPr id="21" name="Picture 20" descr="0ea9c861f6451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431" y="3300984"/>
            <a:ext cx="170688" cy="551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pattern, with a letter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93392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566883ffdb2567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53" y="2990088"/>
            <a:ext cx="1335024" cy="676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76277" y="309981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3" name="Picture 12" descr="bdac5bab61ffd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269" y="2990088"/>
            <a:ext cx="1362456" cy="676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84725" y="3099816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5" name="Picture 14" descr="3202774bcb0530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247" y="3159252"/>
            <a:ext cx="783336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30583" y="3099816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Moving factors across the fraction bar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f7d04d8cca97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184" y="2029968"/>
            <a:ext cx="1508760" cy="743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75944" y="21732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4816a7a2bcf2f2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35" y="1993392"/>
            <a:ext cx="2209800" cy="816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1736" y="21732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0f65a6bfbd89b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727" y="1997964"/>
            <a:ext cx="1816608" cy="807720"/>
          </a:xfrm>
          <a:prstGeom prst="rect">
            <a:avLst/>
          </a:prstGeom>
        </p:spPr>
      </p:pic>
      <p:pic>
        <p:nvPicPr>
          <p:cNvPr id="15" name="Picture 14" descr="70bc6e0f1b3eca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084575"/>
            <a:ext cx="2304288" cy="9204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3434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Only the factor with the negative exponent moves. Its exponent turns positive.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aaf26d66cf9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12" y="2026920"/>
            <a:ext cx="4456176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2188" y="216865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1fc48e462d92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79" y="1993392"/>
            <a:ext cx="3767328" cy="807720"/>
          </a:xfrm>
          <a:prstGeom prst="rect">
            <a:avLst/>
          </a:prstGeom>
        </p:spPr>
      </p:pic>
      <p:pic>
        <p:nvPicPr>
          <p:cNvPr id="13" name="Picture 12" descr="92a6d22e61379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3075432"/>
            <a:ext cx="3505200" cy="819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2336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law. Then rewrite so that every exponent is positive.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8" name="Picture 7" descr="284a92747d139e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103120"/>
            <a:ext cx="2761488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99ce65e5c8ec57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172200" cy="423672"/>
          </a:xfrm>
          <a:prstGeom prst="rect">
            <a:avLst/>
          </a:prstGeom>
        </p:spPr>
      </p:pic>
      <p:pic>
        <p:nvPicPr>
          <p:cNvPr id="9" name="Picture 8" descr="52caabd3337864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2816352" cy="883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26181856cce00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5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2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6f4e119bf12e31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5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7260" y="471220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5fcfdcd223fa6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9" y="4480560"/>
            <a:ext cx="746760" cy="10119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061639b8c49f6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03120"/>
            <a:ext cx="1417320" cy="80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dc62f1bbbc7a81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816864"/>
          </a:xfrm>
          <a:prstGeom prst="rect">
            <a:avLst/>
          </a:prstGeom>
        </p:spPr>
      </p:pic>
      <p:pic>
        <p:nvPicPr>
          <p:cNvPr id="9" name="Picture 8" descr="d55cada8037b33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1399032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/1,024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c42f4571630d5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194560"/>
            <a:ext cx="1773936" cy="1112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80999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195018b9c2dda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67" y="2194560"/>
            <a:ext cx="1776984" cy="1112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80999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2772" y="477734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3636f909b16359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11" y="4531978"/>
            <a:ext cx="935736" cy="10393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49cdf5a8f688d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94560"/>
            <a:ext cx="685800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6299b72688be4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03120"/>
            <a:ext cx="685800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1372" y="485393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f4033d6f9e46b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663440"/>
            <a:ext cx="478536" cy="929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70a7739fb79464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94560"/>
            <a:ext cx="716280" cy="103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8" name="Picture 7" descr="1b19adcea2f05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2103120"/>
            <a:ext cx="713232" cy="1033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08804" y="465277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666f79c957ad2d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44" y="4663440"/>
            <a:ext cx="423672" cy="5273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86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brightness of a lamp from  </a:t>
            </a:r>
          </a:p>
        </p:txBody>
      </p:sp>
      <p:pic>
        <p:nvPicPr>
          <p:cNvPr id="9" name="Picture 8" descr="36ab662f01dc4d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323" y="2005584"/>
            <a:ext cx="158496" cy="14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1819" y="1851660"/>
            <a:ext cx="27781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meters away is  </a:t>
            </a:r>
          </a:p>
        </p:txBody>
      </p:sp>
      <p:pic>
        <p:nvPicPr>
          <p:cNvPr id="11" name="Picture 10" descr="47fe29c90fa7b5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47" y="1940052"/>
            <a:ext cx="585216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68063" y="1851660"/>
            <a:ext cx="1251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lamp is 15 centimeters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bright is the lamp from 2 meters away?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86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brightness of a lamp from  </a:t>
            </a:r>
          </a:p>
        </p:txBody>
      </p:sp>
      <p:pic>
        <p:nvPicPr>
          <p:cNvPr id="9" name="Picture 8" descr="36ab662f01dc4d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323" y="2005584"/>
            <a:ext cx="158496" cy="14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1819" y="1851660"/>
            <a:ext cx="27781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meters away is  </a:t>
            </a:r>
          </a:p>
        </p:txBody>
      </p:sp>
      <p:pic>
        <p:nvPicPr>
          <p:cNvPr id="11" name="Picture 10" descr="69ad6c7cdf468f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47" y="1940052"/>
            <a:ext cx="58826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71111" y="1851660"/>
            <a:ext cx="1251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lamp is 15 centimeters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bright is the lamp from 2 meters away?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c414c4c741c779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340" y="4663440"/>
            <a:ext cx="25908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42962fa6a8bfc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c896e7a3b1e79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80" y="2103120"/>
            <a:ext cx="1356360" cy="52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9536" y="49042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f532a74f60c6c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6" y="4663440"/>
            <a:ext cx="902208" cy="10302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950663683f0a3a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194560"/>
            <a:ext cx="1432560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1b7d9d459c285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2103120"/>
            <a:ext cx="1429512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cd9c5622a19be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3" y="2194560"/>
            <a:ext cx="1444752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1768e3b0aaa3b8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03120"/>
            <a:ext cx="1447800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61aec65184b6be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7" y="2194560"/>
            <a:ext cx="603504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00d9c35b01c5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55" y="2103120"/>
            <a:ext cx="597408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1888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a74f00062d590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7" y="4663440"/>
            <a:ext cx="60350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9" name="Picture 8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1" name="Picture 10" descr="768d523c6bd8c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12" y="2912364"/>
            <a:ext cx="1911095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9" name="Picture 8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1" name="Picture 10" descr="06d7fcaebeec00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687" y="2820924"/>
            <a:ext cx="1914144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6774" y="217170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9" name="Picture 8" descr="cc078cbc81823c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228088"/>
            <a:ext cx="344424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1323" y="217170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d31e0d14216148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228088"/>
            <a:ext cx="539496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2526" y="217170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5540" y="285750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4" name="Picture 13" descr="118dd4b796dc85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208" y="2945892"/>
            <a:ext cx="783336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5544" y="28575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6774" y="208026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9" name="Picture 8" descr="3da309422df21a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136648"/>
            <a:ext cx="344424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1323" y="208026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50a3dff9085ab5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136648"/>
            <a:ext cx="539496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2526" y="208026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4016" y="276606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4" name="Picture 13" descr="2cebf16dedade3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684" y="2854452"/>
            <a:ext cx="786384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7068" y="27660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is the reciprocal of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 When x = 2: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 and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1/8.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Variables with negative exponents — 2NL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and divide powers: variable bases — 85P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