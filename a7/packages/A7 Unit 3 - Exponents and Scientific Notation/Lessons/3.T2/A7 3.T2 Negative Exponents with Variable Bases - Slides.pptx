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1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76.png"/><Relationship Id="rId8" Type="http://schemas.openxmlformats.org/officeDocument/2006/relationships/image" Target="../media/image77.png"/><Relationship Id="rId9" Type="http://schemas.openxmlformats.org/officeDocument/2006/relationships/image" Target="../media/image7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8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3" name="Picture 12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6" name="Picture 15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74366" y="1440180"/>
            <a:ext cx="823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33426" y="2052828"/>
            <a:ext cx="8779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5" name="Picture 14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9902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9" name="Picture 18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21" name="Picture 20" descr="0ef102b5f3cf8f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893" y="3300984"/>
            <a:ext cx="176784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959d23703025cf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405" y="2990088"/>
            <a:ext cx="1319784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8189" y="310286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50055cd3f97ed5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2533" y="2990088"/>
            <a:ext cx="1347216" cy="682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9749" y="3102864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5" name="Picture 14" descr="69c32b8b9be784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787" y="3192780"/>
            <a:ext cx="792480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67" y="3102864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40171f025bff8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32" y="2036064"/>
            <a:ext cx="1496568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5400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b3850983250dec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993392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560526d4cbdf3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6079" y="2002536"/>
            <a:ext cx="1816608" cy="798576"/>
          </a:xfrm>
          <a:prstGeom prst="rect">
            <a:avLst/>
          </a:prstGeom>
        </p:spPr>
      </p:pic>
      <p:pic>
        <p:nvPicPr>
          <p:cNvPr id="15" name="Picture 14" descr="e650137e6d4e49d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372" y="3084575"/>
            <a:ext cx="2398776" cy="8808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037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24d7800dcaf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64" y="2020824"/>
            <a:ext cx="43891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1384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c9767efe7def6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727" y="1993392"/>
            <a:ext cx="3843528" cy="786384"/>
          </a:xfrm>
          <a:prstGeom prst="rect">
            <a:avLst/>
          </a:prstGeom>
        </p:spPr>
      </p:pic>
      <p:pic>
        <p:nvPicPr>
          <p:cNvPr id="13" name="Picture 12" descr="84afeb60d2ecec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351" y="3054096"/>
            <a:ext cx="3480816" cy="813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31c4577474535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0c11d9477e5ce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5352" cy="426720"/>
          </a:xfrm>
          <a:prstGeom prst="rect">
            <a:avLst/>
          </a:prstGeom>
        </p:spPr>
      </p:pic>
      <p:pic>
        <p:nvPicPr>
          <p:cNvPr id="9" name="Picture 8" descr="d89781ec390765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277672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9930e82b2e70e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3519e6fe93bd6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8223" y="320152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1" name="Picture 10" descr="5cce26f9814b90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149" y="3299062"/>
            <a:ext cx="2551176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8223" y="3779122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3" name="Picture 12" descr="455b440955e368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00" y="3727306"/>
            <a:ext cx="3429000" cy="560832"/>
          </a:xfrm>
          <a:prstGeom prst="rect">
            <a:avLst/>
          </a:prstGeom>
        </p:spPr>
      </p:pic>
      <p:pic>
        <p:nvPicPr>
          <p:cNvPr id="14" name="Picture 13" descr="153f36a6e04348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087" y="4379578"/>
            <a:ext cx="1996439" cy="606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59" y="5345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82a312527072d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23290"/>
            <a:ext cx="822960" cy="9936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7f7328112e67c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1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55def8551484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798576"/>
          </a:xfrm>
          <a:prstGeom prst="rect">
            <a:avLst/>
          </a:prstGeom>
        </p:spPr>
      </p:pic>
      <p:pic>
        <p:nvPicPr>
          <p:cNvPr id="9" name="Picture 8" descr="44c539f0c5b2a6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3136"/>
            <a:ext cx="14081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43798c2465e5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1481328"/>
            <a:ext cx="1411224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5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3a681fbad5650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81328"/>
            <a:ext cx="1417320" cy="883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81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1617" y="3457558"/>
            <a:ext cx="68554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Cube every part, then move the y up:</a:t>
            </a:r>
          </a:p>
        </p:txBody>
      </p:sp>
      <p:pic>
        <p:nvPicPr>
          <p:cNvPr id="11" name="Picture 10" descr="0c8a8ac9e9217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481" y="4019914"/>
            <a:ext cx="360578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0767" y="527721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f55882cbb9fea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007" y="5037946"/>
            <a:ext cx="999743" cy="10271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6674280269050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94560"/>
            <a:ext cx="66141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1db6ee3c3d8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528" y="2103120"/>
            <a:ext cx="664464" cy="417576"/>
          </a:xfrm>
          <a:prstGeom prst="rect">
            <a:avLst/>
          </a:prstGeom>
        </p:spPr>
      </p:pic>
      <p:pic>
        <p:nvPicPr>
          <p:cNvPr id="9" name="Picture 8" descr="d97f5e29590d28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215" y="2822448"/>
            <a:ext cx="118872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67656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32577d3055fb5c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7896" y="4663440"/>
            <a:ext cx="505968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393407e2af196c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9" y="2194560"/>
            <a:ext cx="701040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777177b4591903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2103120"/>
            <a:ext cx="694944" cy="1021080"/>
          </a:xfrm>
          <a:prstGeom prst="rect">
            <a:avLst/>
          </a:prstGeom>
        </p:spPr>
      </p:pic>
      <p:pic>
        <p:nvPicPr>
          <p:cNvPr id="9" name="Picture 8" descr="ed6b513a0faff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023" y="3425952"/>
            <a:ext cx="1222248" cy="743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2896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739c7a2665113b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4663440"/>
            <a:ext cx="475488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84926e2d698758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7408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9114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3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59a0045a99994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60045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82162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3 meters away?</a:t>
            </a:r>
          </a:p>
        </p:txBody>
      </p:sp>
      <p:pic>
        <p:nvPicPr>
          <p:cNvPr id="15" name="Picture 14" descr="5c284e4651c465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884" y="3684236"/>
            <a:ext cx="1365504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5020" y="4577300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7" name="Picture 16" descr="c75e225ddc1423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039" y="4680932"/>
            <a:ext cx="691896" cy="2499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41935" y="4577300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9" name="Picture 18" descr="797e4763244917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1243" y="4473668"/>
            <a:ext cx="902208" cy="6644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81956" y="54185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21" name="Picture 20" descr="7cc84f7ce49a4b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2196" y="5275292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ffbc97436ffe1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388" y="2194560"/>
            <a:ext cx="1380744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379041f8448abc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103120"/>
            <a:ext cx="1383792" cy="524256"/>
          </a:xfrm>
          <a:prstGeom prst="rect">
            <a:avLst/>
          </a:prstGeom>
        </p:spPr>
      </p:pic>
      <p:pic>
        <p:nvPicPr>
          <p:cNvPr id="9" name="Picture 8" descr="df4259ca5ca273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19" y="2929128"/>
            <a:ext cx="3486912" cy="7376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6384" y="48981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ae9b9921835656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6624" y="4663440"/>
            <a:ext cx="1048512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fef075fd59914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8467" y="2194560"/>
            <a:ext cx="16245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5fe40f55398ba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8467" y="2103120"/>
            <a:ext cx="16245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fa30cce62b615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635" y="3455239"/>
            <a:ext cx="3617976" cy="301752"/>
          </a:xfrm>
          <a:prstGeom prst="rect">
            <a:avLst/>
          </a:prstGeom>
        </p:spPr>
      </p:pic>
      <p:pic>
        <p:nvPicPr>
          <p:cNvPr id="11" name="Picture 10" descr="62056a37b2fbb2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635" y="3939871"/>
            <a:ext cx="1392936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38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f3a56c40449a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1/(9x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a90fe1e36bfa0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fdbef022020a7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144" y="3508579"/>
            <a:ext cx="3870960" cy="371856"/>
          </a:xfrm>
          <a:prstGeom prst="rect">
            <a:avLst/>
          </a:prstGeom>
        </p:spPr>
      </p:pic>
      <p:pic>
        <p:nvPicPr>
          <p:cNvPr id="11" name="Picture 10" descr="6b6d8bee23985d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144" y="4028263"/>
            <a:ext cx="1636776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250187780958f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384" y="2194560"/>
            <a:ext cx="682752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0545a7c6c29eb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993648"/>
          </a:xfrm>
          <a:prstGeom prst="rect">
            <a:avLst/>
          </a:prstGeom>
        </p:spPr>
      </p:pic>
      <p:pic>
        <p:nvPicPr>
          <p:cNvPr id="9" name="Picture 8" descr="827875b902783b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5" y="3398520"/>
            <a:ext cx="2554224" cy="722376"/>
          </a:xfrm>
          <a:prstGeom prst="rect">
            <a:avLst/>
          </a:prstGeom>
        </p:spPr>
      </p:pic>
      <p:pic>
        <p:nvPicPr>
          <p:cNvPr id="10" name="Picture 9" descr="7f1840715d0010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035" y="4248912"/>
            <a:ext cx="1219200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5464" y="52349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bcbf103259ff0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4" y="5050536"/>
            <a:ext cx="530352" cy="91744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64533c8a20ef97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91693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46b0784f7c8733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82549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4329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448fa4db260ab5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9571" y="3627120"/>
            <a:ext cx="1438656" cy="252984"/>
          </a:xfrm>
          <a:prstGeom prst="rect">
            <a:avLst/>
          </a:prstGeom>
        </p:spPr>
      </p:pic>
      <p:pic>
        <p:nvPicPr>
          <p:cNvPr id="14" name="Picture 13" descr="070b8a66ba960f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56" y="4166616"/>
            <a:ext cx="17465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143" y="217170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fe49da65f71bd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19" y="2234184"/>
            <a:ext cx="365760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1717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0b08484e668b31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234184"/>
            <a:ext cx="524256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2276" y="217170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85750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94894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857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143" y="208026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d6ec3cb3152693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19" y="2142744"/>
            <a:ext cx="365760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08026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5ab217f46ae0a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142744"/>
            <a:ext cx="524256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2276" y="208026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76606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85750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7660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6" name="Picture 15" descr="5d03ae494c5143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181" y="3547872"/>
            <a:ext cx="1182624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36805" y="3648456"/>
            <a:ext cx="3876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the reciprocal of   </a:t>
            </a:r>
          </a:p>
        </p:txBody>
      </p:sp>
      <p:pic>
        <p:nvPicPr>
          <p:cNvPr id="18" name="Picture 17" descr="5a584fe5a654e3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6624" y="3726180"/>
            <a:ext cx="332232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99317" y="4410456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20" name="Picture 19" descr="07b139cdbb0c92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4336" y="4514088"/>
            <a:ext cx="704088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08424" y="4410456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22" name="Picture 21" descr="3bf425c97d8d917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7732" y="4486656"/>
            <a:ext cx="1021080" cy="304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8812" y="4410456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24" name="Picture 23" descr="b22ccf291db4015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5674" y="4334256"/>
            <a:ext cx="1170432" cy="609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081016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is the reciprocal of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When x = 2: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32 and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1/32.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0" name="Picture 9" descr="d0b6a1cb6c510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756" y="1588008"/>
            <a:ext cx="52425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3" name="Picture 12" descr="43c032e9738a9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756" y="2147315"/>
            <a:ext cx="59740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7721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72155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6" name="Picture 15" descr="06266648dc403e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4756" y="2706623"/>
            <a:ext cx="448056" cy="5882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4549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5490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19" name="Picture 18" descr="374d67a93a7cbd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157" y="3546347"/>
            <a:ext cx="93878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4926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4926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22" name="Picture 21" descr="50045c27c617c37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157" y="4114800"/>
            <a:ext cx="1042415" cy="3261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436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43628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788408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43628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6e9a5405552d7f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01540"/>
            <a:ext cx="158800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