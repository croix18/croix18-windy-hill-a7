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Relationship Id="rId8" Type="http://schemas.openxmlformats.org/officeDocument/2006/relationships/image" Target="../media/image6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9" name="Picture 8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501140"/>
            <a:ext cx="77114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1" name="Picture 10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141220"/>
            <a:ext cx="42672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3" name="Picture 12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2689860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67854" y="266547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822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6" name="Picture 15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300984"/>
            <a:ext cx="170688" cy="5516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3096" y="33482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9" name="Picture 8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501140"/>
            <a:ext cx="77114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31776" y="144018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14122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77659" y="205282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5" name="Picture 14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2689860"/>
            <a:ext cx="688848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67854" y="266547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5878" y="266547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822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9" name="Picture 18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300984"/>
            <a:ext cx="170688" cy="5516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03096" y="33482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1" name="Picture 20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30098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566883ffdb2567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253" y="2990088"/>
            <a:ext cx="1335024" cy="6766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6277" y="309981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bdac5bab61ffd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269" y="2990088"/>
            <a:ext cx="1362456" cy="676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84725" y="3099816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5" name="Picture 14" descr="3202774bcb053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247" y="3159252"/>
            <a:ext cx="783336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30583" y="3099816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7d04d8cca973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184" y="2029968"/>
            <a:ext cx="1508760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5944" y="21732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816a7a2bcf2f2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35" y="1993392"/>
            <a:ext cx="2209800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0f65a6bfbd89b5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727" y="1997964"/>
            <a:ext cx="1816608" cy="807720"/>
          </a:xfrm>
          <a:prstGeom prst="rect">
            <a:avLst/>
          </a:prstGeom>
        </p:spPr>
      </p:pic>
      <p:pic>
        <p:nvPicPr>
          <p:cNvPr id="15" name="Picture 14" descr="70bc6e0f1b3eca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084575"/>
            <a:ext cx="2304288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434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aaf26d66cf9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012" y="2026920"/>
            <a:ext cx="4456176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2188" y="21686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1fc48e462d92b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79" y="1993392"/>
            <a:ext cx="3767328" cy="807720"/>
          </a:xfrm>
          <a:prstGeom prst="rect">
            <a:avLst/>
          </a:prstGeom>
        </p:spPr>
      </p:pic>
      <p:pic>
        <p:nvPicPr>
          <p:cNvPr id="13" name="Picture 12" descr="92a6d22e61379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159" y="3075432"/>
            <a:ext cx="3505200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336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99ce65e5c8ec57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pic>
        <p:nvPicPr>
          <p:cNvPr id="9" name="Picture 8" descr="52caabd3337864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16352" cy="883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6f4e119bf12e31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dc62f1bbbc7a81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816864"/>
          </a:xfrm>
          <a:prstGeom prst="rect">
            <a:avLst/>
          </a:prstGeom>
        </p:spPr>
      </p:pic>
      <p:pic>
        <p:nvPicPr>
          <p:cNvPr id="9" name="Picture 8" descr="d55cada8037b33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399032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999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195018b9c2dda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1112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999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2772" y="47773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531978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6299b72688be4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1b19adcea2f05b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2103120"/>
            <a:ext cx="713232" cy="1033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9" name="Picture 8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1" name="Picture 10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52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68063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9" name="Picture 8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1" name="Picture 10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826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1111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110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c414c4c741c779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340" y="4663440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c896e7a3b1e79b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1b7d9d459c285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1768e3b0aaa3b8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00d9c35b01c5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055" y="2103120"/>
            <a:ext cx="597408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06d7fcaebeec00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687" y="2820924"/>
            <a:ext cx="19141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9" name="Picture 8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4" name="Picture 13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9" name="Picture 8" descr="3da309422df21a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50a3dff9085ab5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4016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4" name="Picture 13" descr="2cebf16dedade3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684" y="2854452"/>
            <a:ext cx="786384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27068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875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Rewrite using only positive exponents.  </a:t>
            </a:r>
          </a:p>
        </p:txBody>
      </p:sp>
      <p:pic>
        <p:nvPicPr>
          <p:cNvPr id="10" name="Picture 9" descr="ba584368475047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977" y="1584959"/>
            <a:ext cx="521207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5875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Rewrite using only positive exponents.  </a:t>
            </a:r>
          </a:p>
        </p:txBody>
      </p:sp>
      <p:pic>
        <p:nvPicPr>
          <p:cNvPr id="13" name="Picture 12" descr="e1af689e41d8f9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977" y="2147315"/>
            <a:ext cx="579120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7782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78251"/>
            <a:ext cx="5875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Rewrite using only positive exponents.  </a:t>
            </a:r>
          </a:p>
        </p:txBody>
      </p:sp>
      <p:pic>
        <p:nvPicPr>
          <p:cNvPr id="16" name="Picture 15" descr="0c2d1dd467193a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977" y="2706623"/>
            <a:ext cx="472440" cy="600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46710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67100"/>
            <a:ext cx="57484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Simplify. Use positive exponents only.  </a:t>
            </a:r>
          </a:p>
        </p:txBody>
      </p:sp>
      <p:pic>
        <p:nvPicPr>
          <p:cNvPr id="19" name="Picture 18" descr="c5f7759a92eb26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772" y="3557015"/>
            <a:ext cx="929640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6146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61460"/>
            <a:ext cx="57484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Simplify. Use positive exponents only.  </a:t>
            </a:r>
          </a:p>
        </p:txBody>
      </p:sp>
      <p:pic>
        <p:nvPicPr>
          <p:cNvPr id="22" name="Picture 21" descr="60d888c7ce1f98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772" y="4122420"/>
            <a:ext cx="1021080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558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55820"/>
            <a:ext cx="27202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25" name="Picture 24" descr="0afe177f69dd5e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11" y="4809744"/>
            <a:ext cx="155448" cy="1493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93059" y="4655820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  </a:t>
            </a:r>
          </a:p>
        </p:txBody>
      </p:sp>
      <p:pic>
        <p:nvPicPr>
          <p:cNvPr id="27" name="Picture 26" descr="6cb3df3e64f6e06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4460" y="4713732"/>
            <a:ext cx="1551432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