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467b1d14e5da28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1084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30913582715e4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ae046867a8f4e7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4048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4132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4b0d991037dffa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4d73f60d98d627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812650"/>
            <a:ext cx="829056" cy="301752"/>
          </a:xfrm>
          <a:prstGeom prst="rect">
            <a:avLst/>
          </a:prstGeom>
        </p:spPr>
      </p:pic>
      <p:pic>
        <p:nvPicPr>
          <p:cNvPr id="16" name="Picture 15" descr="5fb5e30ab5054c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047" y="4317094"/>
            <a:ext cx="31211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d4c29a874424d7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94560"/>
            <a:ext cx="4511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d2e8b94db7fa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03120"/>
            <a:ext cx="45110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8aebac338759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243" y="3450667"/>
            <a:ext cx="822960" cy="304800"/>
          </a:xfrm>
          <a:prstGeom prst="rect">
            <a:avLst/>
          </a:prstGeom>
        </p:spPr>
      </p:pic>
      <p:pic>
        <p:nvPicPr>
          <p:cNvPr id="11" name="Picture 10" descr="04672528a36f35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243" y="3956635"/>
            <a:ext cx="302971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f49059bfeda69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e484734d8312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255" y="2103120"/>
            <a:ext cx="19690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8e579fcfc3dc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87" y="3814903"/>
            <a:ext cx="2770632" cy="603504"/>
          </a:xfrm>
          <a:prstGeom prst="rect">
            <a:avLst/>
          </a:prstGeom>
        </p:spPr>
      </p:pic>
      <p:pic>
        <p:nvPicPr>
          <p:cNvPr id="11" name="Picture 10" descr="76ebb55f9259b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787" y="4599763"/>
            <a:ext cx="347167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aa79e338eec2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5eff3a17c3a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03120"/>
            <a:ext cx="1203960" cy="414528"/>
          </a:xfrm>
          <a:prstGeom prst="rect">
            <a:avLst/>
          </a:prstGeom>
        </p:spPr>
      </p:pic>
      <p:pic>
        <p:nvPicPr>
          <p:cNvPr id="9" name="Picture 8" descr="9b88a36b8746eb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839211"/>
            <a:ext cx="2063496" cy="371856"/>
          </a:xfrm>
          <a:prstGeom prst="rect">
            <a:avLst/>
          </a:prstGeom>
        </p:spPr>
      </p:pic>
      <p:pic>
        <p:nvPicPr>
          <p:cNvPr id="10" name="Picture 9" descr="73f533a4d1835d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3410711"/>
            <a:ext cx="25511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7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340250b80ab728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7" y="4663440"/>
            <a:ext cx="420624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3663" y="2299715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cca3298828a0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01" y="2196083"/>
            <a:ext cx="1569720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410598a25a8c83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94560"/>
            <a:ext cx="1575816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8979" y="2299715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547" y="3113532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d2ebb822973674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05" y="3174491"/>
            <a:ext cx="487680" cy="335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7285" y="3113532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5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87b1e44b6216a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605" y="2106168"/>
            <a:ext cx="1575816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a4b2276e1b02b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03120"/>
            <a:ext cx="158191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0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0023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b57ed0c2af593e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081" y="3090672"/>
            <a:ext cx="49072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8809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348" y="3883152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a54eb59ad31b1d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706" y="3810000"/>
            <a:ext cx="3749039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0348" y="4619244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a1e5d3fbd0cb369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6891" y="4541520"/>
            <a:ext cx="3767328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913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