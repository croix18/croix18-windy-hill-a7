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2340864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694176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374136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2340864"/>
            <a:ext cx="538886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568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3232" y="4387596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4273296"/>
            <a:ext cx="792480" cy="685800"/>
          </a:xfrm>
          <a:prstGeom prst="rect">
            <a:avLst/>
          </a:prstGeom>
        </p:spPr>
      </p:pic>
      <p:pic>
        <p:nvPicPr>
          <p:cNvPr id="16" name="Picture 15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5128"/>
            <a:ext cx="1965960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53512" y="5388864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5276088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05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58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3651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6219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8008" y="2036064"/>
            <a:ext cx="59862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30038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3200" y="1865376"/>
            <a:ext cx="4831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9152" y="2750820"/>
            <a:ext cx="52151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1144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4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89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32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80432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10" name="Picture 9" descr="c5917418503255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7795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84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3" name="Picture 12" descr="1d8988fc9968dd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298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38020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10" name="Picture 9" descr="b4b5a35a336421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8100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5432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3" name="Picture 12" descr="e7e94afbdd4008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6032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41068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The same: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5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