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469392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30581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1" name="Picture 10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330196"/>
            <a:ext cx="68884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8447" y="230581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03804"/>
            <a:ext cx="1658112" cy="286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3110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1492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469392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4126" y="144018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0581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33019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30581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9764" y="230581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03804"/>
            <a:ext cx="1658112" cy="286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96120" y="291846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3110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14928"/>
            <a:ext cx="1112520" cy="289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8955" y="353110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30561" y="2167128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1" name="Picture 10" descr="2d268109f28c9a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390" y="1993392"/>
            <a:ext cx="3782568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43041" y="3316224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3" name="Picture 12" descr="20e6fc4620e3ea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072384"/>
            <a:ext cx="4791456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55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b0973f9ba7881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4738115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4686299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c3382604741c40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4744211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4686299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cfcc880844c5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6664" cy="804672"/>
          </a:xfrm>
          <a:prstGeom prst="rect">
            <a:avLst/>
          </a:prstGeom>
        </p:spPr>
      </p:pic>
      <p:pic>
        <p:nvPicPr>
          <p:cNvPr id="9" name="Picture 8" descr="4c8aa7fdd39a68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1904" cy="804672"/>
          </a:xfrm>
          <a:prstGeom prst="rect">
            <a:avLst/>
          </a:prstGeom>
        </p:spPr>
      </p:pic>
      <p:pic>
        <p:nvPicPr>
          <p:cNvPr id="10" name="Picture 9" descr="8fb9fcec01a757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81199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d381195bd435c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3" y="2194560"/>
            <a:ext cx="1216152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f14d1bdb840e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pic>
        <p:nvPicPr>
          <p:cNvPr id="9" name="Picture 8" descr="d8954ab13f154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8064" cy="701040"/>
          </a:xfrm>
          <a:prstGeom prst="rect">
            <a:avLst/>
          </a:prstGeom>
        </p:spPr>
      </p:pic>
      <p:pic>
        <p:nvPicPr>
          <p:cNvPr id="10" name="Picture 9" descr="c6322a5979743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850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86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e1a3a8f726b8bf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9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86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9" name="Picture 8" descr="ef1987aeb6be68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38527"/>
            <a:ext cx="268224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172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1" name="Picture 10" descr="bd667566e598f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812" y="1940052"/>
            <a:ext cx="2682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62036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9" name="Picture 8" descr="08d825ede09be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40052"/>
            <a:ext cx="271272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220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1" name="Picture 10" descr="e32dba3262b93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60" y="1940052"/>
            <a:ext cx="2682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65084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3af1907ef808e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15" y="2103120"/>
            <a:ext cx="169468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7bfc7057b3b2c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e041e4b255d1e3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c78ed1ad0d5de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94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916206a62c8d4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51f9e7dda47d9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c2f375830fedea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9" name="Picture 8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1" name="Picture 10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8400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9" name="Picture 8" descr="7499f9d1d2ab2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140" y="2103120"/>
            <a:ext cx="2188464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7604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1" name="Picture 10" descr="dc00211af1d70f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347" y="2103120"/>
            <a:ext cx="1926335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12683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