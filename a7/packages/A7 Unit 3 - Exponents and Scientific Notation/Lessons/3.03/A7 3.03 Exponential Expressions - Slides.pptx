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6667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463040"/>
            <a:ext cx="469392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30581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1" name="Picture 10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330196"/>
            <a:ext cx="688848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8447" y="230581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1846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03804"/>
            <a:ext cx="1658112" cy="286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53110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6" name="Picture 15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14928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6667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0d08d420e081e8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463040"/>
            <a:ext cx="469392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14126" y="1440180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05812"/>
            <a:ext cx="10822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599" y="233019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08447" y="2305812"/>
            <a:ext cx="2879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9764" y="2305812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1846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03804"/>
            <a:ext cx="1658112" cy="286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596120" y="2918460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31108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9" name="Picture 18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14928"/>
            <a:ext cx="1112520" cy="289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88955" y="353110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51560" y="1993392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30561" y="2167128"/>
            <a:ext cx="18549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1" name="Picture 10" descr="2d268109f28c9a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390" y="1993392"/>
            <a:ext cx="3782568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43041" y="3316224"/>
            <a:ext cx="16211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3" name="Picture 12" descr="20e6fc4620e3ea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022" y="3072384"/>
            <a:ext cx="4791456" cy="944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355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057400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6440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26440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99592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995928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727448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686299"/>
            <a:ext cx="40781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b0973f9ba7881b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864" y="4738115"/>
            <a:ext cx="3118104" cy="3535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40968" y="4686299"/>
            <a:ext cx="10026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c3382604741c40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6485" y="4744211"/>
            <a:ext cx="326136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32621" y="4686299"/>
            <a:ext cx="296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9c240cefdf3b1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04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0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cfcc880844c57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6664" cy="804672"/>
          </a:xfrm>
          <a:prstGeom prst="rect">
            <a:avLst/>
          </a:prstGeom>
        </p:spPr>
      </p:pic>
      <p:pic>
        <p:nvPicPr>
          <p:cNvPr id="9" name="Picture 8" descr="4c8aa7fdd39a68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3041904" cy="804672"/>
          </a:xfrm>
          <a:prstGeom prst="rect">
            <a:avLst/>
          </a:prstGeom>
        </p:spPr>
      </p:pic>
      <p:pic>
        <p:nvPicPr>
          <p:cNvPr id="10" name="Picture 9" descr="8fb9fcec01a757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981199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3400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ecdab13571b725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636" y="2194560"/>
            <a:ext cx="1222248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d381195bd435c1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683" y="2194560"/>
            <a:ext cx="1216152" cy="1011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09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30d1cf39c0294a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2103120"/>
            <a:ext cx="2194560" cy="8808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86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8f14d1bdb840e7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404360" cy="880872"/>
          </a:xfrm>
          <a:prstGeom prst="rect">
            <a:avLst/>
          </a:prstGeom>
        </p:spPr>
      </p:pic>
      <p:pic>
        <p:nvPicPr>
          <p:cNvPr id="9" name="Picture 8" descr="d8954ab13f1548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75432"/>
            <a:ext cx="2798064" cy="701040"/>
          </a:xfrm>
          <a:prstGeom prst="rect">
            <a:avLst/>
          </a:prstGeom>
        </p:spPr>
      </p:pic>
      <p:pic>
        <p:nvPicPr>
          <p:cNvPr id="10" name="Picture 9" descr="c6322a59797434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250850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9194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274e6fec14c7e7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815" y="2194560"/>
            <a:ext cx="2151888" cy="109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86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e1a3a8f726b8bf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864" y="2194560"/>
            <a:ext cx="2145792" cy="10911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86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9" name="Picture 8" descr="ef1987aeb6be68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38527"/>
            <a:ext cx="268224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1172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1" name="Picture 10" descr="bd667566e598f5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3812" y="1940052"/>
            <a:ext cx="2682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62036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95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warehouse holds  </a:t>
            </a:r>
          </a:p>
        </p:txBody>
      </p:sp>
      <p:pic>
        <p:nvPicPr>
          <p:cNvPr id="9" name="Picture 8" descr="08d825ede09be2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948" y="1940052"/>
            <a:ext cx="271272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4220" y="1851660"/>
            <a:ext cx="1769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boxes in  </a:t>
            </a:r>
          </a:p>
        </p:txBody>
      </p:sp>
      <p:pic>
        <p:nvPicPr>
          <p:cNvPr id="11" name="Picture 10" descr="e32dba3262b932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860" y="1940052"/>
            <a:ext cx="2682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65084" y="1851660"/>
            <a:ext cx="2079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equal rows.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box weighs 3 kilograms.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boxes are in each row?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3af1907ef808e9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415" y="2103120"/>
            <a:ext cx="1694688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32948134bf5e35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7bfc7057b3b2cf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03120"/>
            <a:ext cx="1389888" cy="1185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5b85e638d34eb1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94560"/>
            <a:ext cx="1600200" cy="10149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e041e4b255d1e3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0659" y="2103120"/>
            <a:ext cx="1600200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85a5d92abe26b9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194560"/>
            <a:ext cx="2148840" cy="1100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234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89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875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c78ed1ad0d5ded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9387" y="2103120"/>
            <a:ext cx="2142744" cy="1094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36dd69d05a8fa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94560"/>
            <a:ext cx="201168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2900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953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811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916206a62c8d46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19" y="2103120"/>
            <a:ext cx="201168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37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03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89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51f9e7dda47d97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699" y="2103120"/>
            <a:ext cx="248412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a2077b17c7711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c2f375830fedea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5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6876" y="2369820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9" name="Picture 8" descr="8510a940fc605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616" y="2194560"/>
            <a:ext cx="218541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3032" y="2369820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1" name="Picture 10" descr="895c1949fc6ae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1775" y="2194560"/>
            <a:ext cx="1932432" cy="807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14207" y="236982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8400" y="2276856"/>
            <a:ext cx="28679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9" name="Picture 8" descr="7499f9d1d2ab2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9140" y="2103120"/>
            <a:ext cx="2188464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7604" y="2276856"/>
            <a:ext cx="29259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1" name="Picture 10" descr="dc00211af1d70f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347" y="2103120"/>
            <a:ext cx="1926335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12683" y="227685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821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61696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16964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10" name="Picture 9" descr="c3712374923f97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5760" y="1517904"/>
            <a:ext cx="795528" cy="655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3332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3244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13" name="Picture 12" descr="838223a6e608c3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760" y="2394204"/>
            <a:ext cx="1109472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0571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57144"/>
            <a:ext cx="31681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as one power.  </a:t>
            </a:r>
          </a:p>
        </p:txBody>
      </p:sp>
      <p:pic>
        <p:nvPicPr>
          <p:cNvPr id="16" name="Picture 15" descr="c3aa4635365ee7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5485" y="2950464"/>
            <a:ext cx="801624" cy="670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7810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81044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19" name="Picture 18" descr="f06c6a4d76a6bc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5760" y="3842004"/>
            <a:ext cx="1612392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455676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556760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22" name="Picture 21" descr="b0ae21ade1d55a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5760" y="4398264"/>
            <a:ext cx="1688592" cy="77419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5458968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458968"/>
            <a:ext cx="18414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Show that  </a:t>
            </a:r>
          </a:p>
        </p:txBody>
      </p:sp>
      <p:pic>
        <p:nvPicPr>
          <p:cNvPr id="25" name="Picture 24" descr="e88c5dabf2ca657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8795" y="5355336"/>
            <a:ext cx="975360" cy="6644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34155" y="5458968"/>
            <a:ext cx="10937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27" name="Picture 26" descr="f77131d9c4c0102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90750" y="5355336"/>
            <a:ext cx="469392" cy="66446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660142" y="5458968"/>
            <a:ext cx="3372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have the same value.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