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31620"/>
            <a:ext cx="41757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884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1" name="Picture 10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075688"/>
            <a:ext cx="463296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5750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3" name="Picture 12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2948940"/>
            <a:ext cx="26517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68106" y="285750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5" name="Picture 14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2944368"/>
            <a:ext cx="26517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873" y="285750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4330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8" name="Picture 17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49300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31620"/>
            <a:ext cx="417576" cy="274320"/>
          </a:xfrm>
          <a:prstGeom prst="rect">
            <a:avLst/>
          </a:prstGeom>
        </p:spPr>
      </p:pic>
      <p:pic>
        <p:nvPicPr>
          <p:cNvPr id="10" name="Picture 9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463040"/>
            <a:ext cx="17068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884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075688"/>
            <a:ext cx="463296" cy="603504"/>
          </a:xfrm>
          <a:prstGeom prst="rect">
            <a:avLst/>
          </a:prstGeom>
        </p:spPr>
      </p:pic>
      <p:pic>
        <p:nvPicPr>
          <p:cNvPr id="13" name="Picture 12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142744"/>
            <a:ext cx="27127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5750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5" name="Picture 14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2948940"/>
            <a:ext cx="26517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8106" y="285750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7" name="Picture 16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2944368"/>
            <a:ext cx="265176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873" y="285750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19" name="Picture 18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2944368"/>
            <a:ext cx="265176" cy="283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95301" y="285750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4330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2" name="Picture 21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493008"/>
            <a:ext cx="377952" cy="557784"/>
          </a:xfrm>
          <a:prstGeom prst="rect">
            <a:avLst/>
          </a:prstGeom>
        </p:spPr>
      </p:pic>
      <p:pic>
        <p:nvPicPr>
          <p:cNvPr id="23" name="Picture 22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49300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1993392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110740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168652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110740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2959608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080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2964180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959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18888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4709159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1993392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858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pic>
        <p:nvPicPr>
          <p:cNvPr id="9" name="Picture 8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pic>
        <p:nvPicPr>
          <p:cNvPr id="9" name="Picture 8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4735" y="4868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711412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1764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9" name="Picture 8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70688" cy="551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5707" y="1921764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737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584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3287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9" name="Picture 8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64592" cy="554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19611" y="1923287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0424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889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4" name="Picture 13" descr="7dd35ac51a0ee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9" name="Picture 8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1" name="Picture 10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9" name="Picture 8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1" name="Picture 10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