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Negative Exponent Law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rewrite a power with a negative exponent using a positive exponent, and evaluate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66672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9" name="Picture 8" descr="e6b67427858e96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463040"/>
            <a:ext cx="795528" cy="6644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305812"/>
            <a:ext cx="32555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Which is greater, </a:t>
            </a:r>
          </a:p>
        </p:txBody>
      </p:sp>
      <p:pic>
        <p:nvPicPr>
          <p:cNvPr id="11" name="Picture 10" descr="9a9a9137b9c717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923" y="2330196"/>
            <a:ext cx="688848" cy="408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81771" y="2305812"/>
            <a:ext cx="1242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or 5.5?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918460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4" name="Picture 13" descr="86c14b3a9138d0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031236"/>
            <a:ext cx="1136904" cy="2316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602736"/>
            <a:ext cx="43089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What is the reciprocal of </a:t>
            </a:r>
          </a:p>
        </p:txBody>
      </p:sp>
      <p:pic>
        <p:nvPicPr>
          <p:cNvPr id="16" name="Picture 15" descr="ef641fad4ba74c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325" y="3553968"/>
            <a:ext cx="170688" cy="5547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7013" y="3602736"/>
            <a:ext cx="38803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  What is the opposite of </a:t>
            </a:r>
          </a:p>
        </p:txBody>
      </p:sp>
      <p:pic>
        <p:nvPicPr>
          <p:cNvPr id="18" name="Picture 17" descr="ef641fad4ba74c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0242" y="3553968"/>
            <a:ext cx="170688" cy="5547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130930" y="3602736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66672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9" name="Picture 8" descr="e6b67427858e96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463040"/>
            <a:ext cx="795528" cy="6644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40262" y="1440180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305812"/>
            <a:ext cx="32555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Which is greater, </a:t>
            </a:r>
          </a:p>
        </p:txBody>
      </p:sp>
      <p:pic>
        <p:nvPicPr>
          <p:cNvPr id="12" name="Picture 11" descr="9a9a9137b9c717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923" y="2330196"/>
            <a:ext cx="688848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81771" y="2305812"/>
            <a:ext cx="1242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or 5.5?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5878" y="2305812"/>
            <a:ext cx="6518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5.5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918460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6" name="Picture 15" descr="86c14b3a9138d0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031236"/>
            <a:ext cx="1136904" cy="2316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74912" y="2918460"/>
            <a:ext cx="11302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x = −7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602736"/>
            <a:ext cx="43089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What is the reciprocal of </a:t>
            </a:r>
          </a:p>
        </p:txBody>
      </p:sp>
      <p:pic>
        <p:nvPicPr>
          <p:cNvPr id="19" name="Picture 18" descr="ef641fad4ba74c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325" y="3553968"/>
            <a:ext cx="170688" cy="5547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17013" y="3602736"/>
            <a:ext cx="38803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  What is the opposite of </a:t>
            </a:r>
          </a:p>
        </p:txBody>
      </p:sp>
      <p:pic>
        <p:nvPicPr>
          <p:cNvPr id="21" name="Picture 20" descr="ef641fad4ba74c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0242" y="3553968"/>
            <a:ext cx="170688" cy="55473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130930" y="3602736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pic>
        <p:nvPicPr>
          <p:cNvPr id="23" name="Picture 22" descr="c947c2e93b2d33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6040" y="4154424"/>
            <a:ext cx="170688" cy="55473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776728" y="4203192"/>
            <a:ext cx="11735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  and  </a:t>
            </a:r>
          </a:p>
        </p:txBody>
      </p:sp>
      <p:pic>
        <p:nvPicPr>
          <p:cNvPr id="25" name="Picture 24" descr="a339c6c78254d98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3149" y="4154424"/>
            <a:ext cx="377952" cy="5547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pattern keeps going past zero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1993392"/>
          <a:ext cx="1060704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Picture 10" descr="81375e471a1972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960" y="2990088"/>
            <a:ext cx="1316736" cy="734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18696" y="3128772"/>
            <a:ext cx="9885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</a:t>
            </a:r>
          </a:p>
        </p:txBody>
      </p:sp>
      <p:pic>
        <p:nvPicPr>
          <p:cNvPr id="13" name="Picture 12" descr="e662eafaba09aa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120" y="2990088"/>
            <a:ext cx="1969008" cy="7345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39128" y="3128772"/>
            <a:ext cx="9885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</a:t>
            </a:r>
          </a:p>
        </p:txBody>
      </p:sp>
      <p:pic>
        <p:nvPicPr>
          <p:cNvPr id="15" name="Picture 14" descr="97a68c5b0d6f07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551" y="2990088"/>
            <a:ext cx="1969008" cy="7345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The negative exponent law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db26dd1c4f0616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725" y="1993392"/>
            <a:ext cx="1362456" cy="673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70181" y="2101596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d3322f317e3cda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173" y="1993392"/>
            <a:ext cx="1395984" cy="673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12157" y="2101596"/>
            <a:ext cx="12996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(</a:t>
            </a:r>
          </a:p>
        </p:txBody>
      </p:sp>
      <p:pic>
        <p:nvPicPr>
          <p:cNvPr id="14" name="Picture 13" descr="6a9975e145b437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679" y="2161032"/>
            <a:ext cx="789432" cy="3383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64111" y="2101596"/>
            <a:ext cx="3268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pic>
        <p:nvPicPr>
          <p:cNvPr id="16" name="Picture 15" descr="01a1e8399ce2f91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7114" y="2941320"/>
            <a:ext cx="2170176" cy="7406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67290" y="3083052"/>
            <a:ext cx="19223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but      </a:t>
            </a:r>
          </a:p>
        </p:txBody>
      </p:sp>
      <p:pic>
        <p:nvPicPr>
          <p:cNvPr id="18" name="Picture 17" descr="4d0780cba10826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2483" y="3140964"/>
            <a:ext cx="1682496" cy="3413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134979" y="3083052"/>
            <a:ext cx="1987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and      </a:t>
            </a:r>
          </a:p>
        </p:txBody>
      </p:sp>
      <p:pic>
        <p:nvPicPr>
          <p:cNvPr id="20" name="Picture 19" descr="06d6b57bc03862b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4957" y="3108960"/>
            <a:ext cx="1679448" cy="4053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87552" y="402031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 negative exponent means reciprocal. It never means a negative value.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908804"/>
            <a:ext cx="44334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The base keeps its own sign:  </a:t>
            </a:r>
          </a:p>
        </p:txBody>
      </p:sp>
      <p:pic>
        <p:nvPicPr>
          <p:cNvPr id="23" name="Picture 22" descr="6487353c74996e1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3880" y="4733544"/>
            <a:ext cx="4267200" cy="807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The laws still work with negative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5f5217f7eb4021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219" y="1993392"/>
            <a:ext cx="4831080" cy="7528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38293" y="2997708"/>
            <a:ext cx="11244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or      </a:t>
            </a:r>
          </a:p>
        </p:txBody>
      </p:sp>
      <p:pic>
        <p:nvPicPr>
          <p:cNvPr id="12" name="Picture 11" descr="9ad19008f4436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546" y="3052572"/>
            <a:ext cx="4297680" cy="347472"/>
          </a:xfrm>
          <a:prstGeom prst="rect">
            <a:avLst/>
          </a:prstGeom>
        </p:spPr>
      </p:pic>
      <p:pic>
        <p:nvPicPr>
          <p:cNvPr id="13" name="Picture 12" descr="986b589c42d285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9955" y="3706368"/>
            <a:ext cx="3721608" cy="822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867656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Add, subtract and multiply exponents exactly as before — the exponents are just integers now.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8" name="Picture 7" descr="55e053ce9247b8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772" y="2103120"/>
            <a:ext cx="569976" cy="8168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2290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Rewrite with positive exponents, then find the value.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8" name="Picture 7" descr="86e883f301281d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380744" cy="816864"/>
          </a:xfrm>
          <a:prstGeom prst="rect">
            <a:avLst/>
          </a:prstGeom>
        </p:spPr>
      </p:pic>
      <p:pic>
        <p:nvPicPr>
          <p:cNvPr id="9" name="Picture 8" descr="bdb5dbd5190fc4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11423"/>
            <a:ext cx="2764536" cy="804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81/8 = 10.125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8" name="Picture 7" descr="04c00c9d3a9d24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667" y="2194560"/>
            <a:ext cx="710184" cy="1021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718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Rewrite with positive exponents, then find the value.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8" name="Picture 7" descr="395fcf61f0d867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16" y="2194560"/>
            <a:ext cx="704088" cy="10149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712463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Rewrite with positive exponents, then find the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464515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1" name="Picture 10" descr="f8b652a33b6da2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340" y="4480560"/>
            <a:ext cx="259080" cy="8778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8" name="Picture 7" descr="4ffd0e25f89e0e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772" y="2103120"/>
            <a:ext cx="569976" cy="807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13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8" name="Picture 7" descr="8b0ea9280595c6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929128" cy="804672"/>
          </a:xfrm>
          <a:prstGeom prst="rect">
            <a:avLst/>
          </a:prstGeom>
        </p:spPr>
      </p:pic>
      <p:pic>
        <p:nvPicPr>
          <p:cNvPr id="9" name="Picture 8" descr="a0522eb547e4ba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99232"/>
            <a:ext cx="2368296" cy="804672"/>
          </a:xfrm>
          <a:prstGeom prst="rect">
            <a:avLst/>
          </a:prstGeom>
        </p:spPr>
      </p:pic>
      <p:pic>
        <p:nvPicPr>
          <p:cNvPr id="10" name="Picture 9" descr="f5e46e308b616f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78224"/>
            <a:ext cx="1530096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8828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2,401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8" name="Picture 7" descr="3d867da8578334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767" y="2194560"/>
            <a:ext cx="1395984" cy="1188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886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8" name="Picture 7" descr="bd647a6f29dfd2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291" y="2194560"/>
            <a:ext cx="1392936" cy="11856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883151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Find the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0513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8" name="Picture 7" descr="2d36713d8b0595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292" y="2194560"/>
            <a:ext cx="630936" cy="426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8" name="Picture 7" descr="745cde1f9722bf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243" y="2103120"/>
            <a:ext cx="637032" cy="426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87468" y="485546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ae3379378f6437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708" y="4663440"/>
            <a:ext cx="466344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sheet of paper 30 centimeters long is folded in half 7 times.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Each fold makes the top layer half as big.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What fraction of the whole sheet is the top layer after 7 folds?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sheet of paper 30 centimeters long is folded in half 7 times.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Each fold makes the top layer half as big.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What fraction of the whole sheet is the top layer after 7 folds?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8116" y="481888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b025bbe2352d11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356" y="4663440"/>
            <a:ext cx="765048" cy="8595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8" name="Picture 7" descr="229e5926a19b9f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176" y="2194560"/>
            <a:ext cx="963167" cy="9326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8" name="Picture 7" descr="8f039f30161276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699" y="2103120"/>
            <a:ext cx="960120" cy="9326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8" name="Picture 7" descr="c242b51e1e2a08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867" y="2194560"/>
            <a:ext cx="1319784" cy="512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8" name="Picture 7" descr="79a5e9e1457730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820" y="2103120"/>
            <a:ext cx="1325880" cy="5151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32603" y="481888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ec4ffcbfe2b298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844" y="4663440"/>
            <a:ext cx="576072" cy="85953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8" name="Picture 7" descr="2f69500044ec6e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575" y="2194560"/>
            <a:ext cx="658368" cy="4328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5597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222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222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080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080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1393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8" name="Picture 7" descr="0b09890174e136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052" y="2103120"/>
            <a:ext cx="661416" cy="429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B.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1/25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 — 1/25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8" name="Picture 7" descr="9e50adf1c83696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244" y="2194560"/>
            <a:ext cx="1399032" cy="429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529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1088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8" name="Picture 7" descr="c950f888df2a10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244" y="2103120"/>
            <a:ext cx="1399032" cy="429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6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6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8" name="Picture 7" descr="e37e6585587b73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148" y="2194560"/>
            <a:ext cx="1411224" cy="4328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8" name="Picture 7" descr="3a37a698b11c2b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148" y="2103120"/>
            <a:ext cx="1411224" cy="426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8" name="Picture 7" descr="d5e2dc9bfa32df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667" y="2194560"/>
            <a:ext cx="710184" cy="1027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8" name="Picture 7" descr="4d44fa8d60938d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16" y="2103120"/>
            <a:ext cx="704088" cy="1027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87468" y="486003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0" name="Picture 9" descr="f17cb56101b516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708" y="4663440"/>
            <a:ext cx="466344" cy="94183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1600" y="2171700"/>
            <a:ext cx="40348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Ellen says the value of  </a:t>
            </a:r>
          </a:p>
        </p:txBody>
      </p:sp>
      <p:pic>
        <p:nvPicPr>
          <p:cNvPr id="9" name="Picture 8" descr="b9af177cb680bc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327" y="2229612"/>
            <a:ext cx="527304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76631" y="2171700"/>
            <a:ext cx="15704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 −25.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she is wrong, and show the correct value.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0076" y="2080260"/>
            <a:ext cx="40348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Ellen says the value of  </a:t>
            </a:r>
          </a:p>
        </p:txBody>
      </p:sp>
      <p:pic>
        <p:nvPicPr>
          <p:cNvPr id="9" name="Picture 8" descr="04a54a40cd0eb4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803" y="2138171"/>
            <a:ext cx="530352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78155" y="2080260"/>
            <a:ext cx="15704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 −25.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she is wrong, and show the correct value.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1/5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1/25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5044"/>
            <a:ext cx="75817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Rewrite with a positive exponent. Do not evaluate.  </a:t>
            </a:r>
          </a:p>
        </p:txBody>
      </p:sp>
      <p:pic>
        <p:nvPicPr>
          <p:cNvPr id="10" name="Picture 9" descr="461f8cd1ec532b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9023" y="1583436"/>
            <a:ext cx="426720" cy="280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89403"/>
            <a:ext cx="25484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Find the value.  </a:t>
            </a:r>
          </a:p>
        </p:txBody>
      </p:sp>
      <p:pic>
        <p:nvPicPr>
          <p:cNvPr id="13" name="Picture 12" descr="dfc1ef41644049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760" y="2176271"/>
            <a:ext cx="423672" cy="283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683763"/>
            <a:ext cx="25484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Find the value.  </a:t>
            </a:r>
          </a:p>
        </p:txBody>
      </p:sp>
      <p:pic>
        <p:nvPicPr>
          <p:cNvPr id="16" name="Picture 15" descr="e54deab6934343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5760" y="2744723"/>
            <a:ext cx="868680" cy="335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3375659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375659"/>
            <a:ext cx="25484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Find the value.  </a:t>
            </a:r>
          </a:p>
        </p:txBody>
      </p:sp>
      <p:pic>
        <p:nvPicPr>
          <p:cNvPr id="19" name="Picture 18" descr="15c9666cbba8ef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5760" y="3300983"/>
            <a:ext cx="627888" cy="60655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0120" y="4067555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067555"/>
            <a:ext cx="25484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Find the value.  </a:t>
            </a:r>
          </a:p>
        </p:txBody>
      </p:sp>
      <p:pic>
        <p:nvPicPr>
          <p:cNvPr id="22" name="Picture 21" descr="cf4e0187a56e963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5760" y="4155947"/>
            <a:ext cx="911352" cy="28041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120" y="4735067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0B5394"/>
                </a:solidFill>
                <a:latin typeface="Century Schoolbook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735067"/>
            <a:ext cx="27202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25" name="Picture 24" descr="0afe177f69dd5e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7611" y="4888992"/>
            <a:ext cx="155448" cy="1493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93059" y="4735067"/>
            <a:ext cx="468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.  </a:t>
            </a:r>
          </a:p>
        </p:txBody>
      </p:sp>
      <p:pic>
        <p:nvPicPr>
          <p:cNvPr id="27" name="Picture 26" descr="cd419a222e900c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4460" y="4684776"/>
            <a:ext cx="947928" cy="55778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Understanding negative exponents — YBB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powers with negative exponents — WGS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