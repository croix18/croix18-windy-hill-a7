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795528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30581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1" name="Picture 10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330196"/>
            <a:ext cx="688848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681771" y="230581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31236"/>
            <a:ext cx="1136904" cy="231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0273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6" name="Picture 15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553968"/>
            <a:ext cx="170688" cy="5547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17013" y="360273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8" name="Picture 17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553968"/>
            <a:ext cx="170688" cy="5547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30930" y="360273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56667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9" name="Picture 8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463040"/>
            <a:ext cx="795528" cy="664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40262" y="144018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0581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33019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30581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5878" y="230581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1846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31236"/>
            <a:ext cx="1136904" cy="2316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74912" y="291846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0273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55396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217013" y="360273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1" name="Picture 20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553968"/>
            <a:ext cx="170688" cy="55473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130930" y="360273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3" name="Picture 22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154424"/>
            <a:ext cx="170688" cy="5547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776728" y="420319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5" name="Picture 24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15442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" y="1993392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1375e471a197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960" y="2990088"/>
            <a:ext cx="1316736" cy="73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18696" y="3128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3" name="Picture 12" descr="e662eafaba09a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20" y="2990088"/>
            <a:ext cx="1969008" cy="734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39128" y="3128772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5" name="Picture 14" descr="97a68c5b0d6f0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551" y="2990088"/>
            <a:ext cx="1969008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26dd1c4f061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725" y="1993392"/>
            <a:ext cx="136245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0181" y="210159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3322f317e3cda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173" y="1993392"/>
            <a:ext cx="13959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12157" y="2101596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679" y="2161032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4111" y="2101596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1a1e8399ce2f9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114" y="2941320"/>
            <a:ext cx="2170176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67290" y="3083052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4d0780cba10826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483" y="3140964"/>
            <a:ext cx="1682496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4979" y="3083052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06d6b57bc03862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957" y="3108960"/>
            <a:ext cx="1679448" cy="4053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0203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4908804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6487353c74996e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4733544"/>
            <a:ext cx="4267200" cy="807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f5217f7eb4021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19" y="1993392"/>
            <a:ext cx="4831080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8293" y="2997708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9ad19008f4436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546" y="3052572"/>
            <a:ext cx="4297680" cy="347472"/>
          </a:xfrm>
          <a:prstGeom prst="rect">
            <a:avLst/>
          </a:prstGeom>
        </p:spPr>
      </p:pic>
      <p:pic>
        <p:nvPicPr>
          <p:cNvPr id="13" name="Picture 12" descr="986b589c42d2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5" y="3706368"/>
            <a:ext cx="3721608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6765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6e883f301281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80744" cy="816864"/>
          </a:xfrm>
          <a:prstGeom prst="rect">
            <a:avLst/>
          </a:prstGeom>
        </p:spPr>
      </p:pic>
      <p:pic>
        <p:nvPicPr>
          <p:cNvPr id="9" name="Picture 8" descr="bdb5dbd5190fc4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2764536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395fcf61f0d86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94560"/>
            <a:ext cx="704088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246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8b0ea9280595c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9128" cy="804672"/>
          </a:xfrm>
          <a:prstGeom prst="rect">
            <a:avLst/>
          </a:prstGeom>
        </p:spPr>
      </p:pic>
      <p:pic>
        <p:nvPicPr>
          <p:cNvPr id="9" name="Picture 8" descr="a0522eb547e4ba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68296" cy="804672"/>
          </a:xfrm>
          <a:prstGeom prst="rect">
            <a:avLst/>
          </a:prstGeom>
        </p:spPr>
      </p:pic>
      <p:pic>
        <p:nvPicPr>
          <p:cNvPr id="10" name="Picture 9" descr="f5e46e308b616f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86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bd647a6f29dfd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88315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051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745cde1f9722b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243" y="2103120"/>
            <a:ext cx="637032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8116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025bbe2352d1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356" y="4663440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8f039f30161276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9326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79a5e9e1457730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0b09890174e136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c950f888df2a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3a37a698b11c2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4d44fa8d60938d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03120"/>
            <a:ext cx="704088" cy="10271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9" name="Picture 8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0076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9" name="Picture 8" descr="04a54a40cd0eb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803" y="2138171"/>
            <a:ext cx="53035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78155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