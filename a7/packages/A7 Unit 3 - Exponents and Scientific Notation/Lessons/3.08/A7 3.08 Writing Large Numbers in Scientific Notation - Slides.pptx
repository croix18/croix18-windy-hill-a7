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from 26,000,000. to 2.6 is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5114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f1a9295d4f9c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253" y="2231136"/>
            <a:ext cx="14112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747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a611148313ce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919" y="2232660"/>
            <a:ext cx="135331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60231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511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1771eb862b5375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253" y="2138171"/>
            <a:ext cx="14112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7477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ee586f35845cd3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919" y="2141219"/>
            <a:ext cx="135331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6023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96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828e2ca31e32a7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816" y="2961132"/>
            <a:ext cx="148437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09696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ebbf9fd4a713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967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1f2c0dea7d4e8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560" y="3918203"/>
            <a:ext cx="210312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50,000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538" y="2171700"/>
            <a:ext cx="51377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70,000,000  as  </a:t>
            </a:r>
          </a:p>
        </p:txBody>
      </p:sp>
      <p:pic>
        <p:nvPicPr>
          <p:cNvPr id="9" name="Picture 8" descr="53cf5421affa4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163" y="2231136"/>
            <a:ext cx="132283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7995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70,000,000?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538" y="2080260"/>
            <a:ext cx="51377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70,000,000  as  </a:t>
            </a:r>
          </a:p>
        </p:txBody>
      </p:sp>
      <p:pic>
        <p:nvPicPr>
          <p:cNvPr id="9" name="Picture 8" descr="9e4c84b90592d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163" y="2138171"/>
            <a:ext cx="132283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7995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70,000,000? Is it scientific notation? Explain.</a:t>
            </a:r>
          </a:p>
        </p:txBody>
      </p:sp>
      <p:pic>
        <p:nvPicPr>
          <p:cNvPr id="12" name="Picture 11" descr="d769b2a64e8c73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813" y="3430524"/>
            <a:ext cx="2868168" cy="316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1981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949" y="3863339"/>
            <a:ext cx="9520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70 is not.</a:t>
            </a:r>
          </a:p>
        </p:txBody>
      </p:sp>
      <p:pic>
        <p:nvPicPr>
          <p:cNvPr id="15" name="Picture 14" descr="db40a7b92f09ec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813" y="4439412"/>
            <a:ext cx="2685288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70 is not less than 10.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88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7.4E8.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