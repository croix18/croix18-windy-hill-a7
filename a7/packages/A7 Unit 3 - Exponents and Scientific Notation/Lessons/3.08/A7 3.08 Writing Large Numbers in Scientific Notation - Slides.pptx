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Writing Large Numbers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write a large number in scientific notation, read one back into standard form, and find how many times larger one number is than another.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9" name="Picture 8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530096"/>
            <a:ext cx="585216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1" name="Picture 10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113788"/>
            <a:ext cx="774192" cy="335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2689860"/>
            <a:ext cx="85344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27812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67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exponent:  </a:t>
            </a:r>
          </a:p>
        </p:txBody>
      </p:sp>
      <p:pic>
        <p:nvPicPr>
          <p:cNvPr id="9" name="Picture 8" descr="1f7555b99367d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53" y="1530096"/>
            <a:ext cx="585216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2209" y="1440180"/>
            <a:ext cx="7698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4/x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1a29715e972685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113788"/>
            <a:ext cx="774192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5131" y="2052828"/>
            <a:ext cx="2426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2300" b="1" i="0">
                <a:solidFill>
                  <a:srgbClr val="9E1B32"/>
                </a:solidFill>
                <a:latin typeface="Century Schoolbook"/>
              </a:rPr>
              <a:t> = 1,000,000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dcb33f053a4bb3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2689860"/>
            <a:ext cx="853440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4379" y="266547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278124"/>
            <a:ext cx="59976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In 4,500,000, which place is the 4 in?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3604" y="3278124"/>
            <a:ext cx="15117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millions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Powers of ten name the places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142999" y="1993392"/>
          <a:ext cx="987552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1,000,000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305409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exponent counts the zeros — and names the place of the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Scientific 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a362daa5aca8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840" y="2055876"/>
            <a:ext cx="1124712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73552" y="1970532"/>
            <a:ext cx="15248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with   </a:t>
            </a:r>
          </a:p>
        </p:txBody>
      </p:sp>
      <p:pic>
        <p:nvPicPr>
          <p:cNvPr id="12" name="Picture 11" descr="24588923a2e411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47" y="2040636"/>
            <a:ext cx="1551432" cy="316992"/>
          </a:xfrm>
          <a:prstGeom prst="rect">
            <a:avLst/>
          </a:prstGeom>
        </p:spPr>
      </p:pic>
      <p:pic>
        <p:nvPicPr>
          <p:cNvPr id="13" name="Picture 12" descr="8e6cc14ac5e461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388" y="2683764"/>
            <a:ext cx="3136392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04780" y="265633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5" name="Picture 14" descr="067fcc93f2b9d5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771" y="2689860"/>
            <a:ext cx="3642360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4290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coefficient is at least 1 and less than 10: one nonzero digit before the decimal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63600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exponent is how many places the decimal point moves: 26,000,000. → 2.6, seven places, so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7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How many times larger?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8462689543fb1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20" y="2001012"/>
            <a:ext cx="2103120" cy="810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0440" y="21777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23b76398c3e7ac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431" y="1993392"/>
            <a:ext cx="3477768" cy="826008"/>
          </a:xfrm>
          <a:prstGeom prst="rect">
            <a:avLst/>
          </a:prstGeom>
        </p:spPr>
      </p:pic>
      <p:pic>
        <p:nvPicPr>
          <p:cNvPr id="13" name="Picture 12" descr="a006e1f5dbf8305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316" y="3093720"/>
            <a:ext cx="4056888" cy="826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2580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Divide the powers of 10. Multiply the two results.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98957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On a screen, 8.4E6 means 8.4 × 10</a:t>
            </a:r>
            <a:r>
              <a:rPr sz="2300" b="0" i="0" baseline="30000">
                <a:solidFill>
                  <a:srgbClr val="1A1A1A"/>
                </a:solidFill>
                <a:latin typeface="Century Schoolbook"/>
              </a:rPr>
              <a:t>6</a:t>
            </a:r>
            <a:r>
              <a:rPr sz="23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In 2018, funding for education in Florida totaled 30,100,000,000 dollars.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058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Express this value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8" name="Picture 7" descr="c33cd55185211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03064" cy="399288"/>
          </a:xfrm>
          <a:prstGeom prst="rect">
            <a:avLst/>
          </a:prstGeom>
        </p:spPr>
      </p:pic>
      <p:pic>
        <p:nvPicPr>
          <p:cNvPr id="9" name="Picture 8" descr="826a198efbf96e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3848"/>
            <a:ext cx="654405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 painting sold for 110,500,000 dollars.  Write this value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1.105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8167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4dc6640317f68a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072" y="2133599"/>
            <a:ext cx="1405128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4200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a7f651d263392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252" y="2136648"/>
            <a:ext cx="1414272" cy="3444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47524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8" name="Picture 7" descr="ea7fbd33ef479e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438656" cy="691896"/>
          </a:xfrm>
          <a:prstGeom prst="rect">
            <a:avLst/>
          </a:prstGeom>
        </p:spPr>
      </p:pic>
      <p:pic>
        <p:nvPicPr>
          <p:cNvPr id="9" name="Picture 8" descr="ecf3b7ddda2003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2386584" cy="807720"/>
          </a:xfrm>
          <a:prstGeom prst="rect">
            <a:avLst/>
          </a:prstGeom>
        </p:spPr>
      </p:pic>
      <p:pic>
        <p:nvPicPr>
          <p:cNvPr id="10" name="Picture 9" descr="8a1e664f4b4116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68496"/>
            <a:ext cx="2026920" cy="289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152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15 times larger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4952" y="2185415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9" name="Picture 8" descr="b3b23388699e71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24165" y="2945892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1" name="Picture 10" descr="33ace73c84f9a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3512"/>
            <a:ext cx="1734312" cy="44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715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4952" y="2186940"/>
            <a:ext cx="3923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Everglades alligators:  </a:t>
            </a:r>
          </a:p>
        </p:txBody>
      </p:sp>
      <p:pic>
        <p:nvPicPr>
          <p:cNvPr id="9" name="Picture 8" descr="9213e17c268194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775" y="2194560"/>
            <a:ext cx="1764792" cy="44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24165" y="2948940"/>
            <a:ext cx="33160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Florida alligators:  </a:t>
            </a:r>
          </a:p>
        </p:txBody>
      </p:sp>
      <p:pic>
        <p:nvPicPr>
          <p:cNvPr id="11" name="Picture 10" descr="c0aa154a2b895b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42" y="2956560"/>
            <a:ext cx="1734312" cy="441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718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About how many times larger is the Florida number?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about 7.5 times larger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 4,000,000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0641" y="217170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9" name="Picture 8" descr="5f1494d210188d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522" y="2225040"/>
            <a:ext cx="142951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34034" y="217170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2165" y="2080260"/>
            <a:ext cx="13110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Write  </a:t>
            </a:r>
          </a:p>
        </p:txBody>
      </p:sp>
      <p:pic>
        <p:nvPicPr>
          <p:cNvPr id="9" name="Picture 8" descr="52d884c0ec37c9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046" y="2132076"/>
            <a:ext cx="142646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32510" y="2080260"/>
            <a:ext cx="32340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in standard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72,000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stadium's renovation used  356,000  bolts.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stadium seats 71,000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Write the number of bolts in scientific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496" y="217170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9" name="Picture 8" descr="1ab45d017fce8a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223516"/>
            <a:ext cx="141122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6622" y="217170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1" name="Picture 10" descr="d99a9851995ad5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308" y="2223516"/>
            <a:ext cx="1389888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29196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496" y="2080260"/>
            <a:ext cx="3166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Which is greater,  </a:t>
            </a:r>
          </a:p>
        </p:txBody>
      </p:sp>
      <p:pic>
        <p:nvPicPr>
          <p:cNvPr id="9" name="Picture 8" descr="78380355eb5e9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98" y="2132076"/>
            <a:ext cx="1414272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9670" y="2080260"/>
            <a:ext cx="9298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or  </a:t>
            </a:r>
          </a:p>
        </p:txBody>
      </p:sp>
      <p:pic>
        <p:nvPicPr>
          <p:cNvPr id="11" name="Picture 10" descr="7abd88142838d7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356" y="2132076"/>
            <a:ext cx="138684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291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 52,000,000  written in scientific notation?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5.2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5.2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9919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cb3383a0ac489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24" y="2225040"/>
            <a:ext cx="110947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0296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136c380adf2acf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348" y="2223516"/>
            <a:ext cx="1106424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45772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6576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8395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f5c1556a2a400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300" y="2133599"/>
            <a:ext cx="1109472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877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e6a3bddbc4c7d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824" y="2132076"/>
            <a:ext cx="1109472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47296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803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6616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1,000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9023" y="217170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9dfa88f60f7695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928" y="2223516"/>
            <a:ext cx="141122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1152" y="217170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441501d81b57e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225040"/>
            <a:ext cx="142646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56668" y="217170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2071" y="2080260"/>
            <a:ext cx="4558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times larger is  </a:t>
            </a:r>
          </a:p>
        </p:txBody>
      </p:sp>
      <p:pic>
        <p:nvPicPr>
          <p:cNvPr id="9" name="Picture 8" descr="f4de1fd42bbb2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76" y="2132076"/>
            <a:ext cx="1408176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11152" y="2080260"/>
            <a:ext cx="1356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1" name="Picture 10" descr="f8ac844b491820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204" y="2132076"/>
            <a:ext cx="1423416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53620" y="20802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94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computer displays a number as  3.5E9.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79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number in standard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3,500,000,000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4026" y="217170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9" name="Picture 8" descr="8eae714437c97e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417" y="2223516"/>
            <a:ext cx="1310640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97057" y="217170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2502" y="2080260"/>
            <a:ext cx="50295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Marcus writes  2,000,000  as  </a:t>
            </a:r>
          </a:p>
        </p:txBody>
      </p:sp>
      <p:pic>
        <p:nvPicPr>
          <p:cNvPr id="9" name="Picture 8" descr="b1be6639231b1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893" y="2132076"/>
            <a:ext cx="1313688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9858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Is his expression equal to 2,000,000? Is it scientific notation? Explain.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Equal, yes. Scientific notation, no: 20 is not less than 10.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8 — Writing Large Numbers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Convert between standard and scientific notation: large numbers — 2AL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Compare large numbers — WEZ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Powers of ten — LJQ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