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932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1" name="Picture 10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304800" cy="6644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1846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3" name="Picture 12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942844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53019" y="291846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31108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6" name="Picture 15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653028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501140"/>
            <a:ext cx="1267968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12702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9320"/>
            <a:ext cx="37048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9d90cf2f49ecc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2165" y="2075688"/>
            <a:ext cx="304800" cy="664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5605" y="2052828"/>
            <a:ext cx="121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18460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5" name="Picture 14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942844"/>
            <a:ext cx="688848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153019" y="2918460"/>
            <a:ext cx="5733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8069" y="2918460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531108"/>
            <a:ext cx="4347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9" name="Picture 18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5028" y="3653028"/>
            <a:ext cx="1499616" cy="213360"/>
          </a:xfrm>
          <a:prstGeom prst="rect">
            <a:avLst/>
          </a:prstGeom>
        </p:spPr>
      </p:pic>
      <p:pic>
        <p:nvPicPr>
          <p:cNvPr id="20" name="Picture 19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3284" y="3589020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f4dc7bb52f349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024" y="1993392"/>
            <a:ext cx="4245864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49888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4bb1e456c94b13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5879" y="2043684"/>
            <a:ext cx="2261616" cy="310896"/>
          </a:xfrm>
          <a:prstGeom prst="rect">
            <a:avLst/>
          </a:prstGeom>
        </p:spPr>
      </p:pic>
      <p:pic>
        <p:nvPicPr>
          <p:cNvPr id="13" name="Picture 12" descr="a285865d99a08fc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2679192"/>
            <a:ext cx="5041392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125468"/>
            <a:ext cx="5144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6" name="Picture 15" descr="2a950411e1004b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4632" y="4142232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e72c58bfa2a9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864" y="1993392"/>
            <a:ext cx="4227576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75440" y="1970532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6f2fe1277a80f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1431" y="2025396"/>
            <a:ext cx="1792224" cy="347472"/>
          </a:xfrm>
          <a:prstGeom prst="rect">
            <a:avLst/>
          </a:prstGeom>
        </p:spPr>
      </p:pic>
      <p:pic>
        <p:nvPicPr>
          <p:cNvPr id="13" name="Picture 12" descr="783225cb699ff8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9224" y="2679192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26928" y="26624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1389c559d7859ca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919" y="2679192"/>
            <a:ext cx="3389376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44119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3942cbc98c315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6152" y="1993392"/>
            <a:ext cx="4270248" cy="8046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36400" y="216712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0de12726cf0d0d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391" y="2058924"/>
            <a:ext cx="1712976" cy="673608"/>
          </a:xfrm>
          <a:prstGeom prst="rect">
            <a:avLst/>
          </a:prstGeom>
        </p:spPr>
      </p:pic>
      <p:pic>
        <p:nvPicPr>
          <p:cNvPr id="13" name="Picture 12" descr="56477ae8447c46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0700" y="3072384"/>
            <a:ext cx="1801368" cy="810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42068" y="32491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7b39cdb0ef566bc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8059" y="3073907"/>
            <a:ext cx="3032760" cy="807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2148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de63dedae86b58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pic>
        <p:nvPicPr>
          <p:cNvPr id="9" name="Picture 8" descr="2f53120bf9dfff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28700badd3bdf0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9dec83acdd34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890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960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d5a2c92467f9be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41320" cy="411480"/>
          </a:xfrm>
          <a:prstGeom prst="rect">
            <a:avLst/>
          </a:prstGeom>
        </p:spPr>
      </p:pic>
      <p:pic>
        <p:nvPicPr>
          <p:cNvPr id="9" name="Picture 8" descr="8affb1101a179d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554126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c61e723e73851e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13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192ab9962e6dc8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107" y="2194560"/>
            <a:ext cx="1289304" cy="12131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91058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325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0123ea625216e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8" name="Picture 7" descr="00e7a99be8e12d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2891" y="2103120"/>
            <a:ext cx="935736" cy="5242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9" name="Picture 8" descr="1df02a95485ce3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2" name="Picture 11" descr="84641c90e2ee91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59740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0837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313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cube has edges  </a:t>
            </a:r>
          </a:p>
        </p:txBody>
      </p:sp>
      <p:pic>
        <p:nvPicPr>
          <p:cNvPr id="9" name="Picture 8" descr="a28e2ea3731f9d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8651" y="1941575"/>
            <a:ext cx="4236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52323" y="1851660"/>
            <a:ext cx="295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30661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2" name="Picture 11" descr="627f906189b40b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429" y="2554224"/>
            <a:ext cx="600456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63885" y="2464308"/>
            <a:ext cx="3331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volume of the cube, in cubic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7551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663440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0518fcef0388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7928" y="2103120"/>
            <a:ext cx="2645664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b63f3b3a75f7bb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152" y="2103120"/>
            <a:ext cx="134721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a9b3bfaec72a6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7" y="2194560"/>
            <a:ext cx="969264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35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014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8721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57f74e63f18b45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03120"/>
            <a:ext cx="966216" cy="1011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4365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099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9577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85c3b95db630c6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6692" y="2194560"/>
            <a:ext cx="1088136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b4ec42ed5af64d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215" y="2103120"/>
            <a:ext cx="108508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17170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30886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17170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4343" y="2080260"/>
            <a:ext cx="30475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9" name="Picture 8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716" y="2217420"/>
            <a:ext cx="19202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6740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1" name="Picture 10" descr="9b873771204705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7268" y="2176272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9" name="Picture 8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5333" y="2194560"/>
            <a:ext cx="1335024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0357" y="2176272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1" name="Picture 10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35" y="2225040"/>
            <a:ext cx="5364480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93815" y="21762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0629" y="287273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4" name="Picture 13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159" y="2889503"/>
            <a:ext cx="1603248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1407" y="287273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5744" y="2084831"/>
            <a:ext cx="2615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9" name="Picture 8" descr="c182d5e9af3001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809" y="2103120"/>
            <a:ext cx="1338072" cy="420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11881" y="2084831"/>
            <a:ext cx="956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1" name="Picture 10" descr="633192d31288b5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859" y="2133599"/>
            <a:ext cx="5364480" cy="3596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95339" y="2084831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105" y="2781299"/>
            <a:ext cx="35346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4" name="Picture 13" descr="9c1cc680a1f0e7b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635" y="2798063"/>
            <a:ext cx="1606296" cy="4236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32931" y="2781299"/>
            <a:ext cx="4436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81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one power.  </a:t>
            </a:r>
          </a:p>
        </p:txBody>
      </p:sp>
      <p:pic>
        <p:nvPicPr>
          <p:cNvPr id="10" name="Picture 9" descr="f0610eb2352664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485" y="1584959"/>
            <a:ext cx="77114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4364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a single monomial.  </a:t>
            </a:r>
          </a:p>
        </p:txBody>
      </p:sp>
      <p:pic>
        <p:nvPicPr>
          <p:cNvPr id="13" name="Picture 12" descr="f4d6cfbb8675d9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1658" y="2150363"/>
            <a:ext cx="633984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4364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a single monomial.  </a:t>
            </a:r>
          </a:p>
        </p:txBody>
      </p:sp>
      <p:pic>
        <p:nvPicPr>
          <p:cNvPr id="16" name="Picture 15" descr="620cb7f114546a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658" y="2741675"/>
            <a:ext cx="78638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4364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a single monomial.  </a:t>
            </a:r>
          </a:p>
        </p:txBody>
      </p:sp>
      <p:pic>
        <p:nvPicPr>
          <p:cNvPr id="19" name="Picture 18" descr="c3a1d706675437f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1658" y="3339083"/>
            <a:ext cx="1517904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9974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97451"/>
            <a:ext cx="43643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a single monomial.  </a:t>
            </a:r>
          </a:p>
        </p:txBody>
      </p:sp>
      <p:pic>
        <p:nvPicPr>
          <p:cNvPr id="22" name="Picture 21" descr="0130a9e18efff1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658" y="3895344"/>
            <a:ext cx="630936" cy="6614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716780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716780"/>
            <a:ext cx="27202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25" name="Picture 24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11" y="4870704"/>
            <a:ext cx="155448" cy="1493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93059" y="4716780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7" name="Picture 26" descr="a0f60224273681e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4460" y="4774692"/>
            <a:ext cx="1511808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