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932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1" name="Picture 10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304800" cy="664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1846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942844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53019" y="291846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31108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6" name="Picture 15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65302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12702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932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5605" y="205282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1846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5" name="Picture 14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942844"/>
            <a:ext cx="688848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53019" y="291846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8069" y="291846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31108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9" name="Picture 18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653028"/>
            <a:ext cx="1499616" cy="213360"/>
          </a:xfrm>
          <a:prstGeom prst="rect">
            <a:avLst/>
          </a:prstGeom>
        </p:spPr>
      </p:pic>
      <p:pic>
        <p:nvPicPr>
          <p:cNvPr id="20" name="Picture 19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589020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4dc7bb52f34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1993392"/>
            <a:ext cx="42458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49888" y="19705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bb1e456c94b13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043684"/>
            <a:ext cx="2261616" cy="310896"/>
          </a:xfrm>
          <a:prstGeom prst="rect">
            <a:avLst/>
          </a:prstGeom>
        </p:spPr>
      </p:pic>
      <p:pic>
        <p:nvPicPr>
          <p:cNvPr id="13" name="Picture 12" descr="a285865d99a08f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2679192"/>
            <a:ext cx="5041392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25468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6" name="Picture 15" descr="2a950411e1004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142232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e72c58bfa2a9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64" y="1993392"/>
            <a:ext cx="422757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19705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6f2fe1277a80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025396"/>
            <a:ext cx="1792224" cy="347472"/>
          </a:xfrm>
          <a:prstGeom prst="rect">
            <a:avLst/>
          </a:prstGeom>
        </p:spPr>
      </p:pic>
      <p:pic>
        <p:nvPicPr>
          <p:cNvPr id="13" name="Picture 12" descr="783225cb699ff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9224" y="2679192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6928" y="266242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1389c559d7859c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919" y="2679192"/>
            <a:ext cx="338937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11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3942cbc98c315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152" y="1993392"/>
            <a:ext cx="4270248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6400" y="216712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0de12726cf0d0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391" y="2058924"/>
            <a:ext cx="1712976" cy="673608"/>
          </a:xfrm>
          <a:prstGeom prst="rect">
            <a:avLst/>
          </a:prstGeom>
        </p:spPr>
      </p:pic>
      <p:pic>
        <p:nvPicPr>
          <p:cNvPr id="13" name="Picture 12" descr="56477ae8447c46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700" y="3072384"/>
            <a:ext cx="1801368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2491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7b39cdb0ef566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073907"/>
            <a:ext cx="3032760" cy="807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214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de63dedae86b58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pic>
        <p:nvPicPr>
          <p:cNvPr id="9" name="Picture 8" descr="2f53120bf9dff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28700badd3bdf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d5a2c92467f9be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41320" cy="411480"/>
          </a:xfrm>
          <a:prstGeom prst="rect">
            <a:avLst/>
          </a:prstGeom>
        </p:spPr>
      </p:pic>
      <p:pic>
        <p:nvPicPr>
          <p:cNvPr id="9" name="Picture 8" descr="8affb1101a179d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54126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913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192ab9962e6dc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7" y="2194560"/>
            <a:ext cx="1289304" cy="1213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91058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325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0123ea625216e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00e7a99be8e12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03120"/>
            <a:ext cx="935736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9" name="Picture 8" descr="1df02a95485ce3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2" name="Picture 11" descr="84641c90e2ee9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59740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0837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9" name="Picture 8" descr="a28e2ea3731f9d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2" name="Picture 11" descr="627f906189b40b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600456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3885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7551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0518fcef038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b63f3b3a75f7bb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57f74e63f18b4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03120"/>
            <a:ext cx="966216" cy="1011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b4ec42ed5af64d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15" y="2103120"/>
            <a:ext cx="1085088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9b87377120470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9" name="Picture 8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1" name="Picture 10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4" name="Picture 13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9" name="Picture 8" descr="c182d5e9af300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1" name="Picture 10" descr="633192d31288b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105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4" name="Picture 13" descr="9c1cc680a1f0e7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635" y="2798063"/>
            <a:ext cx="1606296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2931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