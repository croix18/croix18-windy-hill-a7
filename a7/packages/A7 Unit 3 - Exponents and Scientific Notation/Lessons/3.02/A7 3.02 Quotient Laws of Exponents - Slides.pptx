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image" Target="../media/image5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5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quotient of powers, power of a quotient and zero exponent laws to rewrite and evaluate a numerical expression.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9" name="Picture 8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528572"/>
            <a:ext cx="74676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1" name="Picture 10" descr="38e9b447bed4dd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077212"/>
            <a:ext cx="914400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3" name="Picture 12" descr="73f8d0478760fc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2773680"/>
            <a:ext cx="1405128" cy="2407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35737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5" name="Picture 14" descr="18ea63a1522c26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7084" y="3300984"/>
            <a:ext cx="880872" cy="5699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9" name="Picture 8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528572"/>
            <a:ext cx="746760" cy="280416"/>
          </a:xfrm>
          <a:prstGeom prst="rect">
            <a:avLst/>
          </a:prstGeom>
        </p:spPr>
      </p:pic>
      <p:pic>
        <p:nvPicPr>
          <p:cNvPr id="10" name="Picture 9" descr="fe5bb28ba59f7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360" y="1528572"/>
            <a:ext cx="25908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05282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38e9b447bed4dd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2077212"/>
            <a:ext cx="91440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27211" y="2052828"/>
            <a:ext cx="575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−3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73f8d0478760fc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9368" y="2773680"/>
            <a:ext cx="1405128" cy="2407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43136" y="266547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&lt;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35737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8" name="Picture 17" descr="18ea63a1522c269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7084" y="3300984"/>
            <a:ext cx="880872" cy="5699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66596" y="3278124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Quotient of powers — same base, subtract the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fc742bc47e6f6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752" y="1993392"/>
            <a:ext cx="5462016" cy="8138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3928"/>
            <a:ext cx="35344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Quotient of powers:  </a:t>
            </a:r>
          </a:p>
        </p:txBody>
      </p:sp>
      <p:pic>
        <p:nvPicPr>
          <p:cNvPr id="12" name="Picture 11" descr="99376a582dd722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871" y="3127248"/>
            <a:ext cx="1749552" cy="670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34423" y="3233928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4" name="Picture 13" descr="6a9975e145b43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4607" y="3293364"/>
            <a:ext cx="78943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84039" y="3233928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2148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7" name="Picture 16" descr="74344545705a48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053840"/>
            <a:ext cx="3621024" cy="8138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72c69fb4c92c9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220" y="1993392"/>
            <a:ext cx="6355080" cy="810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236976"/>
            <a:ext cx="36134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quotient:  </a:t>
            </a:r>
          </a:p>
        </p:txBody>
      </p:sp>
      <p:pic>
        <p:nvPicPr>
          <p:cNvPr id="12" name="Picture 11" descr="669ee74891112a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855" y="3124200"/>
            <a:ext cx="1691640" cy="682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55495" y="3236976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4" name="Picture 13" descr="a22d74845d9bf1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0" y="3294887"/>
            <a:ext cx="786384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2064" y="3236976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239768"/>
            <a:ext cx="2033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Either way:  </a:t>
            </a:r>
          </a:p>
        </p:txBody>
      </p:sp>
      <p:pic>
        <p:nvPicPr>
          <p:cNvPr id="17" name="Picture 16" descr="efb58e8ff7264b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4121" y="4062984"/>
            <a:ext cx="3188208" cy="8107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72329" y="4239768"/>
            <a:ext cx="1265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9" name="Picture 18" descr="1d8df7a17576de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1091" y="4264152"/>
            <a:ext cx="223113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1993392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c353a5052ea2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885" y="2990088"/>
            <a:ext cx="1630680" cy="7985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48565" y="3160776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13" name="Picture 12" descr="3484dae0b8b01f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543" y="2990088"/>
            <a:ext cx="2350008" cy="798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48551" y="3160776"/>
            <a:ext cx="1714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so      </a:t>
            </a:r>
          </a:p>
        </p:txBody>
      </p:sp>
      <p:pic>
        <p:nvPicPr>
          <p:cNvPr id="15" name="Picture 14" descr="7798067ac75298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186" y="3220212"/>
            <a:ext cx="917448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085843"/>
            <a:ext cx="2787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Zero exponent:  </a:t>
            </a:r>
          </a:p>
        </p:txBody>
      </p:sp>
      <p:pic>
        <p:nvPicPr>
          <p:cNvPr id="17" name="Picture 16" descr="d591c8ddcc96ae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7835" y="4143755"/>
            <a:ext cx="941832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9667" y="4085843"/>
            <a:ext cx="34064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for every nonzero </a:t>
            </a:r>
          </a:p>
        </p:txBody>
      </p:sp>
      <p:pic>
        <p:nvPicPr>
          <p:cNvPr id="19" name="Picture 18" descr="c030b8e94fe02f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8992" y="4223004"/>
            <a:ext cx="188976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66659ac1f0ea04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8988" y="2103120"/>
            <a:ext cx="923544" cy="947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53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8665e93b2158cd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986784" cy="944880"/>
          </a:xfrm>
          <a:prstGeom prst="rect">
            <a:avLst/>
          </a:prstGeom>
        </p:spPr>
      </p:pic>
      <p:pic>
        <p:nvPicPr>
          <p:cNvPr id="9" name="Picture 8" descr="a6bb031371915f0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139440"/>
            <a:ext cx="1758696" cy="408432"/>
          </a:xfrm>
          <a:prstGeom prst="rect">
            <a:avLst/>
          </a:prstGeom>
        </p:spPr>
      </p:pic>
      <p:pic>
        <p:nvPicPr>
          <p:cNvPr id="10" name="Picture 9" descr="1a7fe49e913d8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22192"/>
            <a:ext cx="235305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991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309fc1c6c87d6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21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18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b0a43ae0750e3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112" y="2194560"/>
            <a:ext cx="463296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715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b43cc8ad2e0ead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2103120"/>
            <a:ext cx="1097280" cy="6888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7ab80e4044f303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55136" cy="813816"/>
          </a:xfrm>
          <a:prstGeom prst="rect">
            <a:avLst/>
          </a:prstGeom>
        </p:spPr>
      </p:pic>
      <p:pic>
        <p:nvPicPr>
          <p:cNvPr id="9" name="Picture 8" descr="e1269a6bd04833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8376"/>
            <a:ext cx="3486912" cy="691896"/>
          </a:xfrm>
          <a:prstGeom prst="rect">
            <a:avLst/>
          </a:prstGeom>
        </p:spPr>
      </p:pic>
      <p:pic>
        <p:nvPicPr>
          <p:cNvPr id="10" name="Picture 9" descr="ac2b58a90d22f6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74592"/>
            <a:ext cx="344728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8432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0.00000016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e60d4cb6647bee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94560"/>
            <a:ext cx="966216" cy="85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509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74bc3eff5c14b1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04" y="2194560"/>
            <a:ext cx="972311" cy="8564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553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7" y="46390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1" name="Picture 10" descr="78fdb0141a7d8d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563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858f7499cc3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095" y="2194560"/>
            <a:ext cx="719328" cy="10149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b0b61f7be1f45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03120"/>
            <a:ext cx="716280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05172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6677a7c7565446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412" y="4663440"/>
            <a:ext cx="63093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84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website puts  </a:t>
            </a:r>
          </a:p>
        </p:txBody>
      </p:sp>
      <p:pic>
        <p:nvPicPr>
          <p:cNvPr id="9" name="Picture 8" descr="138fda74184657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373" y="1938527"/>
            <a:ext cx="259080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0453" y="1851660"/>
            <a:ext cx="44951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photos into 8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photos are in each album?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84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website puts  </a:t>
            </a:r>
          </a:p>
        </p:txBody>
      </p:sp>
      <p:pic>
        <p:nvPicPr>
          <p:cNvPr id="9" name="Picture 8" descr="7c23c9fd82d9d4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1373" y="1940052"/>
            <a:ext cx="265176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6549" y="1851660"/>
            <a:ext cx="44951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photos into 8 equal albums.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The site is 30 days 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photos are in each album?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1252d608a87976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94560"/>
            <a:ext cx="1152144" cy="1197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e97669c0d54b74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212" y="2103120"/>
            <a:ext cx="1149096" cy="1191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615f3e719211e4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94560"/>
            <a:ext cx="1331976" cy="871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260e9dabd7b640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03120"/>
            <a:ext cx="1331976" cy="871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44568" y="49331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0" name="Picture 9" descr="a55647924d788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4663440"/>
            <a:ext cx="1152144" cy="108813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b00c54b2f2476e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5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90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1698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17e435e9fa7e4f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7" y="2103120"/>
            <a:ext cx="420624" cy="4297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ad177fa159bf9a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027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a899e53ebcbfa2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112" y="2103120"/>
            <a:ext cx="463296" cy="9997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3314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97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97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83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83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7fd8a7336ddfa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088" y="2194560"/>
            <a:ext cx="847344" cy="10210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73bf2466d9323c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8611" y="2103120"/>
            <a:ext cx="844296" cy="1018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0.125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41e42a07b25976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94560"/>
            <a:ext cx="1240536" cy="859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262fa269296131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03120"/>
            <a:ext cx="1240536" cy="859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6338" y="2366772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9" name="Picture 8" descr="62ec99fb62ba29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624" y="2194560"/>
            <a:ext cx="1627632" cy="8016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25256" y="2366772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1" name="Picture 10" descr="814e799b3c3f0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94560"/>
            <a:ext cx="1161288" cy="801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44745" y="23667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7050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290" y="2273807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9" name="Picture 8" descr="3c353a5052ea2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4576" y="2103120"/>
            <a:ext cx="1630680" cy="798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25256" y="2273807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1" name="Picture 10" descr="1b1a2270832c8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03120"/>
            <a:ext cx="1164336" cy="7985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847793" y="2273807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7601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0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with negative bases — WFW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Division with exponents — XNC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whole-number exponents — KBE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