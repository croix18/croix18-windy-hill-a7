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13e669cfd3b6d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194560"/>
            <a:ext cx="159105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c404630188da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707" y="2103120"/>
            <a:ext cx="1594104" cy="509016"/>
          </a:xfrm>
          <a:prstGeom prst="rect">
            <a:avLst/>
          </a:prstGeom>
        </p:spPr>
      </p:pic>
      <p:pic>
        <p:nvPicPr>
          <p:cNvPr id="9" name="Picture 8" descr="c7daae656677e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308" y="2935224"/>
            <a:ext cx="5818632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4842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2ac5303067d16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98" y="2770963"/>
            <a:ext cx="169773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434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3318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d92052160a3b4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174" y="2679523"/>
            <a:ext cx="17007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8958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5256d7b7f99b4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417320" cy="265176"/>
          </a:xfrm>
          <a:prstGeom prst="rect">
            <a:avLst/>
          </a:prstGeom>
        </p:spPr>
      </p:pic>
      <p:pic>
        <p:nvPicPr>
          <p:cNvPr id="14" name="Picture 13" descr="5fe753b3272aa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2039"/>
            <a:ext cx="10180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(9 + (−3))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216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