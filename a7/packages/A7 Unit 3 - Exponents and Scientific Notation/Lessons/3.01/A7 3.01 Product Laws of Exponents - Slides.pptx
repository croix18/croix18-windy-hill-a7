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affe015bded25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94560"/>
            <a:ext cx="1341120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79ccee972120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03120"/>
            <a:ext cx="1341120" cy="509016"/>
          </a:xfrm>
          <a:prstGeom prst="rect">
            <a:avLst/>
          </a:prstGeom>
        </p:spPr>
      </p:pic>
      <p:pic>
        <p:nvPicPr>
          <p:cNvPr id="9" name="Picture 8" descr="40c6ca452737ff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375" y="2935224"/>
            <a:ext cx="4730496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86b323a5a1e49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94560"/>
            <a:ext cx="938784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9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70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a96c530649f2c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844" y="2103120"/>
            <a:ext cx="9418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669e1447e03fc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83" y="3505531"/>
            <a:ext cx="231648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3590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3c467de68f6a9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6" y="2770963"/>
            <a:ext cx="19202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18686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2066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8bb89340cbe987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922" y="2679523"/>
            <a:ext cx="192328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20210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df452ab7ad4da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569720" cy="265176"/>
          </a:xfrm>
          <a:prstGeom prst="rect">
            <a:avLst/>
          </a:prstGeom>
        </p:spPr>
      </p:pic>
      <p:pic>
        <p:nvPicPr>
          <p:cNvPr id="14" name="Picture 13" descr="5b67aed5b26673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0515"/>
            <a:ext cx="10241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(10 + (−2))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