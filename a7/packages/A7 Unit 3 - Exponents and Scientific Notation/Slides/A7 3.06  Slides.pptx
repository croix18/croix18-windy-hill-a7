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with integer exponents using the laws, and decide whether two expressions with different bases are equivalent.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So far: every law, every kind of base, every kind of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use all of it at once — and rewrite bases to compare.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136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a4522c3024ca65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538984"/>
            <a:ext cx="463296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4518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574a5d3a612aa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346704"/>
            <a:ext cx="46939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192524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pic>
        <p:nvPicPr>
          <p:cNvPr id="11" name="Picture 10" descr="b2f9cb953a93e9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383536"/>
            <a:ext cx="1152144" cy="5577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1716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a4522c3024ca6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142488"/>
            <a:ext cx="463296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4235" y="311962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055363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574a5d3a612aa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9" y="3950207"/>
            <a:ext cx="469392" cy="6675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20331" y="3927347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796027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  <p:pic>
        <p:nvPicPr>
          <p:cNvPr id="19" name="Picture 18" descr="b2c477a7a0fb52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654" y="4887467"/>
            <a:ext cx="26822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97878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1" name="Picture 20" descr="555a2ab77fff0f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4" y="4887467"/>
            <a:ext cx="265176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00030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3" name="Picture 22" descr="f2c3dde86c5203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005" y="4884419"/>
            <a:ext cx="259080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2836" y="2491740"/>
            <a:ext cx="18116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Melanie:  </a:t>
            </a:r>
          </a:p>
        </p:txBody>
      </p:sp>
      <p:pic>
        <p:nvPicPr>
          <p:cNvPr id="11" name="Picture 10" descr="071da3cb12a3a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83" y="2340864"/>
            <a:ext cx="3581400" cy="758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638" y="3694176"/>
            <a:ext cx="17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Adonis:   </a:t>
            </a:r>
          </a:p>
        </p:txBody>
      </p:sp>
      <p:pic>
        <p:nvPicPr>
          <p:cNvPr id="13" name="Picture 12" descr="76734bcd012bf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65" y="3374136"/>
            <a:ext cx="500481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974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worked 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Every law, one expression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59ee1a209667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2340864"/>
            <a:ext cx="5388864" cy="880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60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Find the step that broke:</a:t>
            </a:r>
          </a:p>
        </p:txBody>
      </p:sp>
      <p:pic>
        <p:nvPicPr>
          <p:cNvPr id="13" name="Picture 12" descr="6c3d06b279be6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73296"/>
            <a:ext cx="353568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3232" y="4387596"/>
            <a:ext cx="4614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multiplied; should be </a:t>
            </a:r>
          </a:p>
        </p:txBody>
      </p:sp>
      <p:pic>
        <p:nvPicPr>
          <p:cNvPr id="15" name="Picture 14" descr="e9e6240f6a5ac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45" y="4273296"/>
            <a:ext cx="792480" cy="685800"/>
          </a:xfrm>
          <a:prstGeom prst="rect">
            <a:avLst/>
          </a:prstGeom>
        </p:spPr>
      </p:pic>
      <p:pic>
        <p:nvPicPr>
          <p:cNvPr id="16" name="Picture 15" descr="b45588bb7e9f07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215128"/>
            <a:ext cx="1965960" cy="8046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53512" y="5388864"/>
            <a:ext cx="6270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flipped, kept the minus; should be </a:t>
            </a:r>
          </a:p>
        </p:txBody>
      </p:sp>
      <p:pic>
        <p:nvPicPr>
          <p:cNvPr id="18" name="Picture 17" descr="d631bf12f968ff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772" y="5276088"/>
            <a:ext cx="77724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2340864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c34f90c6fc7d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96" y="4105656"/>
            <a:ext cx="242316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056" y="4082796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9053d689824c5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79" y="4105656"/>
            <a:ext cx="2295144" cy="411480"/>
          </a:xfrm>
          <a:prstGeom prst="rect">
            <a:avLst/>
          </a:prstGeom>
        </p:spPr>
      </p:pic>
      <p:pic>
        <p:nvPicPr>
          <p:cNvPr id="14" name="Picture 13" descr="a561d3e29393bc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4791456"/>
            <a:ext cx="487375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a7ecf87f38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4" y="2340864"/>
            <a:ext cx="4294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4716" y="245059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505da5ea0c261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7" y="2340864"/>
            <a:ext cx="43007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3558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Same base, then compare exponents.</a:t>
            </a:r>
          </a:p>
        </p:txBody>
      </p:sp>
      <p:pic>
        <p:nvPicPr>
          <p:cNvPr id="14" name="Picture 13" descr="5954d94571e7e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73651"/>
            <a:ext cx="1487424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74976" y="4046219"/>
            <a:ext cx="34041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— so Xavier is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d16e4daaa9b6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ca1397ffa03d4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2008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8008" y="2036064"/>
            <a:ext cx="59862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negative exponent: flip</a:t>
            </a:r>
          </a:p>
        </p:txBody>
      </p:sp>
      <p:pic>
        <p:nvPicPr>
          <p:cNvPr id="11" name="Picture 10" descr="f25419565ed35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697736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30038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quotient, then multiply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16/3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5586861463d6b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194560"/>
            <a:ext cx="17922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ba5d3554b7f4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2194560"/>
            <a:ext cx="1798320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 = 25/4 ·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a56cc9ab8e3bb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Equivalent or not?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6109" y="2313432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67df2d652c1a7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54" y="2369819"/>
            <a:ext cx="920495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450" y="2313432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69969edd9de468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56" y="2103120"/>
            <a:ext cx="1082040" cy="877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1196" y="2313432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dc7ad07cd91fb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67200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3200" y="1865376"/>
            <a:ext cx="4831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product of powers</a:t>
            </a:r>
          </a:p>
        </p:txBody>
      </p:sp>
      <p:pic>
        <p:nvPicPr>
          <p:cNvPr id="11" name="Picture 10" descr="77d3b6258368a7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3883152" cy="874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9152" y="2750820"/>
            <a:ext cx="52151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quotient of powers</a:t>
            </a:r>
          </a:p>
        </p:txBody>
      </p:sp>
      <p:pic>
        <p:nvPicPr>
          <p:cNvPr id="13" name="Picture 12" descr="4af5e130ae69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91127"/>
            <a:ext cx="2295144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44" y="363626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bases, same exponents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are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1944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6633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9b99919743149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8" y="2528315"/>
            <a:ext cx="1411224" cy="43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8702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e566d1e7830f89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08" y="2194560"/>
            <a:ext cx="1350264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0672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8157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7788e03876974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02" y="2529840"/>
            <a:ext cx="1411224" cy="429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40226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7201d2b15f8c8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32" y="2194560"/>
            <a:ext cx="1347216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9148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49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4000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1e8ec21e00a8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956b769eca71d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61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5a81991eb38a0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3" y="2194560"/>
            <a:ext cx="2694432" cy="1865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425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032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b34bc56ecccd0f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7" y="2103120"/>
            <a:ext cx="2691384" cy="1871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42489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−3 − (−2) = −1, so (3/4)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51328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d9a31f1d02f31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980432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2f8b87745f5bc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75" y="2194560"/>
            <a:ext cx="2868168" cy="1432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8df33e2a7e48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3" y="2103120"/>
            <a:ext cx="2862072" cy="1429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8069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81431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bb7fdb900ba4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934" y="2171700"/>
            <a:ext cx="2535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drive holds  </a:t>
            </a:r>
          </a:p>
        </p:txBody>
      </p:sp>
      <p:pic>
        <p:nvPicPr>
          <p:cNvPr id="10" name="Picture 9" descr="326fb02d0e36fa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911" y="2226564"/>
            <a:ext cx="3108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4807" y="2171700"/>
            <a:ext cx="221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costs 45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878" y="3432379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4" name="Picture 13" descr="326fb02d0e36fa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759" y="3487243"/>
            <a:ext cx="310896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7655" y="3432379"/>
            <a:ext cx="28881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a power of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power of 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4410" y="2080260"/>
            <a:ext cx="25351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drive holds  </a:t>
            </a:r>
          </a:p>
        </p:txBody>
      </p:sp>
      <p:pic>
        <p:nvPicPr>
          <p:cNvPr id="10" name="Picture 9" descr="a6ec4c130c4a7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387" y="2135124"/>
            <a:ext cx="31394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96331" y="2080260"/>
            <a:ext cx="221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 costs 45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1354" y="3340939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4" name="Picture 13" descr="a6ec4c130c4a7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35" y="3395803"/>
            <a:ext cx="313944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49179" y="3340939"/>
            <a:ext cx="28881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a power of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9556" y="4764355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6103e54678c6ec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95" y="4826839"/>
            <a:ext cx="58216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9fbeb40e62d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620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2003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2a82b5b2f64aa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71" y="2103120"/>
            <a:ext cx="41757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8733fd3b94c8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94560"/>
            <a:ext cx="1965960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4ef405027ff6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03120"/>
            <a:ext cx="196596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21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007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11b1cae12f4ad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9456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9a83df8a23e93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7980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74833020a971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663440"/>
            <a:ext cx="411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d86dc37fd0c05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194560"/>
            <a:ext cx="142341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58ef65a72479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7" y="2103120"/>
            <a:ext cx="142646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1935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9101e99983c70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4663440"/>
            <a:ext cx="5974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294" y="230428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928a3b4f05220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146" y="2194560"/>
            <a:ext cx="1569720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30428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84e4faf30935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94560"/>
            <a:ext cx="15575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3100" y="230428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3296" y="3122675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c9adefc290aa5b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75" y="3185159"/>
            <a:ext cx="521207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1183" y="3122675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each with base 2, and say what you find.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4246" y="221284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5cc8e379c9f0f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103120"/>
            <a:ext cx="1572768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21284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3544f9e4eb8bbb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03120"/>
            <a:ext cx="1560576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6148" y="221284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1772" y="3031236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afdbc5b48ef25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1" y="3093720"/>
            <a:ext cx="524256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2707" y="3031236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85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and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the second is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not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6T7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