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4792"/>
            <a:ext cx="8564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fb6a4badbefdb6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1732" y="1783080"/>
            <a:ext cx="701040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04872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f0cc633c04921b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04872"/>
            <a:ext cx="326136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8457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ef59c513095b5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63240"/>
            <a:ext cx="329184" cy="4998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7414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4792"/>
            <a:ext cx="8564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fb6a4badbefdb6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1732" y="1783080"/>
            <a:ext cx="701040" cy="420624"/>
          </a:xfrm>
          <a:prstGeom prst="rect">
            <a:avLst/>
          </a:prstGeom>
        </p:spPr>
      </p:pic>
      <p:pic>
        <p:nvPicPr>
          <p:cNvPr id="11" name="Picture 10" descr="3b6750496d8303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249424"/>
            <a:ext cx="1005840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77312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f0cc633c04921b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2877312"/>
            <a:ext cx="326136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64072" y="2854452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570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ef59c513095b5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9296" y="3535680"/>
            <a:ext cx="329184" cy="4998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67120" y="351282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21386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762500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74264" y="467106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5670" y="4762500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720846" y="467106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2252" y="4759452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26611" y="239725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9774f86ed8fb46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804" y="2340864"/>
            <a:ext cx="3118104" cy="5699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18180" y="32994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6615874039b719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8372" y="3185160"/>
            <a:ext cx="3934968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928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70782e51603e4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980" y="2340864"/>
            <a:ext cx="4861560" cy="655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3345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7bad2695344f58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47744"/>
            <a:ext cx="3188208" cy="52120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5760" y="4079748"/>
            <a:ext cx="49255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f0cdaba5ba1489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4168" y="4047744"/>
            <a:ext cx="670560" cy="521207"/>
          </a:xfrm>
          <a:prstGeom prst="rect">
            <a:avLst/>
          </a:prstGeom>
        </p:spPr>
      </p:pic>
      <p:pic>
        <p:nvPicPr>
          <p:cNvPr id="16" name="Picture 15" descr="c94e5a241f6904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24984"/>
            <a:ext cx="1682496" cy="600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70048" y="4896612"/>
            <a:ext cx="6728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9022df083cd62fd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1348" y="4867656"/>
            <a:ext cx="65532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fcc456d7f9f528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740" y="4105656"/>
            <a:ext cx="2423160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22900" y="408432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ddf63c5a3e0903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84" y="4107180"/>
            <a:ext cx="2292096" cy="411480"/>
          </a:xfrm>
          <a:prstGeom prst="rect">
            <a:avLst/>
          </a:prstGeom>
        </p:spPr>
      </p:pic>
      <p:pic>
        <p:nvPicPr>
          <p:cNvPr id="14" name="Picture 13" descr="5659a59a4bcb8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4504"/>
            <a:ext cx="4873752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7888014a8d218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55" y="2340864"/>
            <a:ext cx="4175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2616" y="236982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f4222ea95a1d7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808" y="2340864"/>
            <a:ext cx="41818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943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52910b7ab395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910583"/>
            <a:ext cx="148742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388467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19284168b51ba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060" y="2103120"/>
            <a:ext cx="12954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24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b7be03a49ce66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803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6360" y="1950720"/>
            <a:ext cx="62179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3a9d3492578709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2720"/>
            <a:ext cx="1456944" cy="527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42944" y="27477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5bcc8034c74e5a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99" y="2194560"/>
            <a:ext cx="1645920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5bcc8034c74e5a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99" y="2194560"/>
            <a:ext cx="164592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99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5293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709f98c6266bd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480560"/>
            <a:ext cx="359664" cy="6461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5008" y="220218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80" y="2258568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7176" y="220218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dc5d9a379d4ae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2256" y="2103120"/>
            <a:ext cx="758952" cy="655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71208" y="220218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61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52db5fe1644c8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415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0152" y="1865376"/>
            <a:ext cx="483412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c767b624aaf30a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264408" cy="655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50408" y="2641092"/>
            <a:ext cx="58338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72a96a3676b38c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1672"/>
            <a:ext cx="228904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5048" y="341680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5155" y="237896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827" y="2391156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8051" y="2378964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9a3dd872b9b3a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132" y="2194560"/>
            <a:ext cx="947928" cy="826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1060" y="2378964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5155" y="237896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827" y="2391156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8051" y="2378964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9a3dd872b9b3a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132" y="2194560"/>
            <a:ext cx="947928" cy="826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1060" y="2378964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406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d7f9f8bf5433db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883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7f9f8bf5433db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883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613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20bfb8b8a5dd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464" y="2194560"/>
            <a:ext cx="1688592" cy="1063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520bfb8b8a5dd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464" y="2103120"/>
            <a:ext cx="1688592" cy="1063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411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32c3b47dc4eb0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663440"/>
            <a:ext cx="182880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5ff7261f0ab27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2194560"/>
            <a:ext cx="1911095" cy="905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ff7261f0ab27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2103120"/>
            <a:ext cx="1911095" cy="905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8269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7106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f52598aeb43b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663440"/>
            <a:ext cx="182880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4156" y="217170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868" y="222656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3764" y="217170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859" y="3432379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940" y="348724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91836" y="3432379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power of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4156" y="208026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868" y="213512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3764" y="208026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859" y="3340939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940" y="339580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91836" y="3340939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9556" y="476435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826839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706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6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6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22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22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85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0b0333b4fa7e8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662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32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32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18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18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242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b0333b4fa7e8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41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41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69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69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328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0312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2223516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80a2fc1abc2005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912" y="2194560"/>
            <a:ext cx="1450848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1760" y="2223516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a89abb5740e2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840" y="2194560"/>
            <a:ext cx="14386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05496" y="2223516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6107" y="2961132"/>
            <a:ext cx="5704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788" y="3023616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4996" y="2961132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2132076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80a2fc1abc2005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912" y="2103120"/>
            <a:ext cx="1450848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1760" y="2132076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a89abb5740e2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840" y="2103120"/>
            <a:ext cx="14386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05496" y="2132076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6107" y="2869692"/>
            <a:ext cx="5704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788" y="2932176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4996" y="2869692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40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