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with integer exponents using the laws, and decide whether two expressions with different bases are equivalent.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So far: every law, every kind of base, every kind of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use all of it at once — and rewrite bases to compare.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4792"/>
            <a:ext cx="85643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fb6a4badbefdb6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1732" y="1783080"/>
            <a:ext cx="701040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04872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f0cc633c04921b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2404872"/>
            <a:ext cx="326136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08457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5ef59c513095b5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063240"/>
            <a:ext cx="329184" cy="4998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741420"/>
            <a:ext cx="71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4792"/>
            <a:ext cx="85643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fb6a4badbefdb6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1732" y="1783080"/>
            <a:ext cx="701040" cy="420624"/>
          </a:xfrm>
          <a:prstGeom prst="rect">
            <a:avLst/>
          </a:prstGeom>
        </p:spPr>
      </p:pic>
      <p:pic>
        <p:nvPicPr>
          <p:cNvPr id="11" name="Picture 10" descr="3b6750496d8303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249424"/>
            <a:ext cx="1005840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77312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f0cc633c04921b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2877312"/>
            <a:ext cx="326136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64072" y="2854452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5701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5ef59c513095b5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9296" y="3535680"/>
            <a:ext cx="329184" cy="4998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67120" y="3512820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213860"/>
            <a:ext cx="71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  <p:pic>
        <p:nvPicPr>
          <p:cNvPr id="19" name="Picture 18" descr="b2c477a7a0fb52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762500"/>
            <a:ext cx="26822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874264" y="4671060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1" name="Picture 20" descr="555a2ab77fff0f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5670" y="4762500"/>
            <a:ext cx="265176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720846" y="4671060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3" name="Picture 22" descr="f2c3dde86c5203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2252" y="4759452"/>
            <a:ext cx="259080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26611" y="239725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Melanie:  </a:t>
            </a:r>
          </a:p>
        </p:txBody>
      </p:sp>
      <p:pic>
        <p:nvPicPr>
          <p:cNvPr id="11" name="Picture 10" descr="9774f86ed8fb46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804" y="2340864"/>
            <a:ext cx="3118104" cy="5699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18180" y="329946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Adonis:   </a:t>
            </a:r>
          </a:p>
        </p:txBody>
      </p:sp>
      <p:pic>
        <p:nvPicPr>
          <p:cNvPr id="13" name="Picture 12" descr="6615874039b719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8372" y="3185160"/>
            <a:ext cx="3934968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928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worked line.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Every law, one expression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70782e51603e4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980" y="2340864"/>
            <a:ext cx="4861560" cy="655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3345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Find the step that broke:</a:t>
            </a:r>
          </a:p>
        </p:txBody>
      </p:sp>
      <p:pic>
        <p:nvPicPr>
          <p:cNvPr id="13" name="Picture 12" descr="7bad2695344f58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47744"/>
            <a:ext cx="3188208" cy="52120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75760" y="4079748"/>
            <a:ext cx="49255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multiplied; should be </a:t>
            </a:r>
          </a:p>
        </p:txBody>
      </p:sp>
      <p:pic>
        <p:nvPicPr>
          <p:cNvPr id="15" name="Picture 14" descr="f0cdaba5ba1489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4168" y="4047744"/>
            <a:ext cx="670560" cy="521207"/>
          </a:xfrm>
          <a:prstGeom prst="rect">
            <a:avLst/>
          </a:prstGeom>
        </p:spPr>
      </p:pic>
      <p:pic>
        <p:nvPicPr>
          <p:cNvPr id="16" name="Picture 15" descr="c94e5a241f6904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824984"/>
            <a:ext cx="1682496" cy="600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70048" y="4896612"/>
            <a:ext cx="6728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flipped, kept the minus; should be </a:t>
            </a:r>
          </a:p>
        </p:txBody>
      </p:sp>
      <p:pic>
        <p:nvPicPr>
          <p:cNvPr id="18" name="Picture 17" descr="9022df083cd62fd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1348" y="4867656"/>
            <a:ext cx="655320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2340864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fcc456d7f9f528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740" y="4105656"/>
            <a:ext cx="2423160" cy="414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22900" y="408432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3" name="Picture 12" descr="ddf63c5a3e0903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84" y="4107180"/>
            <a:ext cx="2292096" cy="411480"/>
          </a:xfrm>
          <a:prstGeom prst="rect">
            <a:avLst/>
          </a:prstGeom>
        </p:spPr>
      </p:pic>
      <p:pic>
        <p:nvPicPr>
          <p:cNvPr id="14" name="Picture 13" descr="5659a59a4bcb86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884" y="4794504"/>
            <a:ext cx="4873752" cy="4145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7888014a8d218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855" y="2340864"/>
            <a:ext cx="4175760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82616" y="236982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8f4222ea95a1d7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808" y="2340864"/>
            <a:ext cx="4181856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19430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Same base, then compare exponents.</a:t>
            </a:r>
          </a:p>
        </p:txBody>
      </p:sp>
      <p:pic>
        <p:nvPicPr>
          <p:cNvPr id="14" name="Picture 13" descr="552910b7ab3954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910583"/>
            <a:ext cx="1487424" cy="4053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74976" y="3884675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— so Xavier is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19284168b51ba7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060" y="2103120"/>
            <a:ext cx="129540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24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b7be03a49ce66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8036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6360" y="1950720"/>
            <a:ext cx="62179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negative exponent: flip</a:t>
            </a:r>
          </a:p>
        </p:txBody>
      </p:sp>
      <p:pic>
        <p:nvPicPr>
          <p:cNvPr id="11" name="Picture 10" descr="3a9d3492578709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12720"/>
            <a:ext cx="1456944" cy="5273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42944" y="274777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quotient, then multiply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16/3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5bcc8034c74e5a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799" y="2194560"/>
            <a:ext cx="1645920" cy="655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5bcc8034c74e5a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799" y="2194560"/>
            <a:ext cx="164592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699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 = 25/4 ·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5293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709f98c6266bd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480560"/>
            <a:ext cx="359664" cy="6461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Equivalent or not?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5008" y="2202180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67df2d652c1a7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6680" y="2258568"/>
            <a:ext cx="920495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7176" y="220218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edc5d9a379d4ae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2256" y="2103120"/>
            <a:ext cx="758952" cy="655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71208" y="220218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61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352db5fe1644c8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6415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50152" y="1865376"/>
            <a:ext cx="483412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product of powers</a:t>
            </a:r>
          </a:p>
        </p:txBody>
      </p:sp>
      <p:pic>
        <p:nvPicPr>
          <p:cNvPr id="11" name="Picture 10" descr="c767b624aaf30a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3264408" cy="655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50408" y="2641092"/>
            <a:ext cx="58338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quotient of powers</a:t>
            </a:r>
          </a:p>
        </p:txBody>
      </p:sp>
      <p:pic>
        <p:nvPicPr>
          <p:cNvPr id="13" name="Picture 12" descr="72a96a3676b38c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71672"/>
            <a:ext cx="228904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5048" y="3416807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bases, same exponents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are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1944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5155" y="2378964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827" y="2391156"/>
            <a:ext cx="1411224" cy="432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8051" y="2378964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9a3dd872b9b3a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132" y="2194560"/>
            <a:ext cx="947928" cy="8260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11060" y="2378964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5155" y="2378964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827" y="2391156"/>
            <a:ext cx="1411224" cy="432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8051" y="2378964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9a3dd872b9b3a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132" y="2194560"/>
            <a:ext cx="947928" cy="8260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11060" y="2378964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406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4000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d7f9f8bf5433db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94560"/>
            <a:ext cx="1816608" cy="883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d7f9f8bf5433db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03120"/>
            <a:ext cx="1816608" cy="883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613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520bfb8b8a5dd0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6464" y="2194560"/>
            <a:ext cx="1688592" cy="1063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520bfb8b8a5dd0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6464" y="2103120"/>
            <a:ext cx="1688592" cy="1063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411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−3 − (−2) = −1, so (3/4)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7137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b32c3b47dc4eb0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663440"/>
            <a:ext cx="182880" cy="64922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5ff7261f0ab272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2194560"/>
            <a:ext cx="1911095" cy="905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5ff7261f0ab272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2103120"/>
            <a:ext cx="1911095" cy="905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82696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71068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af52598aeb43b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663440"/>
            <a:ext cx="182880" cy="6431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55f2034e6a363a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7211" y="2194560"/>
            <a:ext cx="387096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power of 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55f2034e6a363a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7211" y="2103120"/>
            <a:ext cx="387096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7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9556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103e54678c6e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9795" y="4663440"/>
            <a:ext cx="5821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62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20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03120"/>
            <a:ext cx="414528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7063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36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36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227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227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85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0b0333b4fa7e88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94560"/>
            <a:ext cx="1816608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662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32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32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184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184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242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0b0333b4fa7e88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03120"/>
            <a:ext cx="1816608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748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41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41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269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269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328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9456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7980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74833020a9714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4663440"/>
            <a:ext cx="411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94560"/>
            <a:ext cx="1423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03120"/>
            <a:ext cx="1423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935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9101e99983c70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176" y="4663440"/>
            <a:ext cx="597408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7" y="2223516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80a2fc1abc2005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912" y="2194560"/>
            <a:ext cx="1450848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1760" y="2223516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a89abb5740e24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840" y="2194560"/>
            <a:ext cx="1438656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05496" y="2223516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6107" y="2961132"/>
            <a:ext cx="5704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3788" y="3023616"/>
            <a:ext cx="521207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14996" y="2961132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each with base 2, and say what you find.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7" y="2132076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80a2fc1abc2005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912" y="2103120"/>
            <a:ext cx="1450848" cy="5151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1760" y="2132076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a89abb5740e24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840" y="2103120"/>
            <a:ext cx="1438656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05496" y="2132076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6107" y="2869692"/>
            <a:ext cx="5704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3788" y="2932176"/>
            <a:ext cx="521207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14996" y="2869692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240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and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the second is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not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Stop at a SmartScore of 67 on each skill. Whatever you do not finish is tonight's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6T7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