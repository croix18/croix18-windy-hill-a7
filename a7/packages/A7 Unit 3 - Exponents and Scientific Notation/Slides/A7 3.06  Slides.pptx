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and Equivalent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with integer exponents using the laws, and decide whether two expressions with different bases are equivalent.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So far: every law, every kind of base, every kind of exponent.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use all of it at once — and rewrite bases to compare.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31848"/>
            <a:ext cx="7804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70fd4f7c195b2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449" y="1783080"/>
            <a:ext cx="795528" cy="554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13660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a4522c3024ca65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538984"/>
            <a:ext cx="463296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451860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574a5d3a612aa1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346704"/>
            <a:ext cx="469392" cy="6675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4192524"/>
            <a:ext cx="6243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31848"/>
            <a:ext cx="7804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70fd4f7c195b2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449" y="1783080"/>
            <a:ext cx="795528" cy="554736"/>
          </a:xfrm>
          <a:prstGeom prst="rect">
            <a:avLst/>
          </a:prstGeom>
        </p:spPr>
      </p:pic>
      <p:pic>
        <p:nvPicPr>
          <p:cNvPr id="11" name="Picture 10" descr="b2f9cb953a93e9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383536"/>
            <a:ext cx="1152144" cy="5577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1716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a4522c3024ca65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142488"/>
            <a:ext cx="463296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14235" y="311962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55363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574a5d3a612aa1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2299" y="3950207"/>
            <a:ext cx="469392" cy="6675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20331" y="3927347"/>
            <a:ext cx="743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796027"/>
            <a:ext cx="6243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  <p:pic>
        <p:nvPicPr>
          <p:cNvPr id="19" name="Picture 18" descr="b2c477a7a0fb52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9654" y="4887467"/>
            <a:ext cx="26822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797878" y="4796027"/>
            <a:ext cx="474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1" name="Picture 20" descr="555a2ab77fff0f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4" y="4887467"/>
            <a:ext cx="265176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400030" y="4796027"/>
            <a:ext cx="474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3" name="Picture 22" descr="f2c3dde86c5203a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7005" y="4884419"/>
            <a:ext cx="259080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Two students, two plans, one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48264" y="2491740"/>
            <a:ext cx="18116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Melanie:  </a:t>
            </a:r>
          </a:p>
        </p:txBody>
      </p:sp>
      <p:pic>
        <p:nvPicPr>
          <p:cNvPr id="11" name="Picture 10" descr="3891eb1a336690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2711" y="2340864"/>
            <a:ext cx="3590544" cy="7589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86066" y="3695700"/>
            <a:ext cx="17125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Adonis:   </a:t>
            </a:r>
          </a:p>
        </p:txBody>
      </p:sp>
      <p:pic>
        <p:nvPicPr>
          <p:cNvPr id="13" name="Picture 12" descr="4c0501578695aa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493" y="3374136"/>
            <a:ext cx="5013960" cy="1100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1279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laws first, evaluate last. The value is the same; the arithmetic is smaller.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worked line.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Every law, one expression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7b8991725e0c7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84" y="2340864"/>
            <a:ext cx="5407152" cy="8808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560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Find the step that broke:</a:t>
            </a:r>
          </a:p>
        </p:txBody>
      </p:sp>
      <p:pic>
        <p:nvPicPr>
          <p:cNvPr id="13" name="Picture 12" descr="c58e91a86a3bfa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273296"/>
            <a:ext cx="3538728" cy="6888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26280" y="4389120"/>
            <a:ext cx="4614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multiplied; should be </a:t>
            </a:r>
          </a:p>
        </p:txBody>
      </p:sp>
      <p:pic>
        <p:nvPicPr>
          <p:cNvPr id="15" name="Picture 14" descr="3f2abb4590435eb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3293" y="4273296"/>
            <a:ext cx="795528" cy="688848"/>
          </a:xfrm>
          <a:prstGeom prst="rect">
            <a:avLst/>
          </a:prstGeom>
        </p:spPr>
      </p:pic>
      <p:pic>
        <p:nvPicPr>
          <p:cNvPr id="16" name="Picture 15" descr="4e506f1fd087367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5218175"/>
            <a:ext cx="1978152" cy="8046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65704" y="5391912"/>
            <a:ext cx="6270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flipped, kept the minus; should be </a:t>
            </a:r>
          </a:p>
        </p:txBody>
      </p:sp>
      <p:pic>
        <p:nvPicPr>
          <p:cNvPr id="18" name="Picture 17" descr="87009eafc84fbf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8964" y="5277612"/>
            <a:ext cx="780288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Different bases, same value — rewrite to a common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39" y="2340864"/>
          <a:ext cx="74066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Square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Cube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Fourth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b8889051fdc71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896" y="4105656"/>
            <a:ext cx="242316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9056" y="4082796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3" name="Picture 12" descr="a8908f3619c71b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479" y="4105656"/>
            <a:ext cx="2295144" cy="411480"/>
          </a:xfrm>
          <a:prstGeom prst="rect">
            <a:avLst/>
          </a:prstGeom>
        </p:spPr>
      </p:pic>
      <p:pic>
        <p:nvPicPr>
          <p:cNvPr id="14" name="Picture 13" descr="4049ac29e8d0e89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3884" y="4791456"/>
            <a:ext cx="4873752" cy="4145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Testing equivalence: Xavier's claim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f588710a599e4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84" y="2340864"/>
            <a:ext cx="4294632" cy="679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54716" y="245211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6d96812b24000e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707" y="2340864"/>
            <a:ext cx="4300728" cy="6797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35889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Same base, then compare exponents.</a:t>
            </a:r>
          </a:p>
        </p:txBody>
      </p:sp>
      <p:pic>
        <p:nvPicPr>
          <p:cNvPr id="14" name="Picture 13" descr="e7a72fc9722f22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075175"/>
            <a:ext cx="1487424" cy="4053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74976" y="4049267"/>
            <a:ext cx="34041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— so Xavier is wrong.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2d16e4daaa9b6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03120"/>
            <a:ext cx="1414272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ace94c96bda407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15056" cy="6888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01056" y="2036064"/>
            <a:ext cx="5983224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negative exponent: flip</a:t>
            </a:r>
          </a:p>
        </p:txBody>
      </p:sp>
      <p:pic>
        <p:nvPicPr>
          <p:cNvPr id="11" name="Picture 10" descr="c2271698628ebe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3408"/>
            <a:ext cx="1716024" cy="701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02024" y="300532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quotient, then multiply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16/3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b5586861463d6b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2194560"/>
            <a:ext cx="179222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c91e3e2a0926f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3124" y="2194560"/>
            <a:ext cx="1795272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 = 25/4 ·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6375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a56cc9ab8e3bb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480560"/>
            <a:ext cx="51206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Equivalent or not?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6109" y="2313432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67df2d652c1a7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6954" y="2369819"/>
            <a:ext cx="920495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7450" y="2313432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69969edd9de468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9156" y="2103120"/>
            <a:ext cx="1082040" cy="8778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81196" y="2313432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838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both with the bases 3 and 2, then compare.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313653eca9fb1e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6415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50152" y="1865376"/>
            <a:ext cx="483412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product of powers</a:t>
            </a:r>
          </a:p>
        </p:txBody>
      </p:sp>
      <p:pic>
        <p:nvPicPr>
          <p:cNvPr id="11" name="Picture 10" descr="72b47a90434b13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3892296" cy="8747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78296" y="2750820"/>
            <a:ext cx="520598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quotient of powers</a:t>
            </a:r>
          </a:p>
        </p:txBody>
      </p:sp>
      <p:pic>
        <p:nvPicPr>
          <p:cNvPr id="13" name="Picture 12" descr="4ce2189c51a32d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91127"/>
            <a:ext cx="229209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8096" y="3636263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same bases, same exponents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are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1944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6633" y="2516124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9b99919743149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478" y="2528315"/>
            <a:ext cx="1411224" cy="4328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38702" y="251612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e566d1e7830f89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408" y="2194560"/>
            <a:ext cx="1350264" cy="1100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60672" y="2516124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7489" y="2514600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036a62ebcdd5b0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334" y="2528315"/>
            <a:ext cx="1414272" cy="429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32606" y="251460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6cbd77409f62d1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4312" y="2194560"/>
            <a:ext cx="1365504" cy="1097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69816" y="2514600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1187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4000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61e8ec21e00a89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94560"/>
            <a:ext cx="2593848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e9c3d2e1bc23af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6215" y="2103120"/>
            <a:ext cx="2609088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311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5a81991eb38a0b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543" y="2194560"/>
            <a:ext cx="2694432" cy="1865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425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910328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29d8d4f07fac38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399" y="2103120"/>
            <a:ext cx="2712720" cy="18684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424586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−3 − (−2) = −1, so (3/4)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512978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d9a31f1d02f31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977384"/>
            <a:ext cx="25908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2f8b87745f5bc5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675" y="2194560"/>
            <a:ext cx="2868168" cy="1432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5e01597dd0b687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579" y="2103120"/>
            <a:ext cx="2880360" cy="1429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8069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481431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2bb7fdb900ba42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663440"/>
            <a:ext cx="25908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85934" y="2171700"/>
            <a:ext cx="2535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drive holds  </a:t>
            </a:r>
          </a:p>
        </p:txBody>
      </p:sp>
      <p:pic>
        <p:nvPicPr>
          <p:cNvPr id="10" name="Picture 9" descr="326fb02d0e36f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3911" y="2226564"/>
            <a:ext cx="3108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94807" y="2171700"/>
            <a:ext cx="2217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 costs 45 dollars.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878" y="3432379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4" name="Picture 13" descr="326fb02d0e36f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6759" y="3487243"/>
            <a:ext cx="310896" cy="3474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47655" y="3432379"/>
            <a:ext cx="28881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a power of 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a power of 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84410" y="2080260"/>
            <a:ext cx="2535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drive holds  </a:t>
            </a:r>
          </a:p>
        </p:txBody>
      </p:sp>
      <p:pic>
        <p:nvPicPr>
          <p:cNvPr id="10" name="Picture 9" descr="bf9b1dd85a8573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2387" y="2135124"/>
            <a:ext cx="313944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96331" y="2080260"/>
            <a:ext cx="2217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 costs 45 dollars.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1354" y="3340939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4" name="Picture 13" descr="bf9b1dd85a8573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235" y="3395803"/>
            <a:ext cx="313944" cy="3474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49179" y="3340939"/>
            <a:ext cx="28881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a power of 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53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9556" y="476435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6103e54678c6ec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9795" y="4826839"/>
            <a:ext cx="58216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39fbeb40e62d1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620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2003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de0a72d7d8775c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7" y="2103120"/>
            <a:ext cx="420624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453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30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30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66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66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249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78733fd3b94c87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94560"/>
            <a:ext cx="1965960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45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273aa6b172e513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03120"/>
            <a:ext cx="1965960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821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48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48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42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42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4007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11b1cae12f4ad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9456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50afff642b200f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7980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74833020a9714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4663440"/>
            <a:ext cx="411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cd86dc37fd0c0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051" y="2194560"/>
            <a:ext cx="142341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39aee9e245f008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7" y="2103120"/>
            <a:ext cx="142646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11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935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9101e99983c70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2176" y="4663440"/>
            <a:ext cx="597408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294" y="2304288"/>
            <a:ext cx="2254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928a3b4f052209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146" y="2194560"/>
            <a:ext cx="1569720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13866" y="2304288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b84e4faf309355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72" y="2194560"/>
            <a:ext cx="1557528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43100" y="2304288"/>
            <a:ext cx="27282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3296" y="3122675"/>
            <a:ext cx="5363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c9adefc290aa5b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9975" y="3185159"/>
            <a:ext cx="521207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41183" y="3122675"/>
            <a:ext cx="27642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each with base 2, and say what you find.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4246" y="2214372"/>
            <a:ext cx="2254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aa544492b6a6fb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1098" y="2103120"/>
            <a:ext cx="1572768" cy="679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13866" y="2214372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7a59a1b29e4c5b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72" y="2103120"/>
            <a:ext cx="1560576" cy="6797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46148" y="2214372"/>
            <a:ext cx="27282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1772" y="3034283"/>
            <a:ext cx="5363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8f4fc9fafaaefa3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451" y="3098291"/>
            <a:ext cx="52425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42707" y="3034283"/>
            <a:ext cx="27642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886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-7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and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the second is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not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6T7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II — QDM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