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136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538984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518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346704"/>
            <a:ext cx="469392" cy="667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19252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pic>
        <p:nvPicPr>
          <p:cNvPr id="11" name="Picture 10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383536"/>
            <a:ext cx="1152144" cy="5577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1716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142488"/>
            <a:ext cx="463296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14235" y="31196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55363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950207"/>
            <a:ext cx="469392" cy="667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20331" y="3927347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796027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887467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97878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887467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00030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884419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2836" y="2491740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071da3cb12a3a9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283" y="2340864"/>
            <a:ext cx="3581400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90638" y="3694176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76734bcd012bfd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065" y="3374136"/>
            <a:ext cx="5004816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59ee1a209667e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328" y="2340864"/>
            <a:ext cx="538886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60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6c3d06b279be6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3296"/>
            <a:ext cx="3535680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3232" y="4387596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e9e6240f6a5ac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245" y="4273296"/>
            <a:ext cx="792480" cy="685800"/>
          </a:xfrm>
          <a:prstGeom prst="rect">
            <a:avLst/>
          </a:prstGeom>
        </p:spPr>
      </p:pic>
      <p:pic>
        <p:nvPicPr>
          <p:cNvPr id="16" name="Picture 15" descr="b45588bb7e9f07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215128"/>
            <a:ext cx="1965960" cy="8046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53512" y="5388864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d631bf12f968ff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6772" y="5276088"/>
            <a:ext cx="777240" cy="6827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c34f90c6fc7d4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96" y="4105656"/>
            <a:ext cx="242316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056" y="4082796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9053d689824c5c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79" y="4105656"/>
            <a:ext cx="2295144" cy="411480"/>
          </a:xfrm>
          <a:prstGeom prst="rect">
            <a:avLst/>
          </a:prstGeom>
        </p:spPr>
      </p:pic>
      <p:pic>
        <p:nvPicPr>
          <p:cNvPr id="14" name="Picture 13" descr="a561d3e29393bc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1456"/>
            <a:ext cx="4873752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a7ecf87f384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4" y="2340864"/>
            <a:ext cx="4294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45059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505da5ea0c261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2340864"/>
            <a:ext cx="43007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3558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954d94571e7ef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073651"/>
            <a:ext cx="1487424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4046219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ca1397ffa03d4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2008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8008" y="2036064"/>
            <a:ext cx="59862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f25419565ed35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697736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300380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ba5d3554b7f4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2194560"/>
            <a:ext cx="1798320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dc7ad07cd91fb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7200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3200" y="1865376"/>
            <a:ext cx="4831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77d3b6258368a7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83152" cy="8747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69152" y="2750820"/>
            <a:ext cx="52151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4af5e130ae69d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1127"/>
            <a:ext cx="229514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81144" y="363626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8157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7788e03876974c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002" y="2529840"/>
            <a:ext cx="1411224" cy="429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40226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7201d2b15f8c8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32" y="2194560"/>
            <a:ext cx="1347216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59148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4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956b769eca71d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61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b34bc56ecccd0f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067" y="2103120"/>
            <a:ext cx="2691384" cy="1871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42489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5132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980432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8df33e2a7e48c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03120"/>
            <a:ext cx="2862072" cy="1429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8069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5934" y="2171700"/>
            <a:ext cx="2535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911" y="2226564"/>
            <a:ext cx="310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4807" y="2171700"/>
            <a:ext cx="221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878" y="3432379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759" y="3487243"/>
            <a:ext cx="310896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47655" y="3432379"/>
            <a:ext cx="28881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power of 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4410" y="2080260"/>
            <a:ext cx="2535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a6ec4c130c4a79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2387" y="2135124"/>
            <a:ext cx="31394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6331" y="2080260"/>
            <a:ext cx="221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1354" y="3340939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a6ec4c130c4a79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235" y="3395803"/>
            <a:ext cx="313944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49179" y="3340939"/>
            <a:ext cx="28881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9556" y="476435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6103e54678c6e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795" y="4826839"/>
            <a:ext cx="5821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2a82b5b2f64aa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971" y="2103120"/>
            <a:ext cx="41757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4ef405027ff61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21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00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9a83df8a23e93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58ef65a72479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246" y="221284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5cc8e379c9f0f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098" y="2103120"/>
            <a:ext cx="1572768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21284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3544f9e4eb8bbb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60576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6148" y="221284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1772" y="3031236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afdbc5b48ef25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451" y="3093720"/>
            <a:ext cx="524256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2707" y="3031236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85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