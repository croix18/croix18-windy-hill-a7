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Evaluating and Equivalent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an expression with integer exponents using the laws, and decide whether two expressions with different bases are equivalent.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So far: every law, every kind of base, every kind of exponent.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use all of it at once — and rewrite bases to compare.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136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a4522c3024ca65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538984"/>
            <a:ext cx="463296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51860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574a5d3a612aa1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346704"/>
            <a:ext cx="469392" cy="667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4192524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31848"/>
            <a:ext cx="78040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Rewrite with a positive exponent, then evaluate:  </a:t>
            </a:r>
          </a:p>
        </p:txBody>
      </p:sp>
      <p:pic>
        <p:nvPicPr>
          <p:cNvPr id="10" name="Picture 9" descr="70fd4f7c195b27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1449" y="1783080"/>
            <a:ext cx="795528" cy="554736"/>
          </a:xfrm>
          <a:prstGeom prst="rect">
            <a:avLst/>
          </a:prstGeom>
        </p:spPr>
      </p:pic>
      <p:pic>
        <p:nvPicPr>
          <p:cNvPr id="11" name="Picture 10" descr="b2f9cb953a93e9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2383536"/>
            <a:ext cx="1152144" cy="5577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1716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a4522c3024ca65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3142488"/>
            <a:ext cx="463296" cy="606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14235" y="3119628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55363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574a5d3a612aa1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2299" y="3950207"/>
            <a:ext cx="469392" cy="6675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20331" y="3927347"/>
            <a:ext cx="743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796027"/>
            <a:ext cx="6243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64 as a power of 2, of 4, and of 8.</a:t>
            </a:r>
          </a:p>
        </p:txBody>
      </p:sp>
      <p:pic>
        <p:nvPicPr>
          <p:cNvPr id="19" name="Picture 18" descr="b2c477a7a0fb52e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9654" y="4887467"/>
            <a:ext cx="26822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97878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1" name="Picture 20" descr="555a2ab77fff0f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4" y="4887467"/>
            <a:ext cx="265176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400030" y="4796027"/>
            <a:ext cx="4741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,  </a:t>
            </a:r>
          </a:p>
        </p:txBody>
      </p:sp>
      <p:pic>
        <p:nvPicPr>
          <p:cNvPr id="23" name="Picture 22" descr="f2c3dde86c5203a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37005" y="4884419"/>
            <a:ext cx="259080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Two students, two plans, one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52836" y="2491740"/>
            <a:ext cx="18116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Melanie:  </a:t>
            </a:r>
          </a:p>
        </p:txBody>
      </p:sp>
      <p:pic>
        <p:nvPicPr>
          <p:cNvPr id="11" name="Picture 10" descr="071da3cb12a3a9b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7283" y="2340864"/>
            <a:ext cx="3581400" cy="7589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90638" y="3694176"/>
            <a:ext cx="17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Adonis:   </a:t>
            </a:r>
          </a:p>
        </p:txBody>
      </p:sp>
      <p:pic>
        <p:nvPicPr>
          <p:cNvPr id="13" name="Picture 12" descr="76734bcd012bf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6065" y="3374136"/>
            <a:ext cx="5004816" cy="1097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974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laws first, evaluate last. The value is the same; the arithmetic is smaller.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worked line.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Every law, one expression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59ee1a209667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328" y="2340864"/>
            <a:ext cx="5388864" cy="8808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60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Find the step that broke:</a:t>
            </a:r>
          </a:p>
        </p:txBody>
      </p:sp>
      <p:pic>
        <p:nvPicPr>
          <p:cNvPr id="13" name="Picture 12" descr="6c3d06b279be60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273296"/>
            <a:ext cx="3535680" cy="685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3232" y="4387596"/>
            <a:ext cx="4614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multiplied; should be </a:t>
            </a:r>
          </a:p>
        </p:txBody>
      </p:sp>
      <p:pic>
        <p:nvPicPr>
          <p:cNvPr id="15" name="Picture 14" descr="e9e6240f6a5ac6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0245" y="4273296"/>
            <a:ext cx="792480" cy="685800"/>
          </a:xfrm>
          <a:prstGeom prst="rect">
            <a:avLst/>
          </a:prstGeom>
        </p:spPr>
      </p:pic>
      <p:pic>
        <p:nvPicPr>
          <p:cNvPr id="16" name="Picture 15" descr="b45588bb7e9f07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5215128"/>
            <a:ext cx="1965960" cy="8046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53512" y="5388864"/>
            <a:ext cx="6270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   — wrong: flipped, kept the minus; should be </a:t>
            </a:r>
          </a:p>
        </p:txBody>
      </p:sp>
      <p:pic>
        <p:nvPicPr>
          <p:cNvPr id="18" name="Picture 17" descr="d631bf12f968ff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6772" y="5276088"/>
            <a:ext cx="777240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bases, same value — rewrite to a common base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39" y="2340864"/>
          <a:ext cx="7406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011680"/>
                <a:gridCol w="20116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Base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Square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Cube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Fourth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c34f90c6fc7d4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896" y="4105656"/>
            <a:ext cx="2423160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056" y="4082796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9053d689824c5c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0479" y="4105656"/>
            <a:ext cx="2295144" cy="411480"/>
          </a:xfrm>
          <a:prstGeom prst="rect">
            <a:avLst/>
          </a:prstGeom>
        </p:spPr>
      </p:pic>
      <p:pic>
        <p:nvPicPr>
          <p:cNvPr id="14" name="Picture 13" descr="a561d3e29393bc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3884" y="4791456"/>
            <a:ext cx="4873752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Testing equivalence: Xavier's claim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a7ecf87f384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084" y="2340864"/>
            <a:ext cx="4294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54716" y="245059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505da5ea0c261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707" y="2340864"/>
            <a:ext cx="43007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3558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Same base, then compare exponents.</a:t>
            </a:r>
          </a:p>
        </p:txBody>
      </p:sp>
      <p:pic>
        <p:nvPicPr>
          <p:cNvPr id="14" name="Picture 13" descr="5954d94571e7ef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073651"/>
            <a:ext cx="1487424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474976" y="4046219"/>
            <a:ext cx="34041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— so Xavier is wrong.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2d16e4daaa9b6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23" y="2103120"/>
            <a:ext cx="1414272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1ca1397ffa03d4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112008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8008" y="2036064"/>
            <a:ext cx="598627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negative exponent: flip</a:t>
            </a:r>
          </a:p>
        </p:txBody>
      </p:sp>
      <p:pic>
        <p:nvPicPr>
          <p:cNvPr id="11" name="Picture 10" descr="f25419565ed35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3408"/>
            <a:ext cx="16977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3736" y="300380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quotient, then multiply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16/3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5586861463d6b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2194560"/>
            <a:ext cx="17922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ba5d3554b7f430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2194560"/>
            <a:ext cx="1798320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 = 25/4 ·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a56cc9ab8e3bb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Equivalent or not?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6109" y="2313432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67df2d652c1a7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6954" y="2369819"/>
            <a:ext cx="920495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7450" y="2313432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69969edd9de468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9156" y="2103120"/>
            <a:ext cx="1082040" cy="877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81196" y="2313432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838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both with the bases 3 and 2, then compare.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dc7ad07cd91fb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267200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53200" y="1865376"/>
            <a:ext cx="4831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product of powers</a:t>
            </a:r>
          </a:p>
        </p:txBody>
      </p:sp>
      <p:pic>
        <p:nvPicPr>
          <p:cNvPr id="11" name="Picture 10" descr="77d3b6258368a7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3883152" cy="8747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9152" y="2750820"/>
            <a:ext cx="52151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product, quotient of powers</a:t>
            </a:r>
          </a:p>
        </p:txBody>
      </p:sp>
      <p:pic>
        <p:nvPicPr>
          <p:cNvPr id="13" name="Picture 12" descr="4af5e130ae69d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91127"/>
            <a:ext cx="2295144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1144" y="363626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bases, same exponents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are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1944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6633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9b999197431493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478" y="2528315"/>
            <a:ext cx="1411224" cy="432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38702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e566d1e7830f89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0408" y="2194560"/>
            <a:ext cx="1350264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60672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8157" y="2516124"/>
            <a:ext cx="9880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Are  </a:t>
            </a:r>
          </a:p>
        </p:txBody>
      </p:sp>
      <p:pic>
        <p:nvPicPr>
          <p:cNvPr id="10" name="Picture 9" descr="7788e03876974c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02" y="2529840"/>
            <a:ext cx="1411224" cy="429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40226" y="2516124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7201d2b15f8c8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932" y="2194560"/>
            <a:ext cx="1347216" cy="1100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59148" y="2516124"/>
            <a:ext cx="22613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equivalent?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149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·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4000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61e8ec21e00a89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836" y="2194560"/>
            <a:ext cx="2593848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956b769eca71d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883" y="2103120"/>
            <a:ext cx="2587752" cy="1188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615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(−7)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−343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5a81991eb38a0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3543" y="2194560"/>
            <a:ext cx="2694432" cy="1865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425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10328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b34bc56ecccd0f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5067" y="2103120"/>
            <a:ext cx="2691384" cy="1871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424891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−3 − (−2) = −1, so (3/4)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51328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d9a31f1d02f31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980432"/>
            <a:ext cx="25908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2f8b87745f5bc5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75" y="2194560"/>
            <a:ext cx="2868168" cy="1432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8df33e2a7e48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723" y="2103120"/>
            <a:ext cx="2862072" cy="1429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8069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8143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bb7fdb900ba42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663440"/>
            <a:ext cx="259080" cy="85039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701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flash drive holds  </a:t>
            </a:r>
          </a:p>
        </p:txBody>
      </p:sp>
      <p:pic>
        <p:nvPicPr>
          <p:cNvPr id="10" name="Picture 9" descr="1d8988fc9968d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391" y="1940052"/>
            <a:ext cx="252984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0375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1d8988fc9968d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789" y="3091798"/>
            <a:ext cx="252984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66773" y="3003406"/>
            <a:ext cx="29584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51660"/>
            <a:ext cx="31701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flash drive holds  </a:t>
            </a:r>
          </a:p>
        </p:txBody>
      </p:sp>
      <p:pic>
        <p:nvPicPr>
          <p:cNvPr id="10" name="Picture 9" descr="e7e94afbdd400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391" y="1940052"/>
            <a:ext cx="256032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23423" y="1851660"/>
            <a:ext cx="2063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megabytes.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 costs 45 dollars.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03406"/>
            <a:ext cx="131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4" name="Picture 13" descr="e7e94afbdd4008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789" y="3091798"/>
            <a:ext cx="256032" cy="2804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69821" y="3003406"/>
            <a:ext cx="29584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  as a power of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3035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9556" y="46009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6103e54678c6ec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9795" y="4663440"/>
            <a:ext cx="582168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9fbeb40e62d12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62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8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4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20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2a82b5b2f64aa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1971" y="2103120"/>
            <a:ext cx="41757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8733fd3b94c87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94560"/>
            <a:ext cx="1965960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4ef405027ff61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79" y="2103120"/>
            <a:ext cx="196596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211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8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42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007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1b1cae12f4ad7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9456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9a83df8a23e939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7980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900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74833020a9714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4663440"/>
            <a:ext cx="411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d86dc37fd0c05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051" y="2194560"/>
            <a:ext cx="142341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of 2.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a58ef65a72479a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527" y="2103120"/>
            <a:ext cx="1426464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11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1935" y="460248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9101e99983c70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176" y="4663440"/>
            <a:ext cx="597408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294" y="230428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928a3b4f052209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146" y="2194560"/>
            <a:ext cx="1569720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30428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b84e4faf309355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94560"/>
            <a:ext cx="1557528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3100" y="230428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296" y="3122675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c9adefc290aa5b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9975" y="3185159"/>
            <a:ext cx="521207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1183" y="3122675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each with base 2, and say what you find.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4246" y="2212848"/>
            <a:ext cx="2254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Xavier says  </a:t>
            </a:r>
          </a:p>
        </p:txBody>
      </p:sp>
      <p:pic>
        <p:nvPicPr>
          <p:cNvPr id="10" name="Picture 9" descr="5cc8e379c9f0fb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1098" y="2103120"/>
            <a:ext cx="1572768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13866" y="2212848"/>
            <a:ext cx="1208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3544f9e4eb8bb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5572" y="2103120"/>
            <a:ext cx="1560576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946148" y="2212848"/>
            <a:ext cx="27282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are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1772" y="3031236"/>
            <a:ext cx="5363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because both can be written as  </a:t>
            </a:r>
          </a:p>
        </p:txBody>
      </p:sp>
      <p:pic>
        <p:nvPicPr>
          <p:cNvPr id="15" name="Picture 14" descr="afdbc5b48ef25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451" y="3093720"/>
            <a:ext cx="524256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42707" y="3031236"/>
            <a:ext cx="27642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Do you agree?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85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and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the second is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not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Lessons 6–7 — Evaluating and Equivalent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6T7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II — QDM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