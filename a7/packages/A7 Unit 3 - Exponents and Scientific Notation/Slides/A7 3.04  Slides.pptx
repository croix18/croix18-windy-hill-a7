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55164"/>
            <a:ext cx="370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479548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30036" y="2455164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67812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80588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324" y="3703320"/>
            <a:ext cx="118872" cy="4236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5196" y="3686556"/>
            <a:ext cx="4311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432" y="3703320"/>
            <a:ext cx="118872" cy="4236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068304" y="36865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13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06233e172283d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557784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5720" y="1760220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55164"/>
            <a:ext cx="370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1188" y="2479548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0036" y="2455164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6964" y="2455164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67812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80588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55919" y="3067812"/>
            <a:ext cx="12268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324" y="3703320"/>
            <a:ext cx="118872" cy="4236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196" y="3686556"/>
            <a:ext cx="4311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535b93a5addf17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9432" y="3703320"/>
            <a:ext cx="118872" cy="4236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068304" y="3686556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8d23dc14b63dd9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74236"/>
            <a:ext cx="118872" cy="4206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24912" y="415594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4b934b392ff3216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3990" y="4172712"/>
            <a:ext cx="329184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6cbce014b248a9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483" y="3337560"/>
            <a:ext cx="1216152" cy="5577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37635" y="33878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d209911ff92163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419" y="3337560"/>
            <a:ext cx="1804416" cy="5577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88836" y="33878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d6f1aa59b536704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5620" y="3339083"/>
            <a:ext cx="1804416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5dd58ae1bd11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1607" y="2340864"/>
            <a:ext cx="1252728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04335" y="236829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9ca8c41edb3ea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528" y="2340864"/>
            <a:ext cx="1222248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16776" y="2368296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672" y="2427732"/>
            <a:ext cx="78638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65056" y="2368296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b09711952520d9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287" y="3127248"/>
            <a:ext cx="1944623" cy="5608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724911" y="31790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69eb437d43f904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624" y="3236976"/>
            <a:ext cx="1679448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3072" y="31790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a57d7c8c14814cc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1784" y="3203448"/>
            <a:ext cx="1679448" cy="408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814316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de35ec2a93f452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7464" y="4739639"/>
            <a:ext cx="3791712" cy="606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da8c7406de94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528" y="2340864"/>
            <a:ext cx="4474464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10052" y="3159252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d704a80cfc434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836" y="3214116"/>
            <a:ext cx="4294632" cy="347472"/>
          </a:xfrm>
          <a:prstGeom prst="rect">
            <a:avLst/>
          </a:prstGeom>
        </p:spPr>
      </p:pic>
      <p:pic>
        <p:nvPicPr>
          <p:cNvPr id="13" name="Picture 12" descr="422af91a2bdf78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116" y="3867912"/>
            <a:ext cx="344728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280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881682f42a0c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cdab3b408eff0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06424" cy="615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92424" y="1999487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eaa3f2ff650e40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10256"/>
            <a:ext cx="25298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4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5d1f1a56c863e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5354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b159c0c0e4997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480560"/>
            <a:ext cx="18288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2b7195ac5d381c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115" y="2103120"/>
            <a:ext cx="399288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2089fe601026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5539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41392" y="1993392"/>
            <a:ext cx="634288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13fd534ad27a8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02996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15968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21e65f32b13ec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53009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36195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f36c3e55cedc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0312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11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df17a659aa3058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040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ed8f496d86b9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94560"/>
            <a:ext cx="661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ed8f496d86b9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67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1c405a7ecee3a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36f2a054c76947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704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815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0704" y="47152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16582afbfccd2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943" y="4663440"/>
            <a:ext cx="499871" cy="6522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0312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4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0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66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24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9456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fd352ebb6672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23" y="2103120"/>
            <a:ext cx="499871" cy="7741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16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474421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be52152533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663440"/>
            <a:ext cx="329184" cy="7101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9136" y="217170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88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2191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9136" y="2080260"/>
            <a:ext cx="4502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4888" y="2138171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2191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