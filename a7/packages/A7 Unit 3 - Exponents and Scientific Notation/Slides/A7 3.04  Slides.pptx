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0262" y="176022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5878" y="262585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12" y="323850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474464"/>
            <a:ext cx="170688" cy="5547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76728" y="452323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47446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1375e471a197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960" y="3337560"/>
            <a:ext cx="1316736" cy="73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18696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e662eafaba09a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20" y="3337560"/>
            <a:ext cx="196900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39128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97a68c5b0d6f07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551" y="3337560"/>
            <a:ext cx="1969008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b26dd1c4f061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725" y="2340864"/>
            <a:ext cx="136245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0181" y="24490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3322f317e3cda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173" y="2340864"/>
            <a:ext cx="13959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12157" y="244906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679" y="2508504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64111" y="244906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1a1e8399ce2f9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114" y="3288792"/>
            <a:ext cx="2170176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67290" y="3430524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4d0780cba10826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483" y="3488436"/>
            <a:ext cx="1682496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4979" y="3430524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06d6b57bc03862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4957" y="3456432"/>
            <a:ext cx="1679448" cy="4053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367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5256275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6487353c74996e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5081015"/>
            <a:ext cx="4267200" cy="807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f5217f7eb4021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219" y="2340864"/>
            <a:ext cx="4831080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8293" y="3345180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9ad19008f4436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546" y="3400044"/>
            <a:ext cx="4297680" cy="347472"/>
          </a:xfrm>
          <a:prstGeom prst="rect">
            <a:avLst/>
          </a:prstGeom>
        </p:spPr>
      </p:pic>
      <p:pic>
        <p:nvPicPr>
          <p:cNvPr id="13" name="Picture 12" descr="986b589c42d2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955" y="4053839"/>
            <a:ext cx="3721608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151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e883f301281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8074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66744" y="21000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bdb5dbd5190fc4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276453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50536" y="3185159"/>
            <a:ext cx="63337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395fcf61f0d867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94560"/>
            <a:ext cx="704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95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b0ea9280595c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912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5128" y="2093976"/>
            <a:ext cx="616915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a0522eb547e4ba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682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54296" y="3172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f5e46e308b616f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40233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d647a6f29dfd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002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45cde1f9722bf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243" y="2103120"/>
            <a:ext cx="63703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7634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paper is folded in half 7 times. The top layer is  </a:t>
            </a:r>
          </a:p>
        </p:txBody>
      </p:sp>
      <p:pic>
        <p:nvPicPr>
          <p:cNvPr id="10" name="Picture 9" descr="5558d1eb240962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095" y="1944623"/>
            <a:ext cx="420624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52719" y="1851660"/>
            <a:ext cx="2242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the paper.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paper is 30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03406"/>
            <a:ext cx="36989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5558d1eb240962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48" y="3096370"/>
            <a:ext cx="420624" cy="2712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16872" y="3003406"/>
            <a:ext cx="4191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?  Write it as a fraction.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7634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paper is folded in half 7 times. The top layer is  </a:t>
            </a:r>
          </a:p>
        </p:txBody>
      </p:sp>
      <p:pic>
        <p:nvPicPr>
          <p:cNvPr id="10" name="Picture 9" descr="9c05828c17955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095" y="1946147"/>
            <a:ext cx="423672" cy="268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55767" y="1851660"/>
            <a:ext cx="2242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the paper.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paper is 30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03406"/>
            <a:ext cx="36989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9c05828c17955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48" y="3097894"/>
            <a:ext cx="423672" cy="2682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19920" y="3003406"/>
            <a:ext cx="4191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?  Write it as a fraction.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8116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025bbe2352d11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356" y="4663440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f039f30161276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101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79a5e9e1457730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0b09890174e136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950f888df2a1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3a37a698b11c2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d44fa8d60938d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03120"/>
            <a:ext cx="704088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04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0076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04a54a40cd0eb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803" y="2138171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8155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