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76752f6b90e3a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720" y="3337560"/>
            <a:ext cx="1328928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564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f4a0184cab2e1f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72" y="3337560"/>
            <a:ext cx="1978152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45224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0d236d65c9794b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647" y="3337560"/>
            <a:ext cx="1978152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1929059091f4e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0105" y="2340864"/>
            <a:ext cx="1368552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8657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af686798a26cf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4649" y="2340864"/>
            <a:ext cx="1408176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22825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e9238f2ad6182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5347" y="2508504"/>
            <a:ext cx="78638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7173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076c46e61cf33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5590" y="3288792"/>
            <a:ext cx="2179320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7491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2402c94260d4dc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0103" y="3488436"/>
            <a:ext cx="1679448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9551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99e40f005d3ae5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9529" y="3454908"/>
            <a:ext cx="1676400" cy="408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7799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09c601891c6fc45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73296" cy="8107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89c2c846a3e03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340864"/>
            <a:ext cx="4828032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9817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6542358f7cf095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70" y="3400044"/>
            <a:ext cx="4294632" cy="347472"/>
          </a:xfrm>
          <a:prstGeom prst="rect">
            <a:avLst/>
          </a:prstGeom>
        </p:spPr>
      </p:pic>
      <p:pic>
        <p:nvPicPr>
          <p:cNvPr id="13" name="Picture 12" descr="937601ac64579b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0812" y="4053839"/>
            <a:ext cx="3739896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8175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8c8ff7225ddeea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9903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032" y="210159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0ebc6add04d32a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4472"/>
            <a:ext cx="2773680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9680" y="3188207"/>
            <a:ext cx="632459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62c59c684174d8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48" y="2194560"/>
            <a:ext cx="725424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e363ea742e8f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38272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4272" y="2093976"/>
            <a:ext cx="61600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1ac09e500b958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80488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66488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c29b4c4413d87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550df0579f9a7f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184a5178b8742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3767" y="2103120"/>
            <a:ext cx="63398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6116" y="2171700"/>
            <a:ext cx="4236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879" y="2234184"/>
            <a:ext cx="521207" cy="332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7087" y="2171700"/>
            <a:ext cx="2265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3866" y="3432379"/>
            <a:ext cx="36439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c9adefc290aa5b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617" y="3494863"/>
            <a:ext cx="52120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31825" y="3432379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04592" y="2080260"/>
            <a:ext cx="4236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pollen grain's mass is  </a:t>
            </a:r>
          </a:p>
        </p:txBody>
      </p:sp>
      <p:pic>
        <p:nvPicPr>
          <p:cNvPr id="10" name="Picture 9" descr="8f4fc9fafaaefa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355" y="2144268"/>
            <a:ext cx="52425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8611" y="2080260"/>
            <a:ext cx="2265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microgram.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Its width is 25 micrometers.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2342" y="3340939"/>
            <a:ext cx="36439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 </a:t>
            </a:r>
          </a:p>
        </p:txBody>
      </p:sp>
      <p:pic>
        <p:nvPicPr>
          <p:cNvPr id="14" name="Picture 13" descr="8f4fc9fafaaefa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093" y="3404947"/>
            <a:ext cx="524256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33349" y="3340939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8116" y="498228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025bbe2352d11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356" y="4826839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99931859c15140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02fd06d9d06458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51555c3ab4f821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528" y="2103120"/>
            <a:ext cx="66446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bc8fbfd36b278f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df6239309438ca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b67ccf22692bcf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048" y="2103120"/>
            <a:ext cx="725424" cy="1024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156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8552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418bbff52ec969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6279" y="2138171"/>
            <a:ext cx="533400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9679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