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 Laws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multiply and divide monomials, and raise a monomial to a power, by applying the laws of exponents to variable bases.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bases were all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base is a letter. Every law still works.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21180"/>
            <a:ext cx="1267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9936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2" name="Picture 11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304800" cy="664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3850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4" name="Picture 13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262884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3019" y="323850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51147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17" name="Picture 16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973068"/>
            <a:ext cx="1499616" cy="21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21180"/>
            <a:ext cx="1267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2702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49936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3" name="Picture 12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304800" cy="664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95605" y="2372868"/>
            <a:ext cx="1215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3850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6" name="Picture 15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262884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3019" y="323850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8069" y="3238500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 and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51147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20" name="Picture 19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973068"/>
            <a:ext cx="1499616" cy="213360"/>
          </a:xfrm>
          <a:prstGeom prst="rect">
            <a:avLst/>
          </a:prstGeom>
        </p:spPr>
      </p:pic>
      <p:pic>
        <p:nvPicPr>
          <p:cNvPr id="21" name="Picture 20" descr="cb1e58e5201185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284" y="3909059"/>
            <a:ext cx="280416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Product of powers — the base is a letter now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7f4dc7bb52f349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4" y="2340864"/>
            <a:ext cx="4245864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49888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3" name="Picture 12" descr="4bb1e456c94b13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879" y="2391156"/>
            <a:ext cx="2261616" cy="310896"/>
          </a:xfrm>
          <a:prstGeom prst="rect">
            <a:avLst/>
          </a:prstGeom>
        </p:spPr>
      </p:pic>
      <p:pic>
        <p:nvPicPr>
          <p:cNvPr id="14" name="Picture 13" descr="a285865d99a08f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064" y="3026664"/>
            <a:ext cx="5041392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37764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the coefficients. Add the exponents of like bases.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72940"/>
            <a:ext cx="5144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variables stay separate:  </a:t>
            </a:r>
          </a:p>
        </p:txBody>
      </p:sp>
      <p:pic>
        <p:nvPicPr>
          <p:cNvPr id="17" name="Picture 16" descr="2a950411e1004b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632" y="4489704"/>
            <a:ext cx="2618232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power, power of a 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e72c58bfa2a95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64" y="2340864"/>
            <a:ext cx="422757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5440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f6f2fe1277a80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431" y="2372868"/>
            <a:ext cx="1792224" cy="347472"/>
          </a:xfrm>
          <a:prstGeom prst="rect">
            <a:avLst/>
          </a:prstGeom>
        </p:spPr>
      </p:pic>
      <p:pic>
        <p:nvPicPr>
          <p:cNvPr id="13" name="Picture 12" descr="783225cb699ff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224" y="3026664"/>
            <a:ext cx="3727704" cy="423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26928" y="300990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1389c559d7859c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919" y="3026664"/>
            <a:ext cx="3389376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8866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multiply the exponents.  Power of a product: raise every factor.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Quotient of powers — dividing monomials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3942cbc98c315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52" y="2340864"/>
            <a:ext cx="4270248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6400" y="251460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90de12726cf0d0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391" y="2406396"/>
            <a:ext cx="1712976" cy="673608"/>
          </a:xfrm>
          <a:prstGeom prst="rect">
            <a:avLst/>
          </a:prstGeom>
        </p:spPr>
      </p:pic>
      <p:pic>
        <p:nvPicPr>
          <p:cNvPr id="13" name="Picture 12" descr="56477ae8447c46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700" y="3419856"/>
            <a:ext cx="1801368" cy="810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42068" y="359664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7b39cdb0ef566b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059" y="3421379"/>
            <a:ext cx="3032760" cy="807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568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Subtract the exponents of like bases.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 two monomials.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a0894cd9a5ccf6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43" y="2103120"/>
            <a:ext cx="2465832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de63dedae86b58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00456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90560" y="1903476"/>
            <a:ext cx="30937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regroup: coefficients, x's, y's</a:t>
            </a:r>
          </a:p>
        </p:txBody>
      </p:sp>
      <p:pic>
        <p:nvPicPr>
          <p:cNvPr id="11" name="Picture 10" descr="2f53120bf9dfff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3581400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67399" y="2601468"/>
            <a:ext cx="5516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coefficients; add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83ae14ddaf39e7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28700badd3bdf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 · 3,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power of a product, then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9dec83acdd34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8900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960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d5a2c92467f9be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4132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27320" y="1897380"/>
            <a:ext cx="615695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product: raise all three factors</a:t>
            </a:r>
          </a:p>
        </p:txBody>
      </p:sp>
      <p:pic>
        <p:nvPicPr>
          <p:cNvPr id="11" name="Picture 10" descr="8affb1101a179d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5541264" cy="816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27263" y="2785872"/>
            <a:ext cx="355701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coefficients; subtract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n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61e723e73851e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2194560"/>
            <a:ext cx="1292352" cy="12161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192ab9962e6dc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107" y="2194560"/>
            <a:ext cx="1289304" cy="1213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2770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16p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8p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2p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d4d3158a21a48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0123ea625216e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0312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like bases: add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7363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ea1790c6884cea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603" y="4663440"/>
            <a:ext cx="606552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df024cff5e9ce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194560"/>
            <a:ext cx="932688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power.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00e7a99be8e12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891" y="2103120"/>
            <a:ext cx="935736" cy="52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0169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power of a power: multiply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2791" y="46542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d59527968cea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2" y="4663440"/>
            <a:ext cx="615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6587" y="2171700"/>
            <a:ext cx="2996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cube has edge  </a:t>
            </a:r>
          </a:p>
        </p:txBody>
      </p:sp>
      <p:pic>
        <p:nvPicPr>
          <p:cNvPr id="10" name="Picture 9" descr="7234be0b0114cb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479" y="2228088"/>
            <a:ext cx="52425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9735" y="2171700"/>
            <a:ext cx="24023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2791" y="2857500"/>
            <a:ext cx="33039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3" name="Picture 12" descr="cf9ea632c43208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27" y="2912364"/>
            <a:ext cx="73456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4195" y="2857500"/>
            <a:ext cx="3591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cube's volume as a single monomial.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6587" y="2080260"/>
            <a:ext cx="2996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cube has edge  </a:t>
            </a:r>
          </a:p>
        </p:txBody>
      </p:sp>
      <p:pic>
        <p:nvPicPr>
          <p:cNvPr id="10" name="Picture 9" descr="8f127f99c88fb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479" y="2136648"/>
            <a:ext cx="52425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9735" y="2080260"/>
            <a:ext cx="24023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2791" y="2766060"/>
            <a:ext cx="33039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3" name="Picture 12" descr="8ee8aed49f7b7a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27" y="2820924"/>
            <a:ext cx="73456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4195" y="2766060"/>
            <a:ext cx="3591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cube's volume as a single monomial.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: raise the 2 as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7551" y="4768927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b5d97e94079cb0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791" y="4826839"/>
            <a:ext cx="64617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f0d74218b39c7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1" y="2194560"/>
            <a:ext cx="2642616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0518fcef0388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28" y="2103120"/>
            <a:ext cx="2645664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· 4,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a, b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1979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3df2d82dfc942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19" y="4663440"/>
            <a:ext cx="1417320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6cf649989ec0d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5" y="2194560"/>
            <a:ext cx="134416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b63f3b3a75f7bb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52" y="2103120"/>
            <a:ext cx="134721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25m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25m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a9b3bfaec72a6e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94560"/>
            <a:ext cx="969264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3509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57f74e63f18b45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03120"/>
            <a:ext cx="966216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4365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85c3b95db630c6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692" y="2194560"/>
            <a:ext cx="1088136" cy="102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b4ec42ed5af64d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215" y="2103120"/>
            <a:ext cx="108508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242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n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and n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0224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33514adb2311b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463" y="4663440"/>
            <a:ext cx="560832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6af21d554c0d03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913888"/>
            <a:ext cx="18348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law applies?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9b87377120470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822448"/>
            <a:ext cx="18348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+ n =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7268" y="2176272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10" name="Picture 9" descr="a608046776132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333" y="2194560"/>
            <a:ext cx="1335024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0357" y="2176272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2" name="Picture 11" descr="300f952ef0d53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335" y="2225040"/>
            <a:ext cx="5364480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93815" y="21762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0629" y="287273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5" name="Picture 14" descr="7c47cd9abe6657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159" y="2889503"/>
            <a:ext cx="1603248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1407" y="287273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each of them did.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744" y="2084831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10" name="Picture 9" descr="c182d5e9af300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09" y="2103120"/>
            <a:ext cx="1338072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1881" y="2084831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2" name="Picture 11" descr="633192d31288b5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859" y="2133599"/>
            <a:ext cx="5364480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95339" y="2084831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9105" y="278129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5" name="Picture 14" descr="9c1cc680a1f0e7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635" y="2798063"/>
            <a:ext cx="1606296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2931" y="278129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417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— Justina's is Rachel's product, multiplied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are correct; 15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3,375, x · x · x =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and six y's make 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powers: variable bases — TR9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a power: variable bases — 2CU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Divide monomials with positive exponents — C8L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