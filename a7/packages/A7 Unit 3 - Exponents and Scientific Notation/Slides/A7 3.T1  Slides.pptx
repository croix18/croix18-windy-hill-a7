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c79f54b1c757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95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dd1cb7111c0c43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4204"/>
            <a:ext cx="2261616" cy="307848"/>
          </a:xfrm>
          <a:prstGeom prst="rect">
            <a:avLst/>
          </a:prstGeom>
        </p:spPr>
      </p:pic>
      <p:pic>
        <p:nvPicPr>
          <p:cNvPr id="14" name="Picture 13" descr="70e3a362881c59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9711"/>
            <a:ext cx="5041392" cy="414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82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9035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55a243b3b0d18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95799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679aec6529a1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388" y="2340864"/>
            <a:ext cx="4224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3916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c55ac5754a9719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9907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6a71b95af9942a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48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8452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fd1a8388b368e1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43" y="3026664"/>
            <a:ext cx="338632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608c8ddc90838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76" y="2340864"/>
            <a:ext cx="4267200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4876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d442dfcdf4601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867" y="2406396"/>
            <a:ext cx="1712976" cy="676656"/>
          </a:xfrm>
          <a:prstGeom prst="rect">
            <a:avLst/>
          </a:prstGeom>
        </p:spPr>
      </p:pic>
      <p:pic>
        <p:nvPicPr>
          <p:cNvPr id="13" name="Picture 12" descr="f9fd1262257d1e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224" y="3422904"/>
            <a:ext cx="1798320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0544" y="35996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8939158b4e4e12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535" y="3422904"/>
            <a:ext cx="3032760" cy="810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72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096cf6a78ea74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e9baf7b90d4047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ea818d6e8453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1898904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768f4c680dae22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541264" cy="819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90443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307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17170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22808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17170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85750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91236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85750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08026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13664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08026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76606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82092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76606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7689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826839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0312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0312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0312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8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0312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79806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