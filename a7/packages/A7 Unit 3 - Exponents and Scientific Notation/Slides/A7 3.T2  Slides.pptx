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1784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4656" y="2372868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855" y="29855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5de87a3bb150246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2664" y="3621024"/>
            <a:ext cx="1188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cd918de8f30fd6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039" y="3337560"/>
            <a:ext cx="1231392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10432" y="3364991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f0548fb3bce457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624" y="3337560"/>
            <a:ext cx="1191768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2392" y="3364991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5b8f4c33711ab8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4288" y="3424428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37624" y="336499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881d449566ef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348" y="2366772"/>
            <a:ext cx="1405128" cy="563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73476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42b2725f9793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340864"/>
            <a:ext cx="2008632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7230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08bec074f1f4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2492" y="2346960"/>
            <a:ext cx="1630680" cy="603504"/>
          </a:xfrm>
          <a:prstGeom prst="rect">
            <a:avLst/>
          </a:prstGeom>
        </p:spPr>
      </p:pic>
      <p:pic>
        <p:nvPicPr>
          <p:cNvPr id="15" name="Picture 14" descr="4ff59d9fe39675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460" y="3230880"/>
            <a:ext cx="1752600" cy="67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5d61fc2d3f2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935" y="2362200"/>
            <a:ext cx="4352544" cy="5608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18479" y="2414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d6bca2366a074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672" y="2340864"/>
            <a:ext cx="3486912" cy="603504"/>
          </a:xfrm>
          <a:prstGeom prst="rect">
            <a:avLst/>
          </a:prstGeom>
        </p:spPr>
      </p:pic>
      <p:pic>
        <p:nvPicPr>
          <p:cNvPr id="13" name="Picture 12" descr="788d50e52115a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499" y="3218688"/>
            <a:ext cx="3398520" cy="618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75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961ccca56090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882ac73fb41e44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59384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79847" y="27203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8511" y="45857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dd0202a585c5c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751" y="4480560"/>
            <a:ext cx="524256" cy="758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71ad78b318f89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600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64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48cb8d3da119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07336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336" y="19964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90b862fc293b55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4160"/>
            <a:ext cx="10820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68040" y="287883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5" y="459486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17f826d00b01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480560"/>
            <a:ext cx="658368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1476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01c065afbed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663440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46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966cda65615d2f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31" y="2194560"/>
            <a:ext cx="90525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966cda65615d2f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31" y="2103120"/>
            <a:ext cx="90525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1476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dda12ba15c79c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663440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0312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123" y="47746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cdd5e9c452dd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364" y="4663440"/>
            <a:ext cx="637032" cy="7711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0312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9456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0312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02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b3e5b771f1656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17170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85750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8575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08026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76606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7660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