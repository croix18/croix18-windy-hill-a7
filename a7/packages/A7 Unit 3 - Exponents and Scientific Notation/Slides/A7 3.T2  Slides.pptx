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exponent on a letter was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x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-3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arrives — and it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4" name="Picture 13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7" name="Picture 16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31776" y="1760220"/>
            <a:ext cx="8417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77659" y="237286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6" name="Picture 15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5878" y="298551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20" name="Picture 19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2" name="Picture 21" descr="0ea9c861f6451d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431" y="3621024"/>
            <a:ext cx="170688" cy="5516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87675c2f746772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9729" y="3337560"/>
            <a:ext cx="1341120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80849" y="344728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2adecdac76fbb7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841" y="3337560"/>
            <a:ext cx="1359408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86249" y="344728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6" name="Picture 15" descr="69a124f957c6b4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771" y="3506724"/>
            <a:ext cx="783336" cy="338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32107" y="344728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b69ecc143d70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1944" y="2377440"/>
            <a:ext cx="1517904" cy="743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9848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60630814804bfc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839" y="2340864"/>
            <a:ext cx="2221992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7831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68ed09bab003c53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23" y="2345436"/>
            <a:ext cx="1825752" cy="807720"/>
          </a:xfrm>
          <a:prstGeom prst="rect">
            <a:avLst/>
          </a:prstGeom>
        </p:spPr>
      </p:pic>
      <p:pic>
        <p:nvPicPr>
          <p:cNvPr id="15" name="Picture 14" descr="69e3ce7992a6978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1" y="3432047"/>
            <a:ext cx="2322576" cy="9204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908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513b8e8cb2d2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820" y="2374392"/>
            <a:ext cx="4462272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6092" y="25161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003efac2bd7b70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2083" y="2340864"/>
            <a:ext cx="3785615" cy="807720"/>
          </a:xfrm>
          <a:prstGeom prst="rect">
            <a:avLst/>
          </a:prstGeom>
        </p:spPr>
      </p:pic>
      <p:pic>
        <p:nvPicPr>
          <p:cNvPr id="13" name="Picture 12" descr="e889baf54ca49a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112" y="3422904"/>
            <a:ext cx="3511296" cy="819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581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monomials with negative exponents.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cb6908d478c4c4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6915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5152" y="1903476"/>
            <a:ext cx="292912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pic>
        <p:nvPicPr>
          <p:cNvPr id="11" name="Picture 10" descr="3b9efb26957974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828544" cy="883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14544" y="2831592"/>
            <a:ext cx="62697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move y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down; the 12 and the x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stay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450d7a0354299e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4755" y="2194560"/>
            <a:ext cx="3112008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7260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fcfdcd223fa6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99" y="4480560"/>
            <a:ext cx="746760" cy="10119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Several laws in one expression — the state guide's item.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61639b8c49f6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03120"/>
            <a:ext cx="1417320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e48218bf3a7b1c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74848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60848" y="2100072"/>
            <a:ext cx="612343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raise every factor: a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, 4,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-7</a:t>
            </a:r>
          </a:p>
        </p:txBody>
      </p:sp>
      <p:pic>
        <p:nvPicPr>
          <p:cNvPr id="11" name="Picture 10" descr="732a8b0591bf3c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1408176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4176" y="318668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1,024;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-35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moves up as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42f4571630d5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94560"/>
            <a:ext cx="1773936" cy="1112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af1ad5233a94de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743" y="2194560"/>
            <a:ext cx="1780032" cy="1112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2711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27y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move the 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2772" y="47259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636f909b16359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11" y="4480560"/>
            <a:ext cx="935736" cy="10393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e1a9b92e4dabf4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1372" y="48539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4033d6f9e46bb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663440"/>
            <a:ext cx="478536" cy="929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0a7739fb7946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94560"/>
            <a:ext cx="716280" cy="103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59e61ec96faa8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571" y="2103120"/>
            <a:ext cx="722376" cy="10332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10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5481" y="2171700"/>
            <a:ext cx="4251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model's scale factor is  </a:t>
            </a:r>
          </a:p>
        </p:txBody>
      </p:sp>
      <p:pic>
        <p:nvPicPr>
          <p:cNvPr id="10" name="Picture 9" descr="270dca7efd9a2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178" y="2229612"/>
            <a:ext cx="7254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15602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model is 12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using only positive exponents.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5481" y="2080260"/>
            <a:ext cx="4251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model's scale factor is  </a:t>
            </a:r>
          </a:p>
        </p:txBody>
      </p:sp>
      <p:pic>
        <p:nvPicPr>
          <p:cNvPr id="10" name="Picture 9" descr="279e9e7a584d29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178" y="2138171"/>
            <a:ext cx="7254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15602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model is 12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using only positive exponents.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only the x moves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1372" y="490794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71f960ddecd24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715918"/>
            <a:ext cx="478536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positive exponents.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f20596ac66be7a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580" y="2103120"/>
            <a:ext cx="1356360" cy="527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474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factors move 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9536" y="49042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532a74f60c6ce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76" y="4663440"/>
            <a:ext cx="902208" cy="103022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475c3eb32f30ab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004" y="2103120"/>
            <a:ext cx="142951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f75ba70705ade9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03120"/>
            <a:ext cx="1450848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683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31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31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98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98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47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61aec65184b6be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7" y="2194560"/>
            <a:ext cx="603504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with a positive exponent.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206225517bbdc3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1388" y="2103120"/>
            <a:ext cx="618744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832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then rewrite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888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74f00062d590b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7" y="4663440"/>
            <a:ext cx="60350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60742bc89c11a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82092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+ n =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17170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22808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17170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22808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17170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5540" y="285750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94589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5544" y="28575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08026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899d3ea6912bf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13664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08026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ab89a53f283b55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13664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08026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5540" y="276606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dbda9c11c9673f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85445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5544" y="27660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reciprocals: 8 and 1/8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