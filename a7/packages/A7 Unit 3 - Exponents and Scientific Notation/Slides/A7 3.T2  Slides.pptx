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3337560"/>
            <a:ext cx="1335024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76277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3337560"/>
            <a:ext cx="1362456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4725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0583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377440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2340864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2345436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432047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374392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2340864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422904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2352" y="2831592"/>
            <a:ext cx="6281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1704" y="2100072"/>
            <a:ext cx="61325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85032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131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lamp's brightness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240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7736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765" y="1940052"/>
            <a:ext cx="5852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1398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12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03406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091798"/>
            <a:ext cx="585216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29369" y="3003406"/>
            <a:ext cx="5452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using only positive exponents.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131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lamp's brightness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240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7736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765" y="1940052"/>
            <a:ext cx="58826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17029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12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03406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091798"/>
            <a:ext cx="588264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32417" y="3003406"/>
            <a:ext cx="5452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using only positive exponents.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1372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20" name="Picture 19" descr="71f960ddecd24b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