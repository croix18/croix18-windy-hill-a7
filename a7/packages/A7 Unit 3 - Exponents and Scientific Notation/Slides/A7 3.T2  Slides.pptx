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37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855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080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81927" y="2985516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01212"/>
            <a:ext cx="507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0c7f91282138e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215" y="3621024"/>
            <a:ext cx="118872" cy="417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7087" y="3601212"/>
            <a:ext cx="5140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37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1784" y="1760220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4656" y="2372868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855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080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7" y="2985516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8855" y="2985516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01212"/>
            <a:ext cx="507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0c7f91282138e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215" y="3621024"/>
            <a:ext cx="118872" cy="417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27087" y="3601212"/>
            <a:ext cx="5140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5de87a3bb150246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2664" y="3621024"/>
            <a:ext cx="11887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cd918de8f30fd6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039" y="3337560"/>
            <a:ext cx="1231392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10432" y="3364991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f0548fb3bce457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624" y="3337560"/>
            <a:ext cx="1191768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2392" y="3364991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5b8f4c33711ab8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4288" y="3424428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437624" y="3364991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881d449566ef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348" y="2366772"/>
            <a:ext cx="1405128" cy="563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73476" y="24201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42b2725f97939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340864"/>
            <a:ext cx="2008632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72300" y="24201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708bec074f1f4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2492" y="2346960"/>
            <a:ext cx="1630680" cy="603504"/>
          </a:xfrm>
          <a:prstGeom prst="rect">
            <a:avLst/>
          </a:prstGeom>
        </p:spPr>
      </p:pic>
      <p:pic>
        <p:nvPicPr>
          <p:cNvPr id="15" name="Picture 14" descr="4ff59d9fe39675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4460" y="3230880"/>
            <a:ext cx="1752600" cy="6797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48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5d61fc2d3f2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935" y="2362200"/>
            <a:ext cx="4352544" cy="5608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18479" y="241401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d6bca2366a074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672" y="2340864"/>
            <a:ext cx="3486912" cy="603504"/>
          </a:xfrm>
          <a:prstGeom prst="rect">
            <a:avLst/>
          </a:prstGeom>
        </p:spPr>
      </p:pic>
      <p:pic>
        <p:nvPicPr>
          <p:cNvPr id="13" name="Picture 12" descr="788d50e52115ac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499" y="3218688"/>
            <a:ext cx="3398520" cy="618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75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961ccca56090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882ac73fb41e44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593848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79847" y="27203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8511" y="45857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dd0202a585c5c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8751" y="4480560"/>
            <a:ext cx="524256" cy="7589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71ad78b318f89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167" y="2103120"/>
            <a:ext cx="1091184" cy="600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64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2a48cb8d3da119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307336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3336" y="19964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90b862fc293b55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04160"/>
            <a:ext cx="1082040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68040" y="287883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0e364db61a9bd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2194560"/>
            <a:ext cx="1365504" cy="8260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0e364db61a9bd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2194560"/>
            <a:ext cx="1365504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06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5" y="459486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17f826d00b01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4480560"/>
            <a:ext cx="658368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1476" y="47396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01c065afbed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4663440"/>
            <a:ext cx="338328" cy="701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4904bc54085166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94560"/>
            <a:ext cx="505968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4904bc54085166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03120"/>
            <a:ext cx="505968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546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1040" y="2171700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0dca7efd9a2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200" y="2229612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75624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1040" y="2080260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0dca7efd9a2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200" y="2138171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75624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only the x moves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1476" y="479211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3dda12ba15c79c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4715918"/>
            <a:ext cx="338328" cy="701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0312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7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123" y="47746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cdd5e9c452dd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364" y="4663440"/>
            <a:ext cx="637032" cy="7711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0312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62f170bfccaf5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924" y="2194560"/>
            <a:ext cx="423672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62f170bfccaf5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924" y="2103120"/>
            <a:ext cx="423672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302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7396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b3e5b771f1656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701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17170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0802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82092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6920" y="217170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408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59832" y="217170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912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74408" y="217170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4304" y="2857500"/>
            <a:ext cx="742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024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2360" y="28575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6920" y="208026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408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59832" y="208026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912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74408" y="20802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4304" y="2766060"/>
            <a:ext cx="742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024" y="285445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2360" y="27660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