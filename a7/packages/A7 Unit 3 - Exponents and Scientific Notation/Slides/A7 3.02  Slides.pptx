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5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Quotient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quotient of powers, power of a quotient and zero exponent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same base, add the exponents.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Today: same base, subtract — and exponent 0 is not 0.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2" name="Picture 11" descr="38e9b447bed4dd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4" name="Picture 13" descr="73f8d0478760fc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6" name="Picture 15" descr="18ea63a1522c26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698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as one power:  </a:t>
            </a:r>
          </a:p>
        </p:txBody>
      </p:sp>
      <p:pic>
        <p:nvPicPr>
          <p:cNvPr id="10" name="Picture 9" descr="d71efaf91c1d96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5960" y="1848611"/>
            <a:ext cx="746760" cy="280416"/>
          </a:xfrm>
          <a:prstGeom prst="rect">
            <a:avLst/>
          </a:prstGeom>
        </p:spPr>
      </p:pic>
      <p:pic>
        <p:nvPicPr>
          <p:cNvPr id="11" name="Picture 10" descr="fe5bb28ba59f7a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360" y="1848611"/>
            <a:ext cx="259080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372868"/>
            <a:ext cx="7268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</a:t>
            </a:r>
          </a:p>
        </p:txBody>
      </p:sp>
      <p:pic>
        <p:nvPicPr>
          <p:cNvPr id="13" name="Picture 12" descr="38e9b447bed4dd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4171" y="2397252"/>
            <a:ext cx="914400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27211" y="2372868"/>
            <a:ext cx="575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6" name="Picture 15" descr="73f8d0478760fc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9368" y="3093720"/>
            <a:ext cx="1405128" cy="240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43136" y="2985516"/>
            <a:ext cx="942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&lt;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77412"/>
            <a:ext cx="20997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Simplify  </a:t>
            </a:r>
          </a:p>
        </p:txBody>
      </p:sp>
      <p:pic>
        <p:nvPicPr>
          <p:cNvPr id="19" name="Picture 18" descr="18ea63a1522c269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7084" y="3621024"/>
            <a:ext cx="880872" cy="5699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266596" y="3598164"/>
            <a:ext cx="388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Quotient of powers — same base, subtract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0fc742bc47e6f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9752" y="2340864"/>
            <a:ext cx="5462016" cy="813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581400"/>
            <a:ext cx="353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Quotient of powers:  </a:t>
            </a:r>
          </a:p>
        </p:txBody>
      </p:sp>
      <p:pic>
        <p:nvPicPr>
          <p:cNvPr id="13" name="Picture 12" descr="99376a582dd722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871" y="3474720"/>
            <a:ext cx="1749552" cy="670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34423" y="3581400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5" name="Picture 14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4607" y="3640836"/>
            <a:ext cx="789432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84039" y="3581400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7552" y="4579620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8" name="Picture 17" descr="74344545705a48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8837" y="4401312"/>
            <a:ext cx="3621024" cy="8138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Power of a quotient — the exponent goes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72c69fb4c92c9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3220" y="2340864"/>
            <a:ext cx="6355080" cy="8107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584448"/>
            <a:ext cx="36134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quotient:  </a:t>
            </a:r>
          </a:p>
        </p:txBody>
      </p:sp>
      <p:pic>
        <p:nvPicPr>
          <p:cNvPr id="12" name="Picture 11" descr="669ee74891112a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855" y="3471672"/>
            <a:ext cx="1691640" cy="682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55495" y="3584448"/>
            <a:ext cx="5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(</a:t>
            </a:r>
          </a:p>
        </p:txBody>
      </p:sp>
      <p:pic>
        <p:nvPicPr>
          <p:cNvPr id="14" name="Picture 13" descr="a22d74845d9bf1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5680" y="3642359"/>
            <a:ext cx="786384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2064" y="3584448"/>
            <a:ext cx="3307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87240"/>
            <a:ext cx="20337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Either way:  </a:t>
            </a:r>
          </a:p>
        </p:txBody>
      </p:sp>
      <p:pic>
        <p:nvPicPr>
          <p:cNvPr id="17" name="Picture 16" descr="efb58e8ff7264b8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4121" y="4410456"/>
            <a:ext cx="3188208" cy="8107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72329" y="4587240"/>
            <a:ext cx="1265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and   </a:t>
            </a:r>
          </a:p>
        </p:txBody>
      </p:sp>
      <p:pic>
        <p:nvPicPr>
          <p:cNvPr id="19" name="Picture 18" descr="1d8df7a17576def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01091" y="4611624"/>
            <a:ext cx="2231136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zero exponent — two roads to the same answer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423160" y="2340864"/>
          <a:ext cx="731520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7885" y="3337560"/>
            <a:ext cx="1630680" cy="7985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48565" y="3508248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13" name="Picture 12" descr="3484dae0b8b01f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543" y="3337560"/>
            <a:ext cx="2350008" cy="798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48551" y="3508248"/>
            <a:ext cx="1714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so      </a:t>
            </a:r>
          </a:p>
        </p:txBody>
      </p:sp>
      <p:pic>
        <p:nvPicPr>
          <p:cNvPr id="15" name="Picture 14" descr="7798067ac75298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186" y="3567683"/>
            <a:ext cx="917448" cy="3383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33315"/>
            <a:ext cx="2787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Zero exponent:  </a:t>
            </a:r>
          </a:p>
        </p:txBody>
      </p:sp>
      <p:pic>
        <p:nvPicPr>
          <p:cNvPr id="17" name="Picture 16" descr="d591c8ddcc96ae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37835" y="4491228"/>
            <a:ext cx="941832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9667" y="4433315"/>
            <a:ext cx="34064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for every nonzero </a:t>
            </a:r>
          </a:p>
        </p:txBody>
      </p:sp>
      <p:pic>
        <p:nvPicPr>
          <p:cNvPr id="19" name="Picture 18" descr="c030b8e94fe02f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8992" y="4570476"/>
            <a:ext cx="188976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66659ac1f0ea04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8988" y="2103120"/>
            <a:ext cx="923544" cy="947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539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65e93b2158cd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986784" cy="944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72784" y="2164080"/>
            <a:ext cx="511149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subtract</a:t>
            </a:r>
          </a:p>
        </p:txBody>
      </p:sp>
      <p:pic>
        <p:nvPicPr>
          <p:cNvPr id="11" name="Picture 10" descr="a6bb031371915f0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139440"/>
            <a:ext cx="1758696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44696" y="31150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three negative factors</a:t>
            </a:r>
          </a:p>
        </p:txBody>
      </p:sp>
      <p:pic>
        <p:nvPicPr>
          <p:cNvPr id="13" name="Picture 12" descr="1a7fe49e913d8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22192"/>
            <a:ext cx="2353056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39056" y="3768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divide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2991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309fc1c6c87d6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b0a43ae0750e3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94560"/>
            <a:ext cx="463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3263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subtract: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decimal base inside a quotient.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43cc8ad2e0ead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2103120"/>
            <a:ext cx="1097280" cy="6888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7ab80e4044f303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813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1136" y="2098548"/>
            <a:ext cx="5343144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quotient</a:t>
            </a:r>
          </a:p>
        </p:txBody>
      </p:sp>
      <p:pic>
        <p:nvPicPr>
          <p:cNvPr id="11" name="Picture 10" descr="e1269a6bd04833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08376"/>
            <a:ext cx="3486912" cy="691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31257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divide by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: four places left</a:t>
            </a:r>
          </a:p>
        </p:txBody>
      </p:sp>
      <p:pic>
        <p:nvPicPr>
          <p:cNvPr id="13" name="Picture 12" descr="ac2b58a90d22f6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974592"/>
            <a:ext cx="3447288" cy="4114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733288" y="3951731"/>
            <a:ext cx="565099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divide first, then raise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432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0.00000016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60d4cb6647bee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7651" y="2194560"/>
            <a:ext cx="966216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74bc3eff5c14b1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4604" y="2194560"/>
            <a:ext cx="972311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1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numerator and denominator both cubed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63905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78fdb0141a7d8d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480560"/>
            <a:ext cx="512064" cy="86563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858f7499cc3aa9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095" y="2194560"/>
            <a:ext cx="71932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b0b61f7be1f45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2620" y="2103120"/>
            <a:ext cx="716280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subtract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5172" y="460552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6677a7c7565446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412" y="4663440"/>
            <a:ext cx="630936" cy="4328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17170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6211579d9db5cb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228088"/>
            <a:ext cx="323088" cy="3444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17170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849ea0a036ce86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22808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17170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30736" y="2080260"/>
            <a:ext cx="28268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server stores  </a:t>
            </a:r>
          </a:p>
        </p:txBody>
      </p:sp>
      <p:pic>
        <p:nvPicPr>
          <p:cNvPr id="10" name="Picture 9" descr="2b0ddd72bd8ed32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0459" y="2135124"/>
            <a:ext cx="3230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47" y="2080260"/>
            <a:ext cx="1682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files in  </a:t>
            </a:r>
          </a:p>
        </p:txBody>
      </p:sp>
      <p:pic>
        <p:nvPicPr>
          <p:cNvPr id="12" name="Picture 11" descr="58e1a0d62eaf33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8474" y="2136648"/>
            <a:ext cx="298704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87178" y="2080260"/>
            <a:ext cx="27807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folders, evenly.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It has been running for 30 days.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files are in each folder?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9843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÷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159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512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1252d608a87976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1197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e97669c0d54b74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1191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56920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(−6)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615f3e719211e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9456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Apply the power of a quotient law. Do not simplify.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260e9dabd7b640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4771" y="2103120"/>
            <a:ext cx="1331976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goes to both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9331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55647924d7885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4663440"/>
            <a:ext cx="1152144" cy="10881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b00c54b2f2476e9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3496" y="2194560"/>
            <a:ext cx="414528" cy="435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902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53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1114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6983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17e435e9fa7e4f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447" y="2103120"/>
            <a:ext cx="420624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ad177fa159bf9a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7588" y="2194560"/>
            <a:ext cx="466344" cy="10027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5952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922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77807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87568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a899e53ebcbfa2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112" y="2103120"/>
            <a:ext cx="463296" cy="9997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31464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977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83583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27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fd8a7336ddfa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088" y="2194560"/>
            <a:ext cx="847344" cy="10210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3bf2466d9323c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8611" y="2103120"/>
            <a:ext cx="844296" cy="1018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95471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0.125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41e42a07b25976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9456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262fa269296131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0491" y="2103120"/>
            <a:ext cx="1240536" cy="859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697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any nonzero base to the zero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6338" y="2366772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62ec99fb62ba29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7624" y="2194560"/>
            <a:ext cx="1627632" cy="80162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366772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814e799b3c3f0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94560"/>
            <a:ext cx="1161288" cy="801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4745" y="2366772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7050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each one did, and what it tells you about 2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290" y="2273807"/>
            <a:ext cx="30884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Hannah cancels:  </a:t>
            </a:r>
          </a:p>
        </p:txBody>
      </p:sp>
      <p:pic>
        <p:nvPicPr>
          <p:cNvPr id="10" name="Picture 9" descr="3c353a5052ea24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4576" y="2103120"/>
            <a:ext cx="1630680" cy="79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25256" y="2273807"/>
            <a:ext cx="40953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 Sebastian subtracts:  </a:t>
            </a:r>
          </a:p>
        </p:txBody>
      </p:sp>
      <p:pic>
        <p:nvPicPr>
          <p:cNvPr id="12" name="Picture 11" descr="1b1a2270832c8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457" y="2103120"/>
            <a:ext cx="1164336" cy="798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47793" y="2273807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760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Who is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796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both are right, so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must equal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Both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0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2 — Quotient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with negative bases — WFW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Division with exponents — XNC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whole-number exponents — KBE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