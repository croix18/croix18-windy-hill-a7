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4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4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quotient of powers, power of a quotient and zero exponent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same base, add the exponents.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same base, subtract — and exponent 0 is not 0.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864" y="1848611"/>
            <a:ext cx="74676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38e9b447bed4dd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132" y="2397252"/>
            <a:ext cx="91440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73f8d0478760fc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093720"/>
            <a:ext cx="1405128" cy="240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607308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6" name="Picture 15" descr="05d454f83d6cc4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621024"/>
            <a:ext cx="618744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864" y="1848611"/>
            <a:ext cx="746760" cy="280416"/>
          </a:xfrm>
          <a:prstGeom prst="rect">
            <a:avLst/>
          </a:prstGeom>
        </p:spPr>
      </p:pic>
      <p:pic>
        <p:nvPicPr>
          <p:cNvPr id="11" name="Picture 10" descr="fe5bb28ba59f7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2263" y="1848611"/>
            <a:ext cx="25908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372868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38e9b447bed4dd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7132" y="2397252"/>
            <a:ext cx="91440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70171" y="2372868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−3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73f8d0478760fc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0375" y="3093720"/>
            <a:ext cx="1405128" cy="240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24144" y="2985516"/>
            <a:ext cx="1057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&lt;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07308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9" name="Picture 18" descr="05d454f83d6cc4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6051" y="3621024"/>
            <a:ext cx="618744" cy="4297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93436" y="3598164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Quotient of powers — same base, subtract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dbd5a264bd05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804" y="2340864"/>
            <a:ext cx="4629912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290316"/>
            <a:ext cx="3768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Quotient of powers:  </a:t>
            </a:r>
          </a:p>
        </p:txBody>
      </p:sp>
      <p:pic>
        <p:nvPicPr>
          <p:cNvPr id="13" name="Picture 12" descr="6199fc84ad6bb9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8482" y="3264408"/>
            <a:ext cx="1612392" cy="5090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30874" y="3290316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5" name="Picture 14" descr="1556166feb118f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1698" y="3349752"/>
            <a:ext cx="786384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68082" y="3290316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102607"/>
            <a:ext cx="3248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8" name="Picture 17" descr="3dc1c73e651199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8544" y="4029455"/>
            <a:ext cx="3203448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4cff797e1564f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340864"/>
            <a:ext cx="5138928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93364"/>
            <a:ext cx="39375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quotient:  </a:t>
            </a:r>
          </a:p>
        </p:txBody>
      </p:sp>
      <p:pic>
        <p:nvPicPr>
          <p:cNvPr id="12" name="Picture 11" descr="c7d38784274c88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7900" y="3264408"/>
            <a:ext cx="1450848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8748" y="3293364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077651efb4d1ec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9571" y="3351276"/>
            <a:ext cx="783336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908" y="3293364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108704"/>
            <a:ext cx="2184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Either way:  </a:t>
            </a:r>
          </a:p>
        </p:txBody>
      </p:sp>
      <p:pic>
        <p:nvPicPr>
          <p:cNvPr id="17" name="Picture 16" descr="917d6015434a00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300" y="4035552"/>
            <a:ext cx="2767584" cy="603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02884" y="4108704"/>
            <a:ext cx="15773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9" name="Picture 18" descr="85b4c3a7149613b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3064" y="4131564"/>
            <a:ext cx="2228088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2340864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72a47e68e9719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611" y="3337560"/>
            <a:ext cx="1453896" cy="5974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67507" y="3407664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13" name="Picture 12" descr="7b9bcc028b6012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219" y="3337560"/>
            <a:ext cx="2237232" cy="5974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53452" y="3407664"/>
            <a:ext cx="2614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so      </a:t>
            </a:r>
          </a:p>
        </p:txBody>
      </p:sp>
      <p:pic>
        <p:nvPicPr>
          <p:cNvPr id="15" name="Picture 14" descr="d4454095d2619e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0460" y="3467100"/>
            <a:ext cx="917448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232147"/>
            <a:ext cx="292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Zero exponent:  </a:t>
            </a:r>
          </a:p>
        </p:txBody>
      </p:sp>
      <p:pic>
        <p:nvPicPr>
          <p:cNvPr id="17" name="Picture 16" descr="d4820dc08b2ea3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1392" y="4290059"/>
            <a:ext cx="938784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10176" y="4232147"/>
            <a:ext cx="3768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for every nonzero </a:t>
            </a:r>
          </a:p>
        </p:txBody>
      </p:sp>
      <p:pic>
        <p:nvPicPr>
          <p:cNvPr id="19" name="Picture 18" descr="19069146cae962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1105" y="4369307"/>
            <a:ext cx="188976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e21ffa4c9a5cf3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6148" y="2103120"/>
            <a:ext cx="649224" cy="701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070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2684f3bd4992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06368" cy="701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92368" y="2042160"/>
            <a:ext cx="539191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subtract</a:t>
            </a:r>
          </a:p>
        </p:txBody>
      </p:sp>
      <p:pic>
        <p:nvPicPr>
          <p:cNvPr id="11" name="Picture 10" descr="a45f65a041e951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95600"/>
            <a:ext cx="175564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41648" y="28727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three negative factors</a:t>
            </a:r>
          </a:p>
        </p:txBody>
      </p:sp>
      <p:pic>
        <p:nvPicPr>
          <p:cNvPr id="13" name="Picture 12" descr="322d685306cd6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581400"/>
            <a:ext cx="2350008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36008" y="352958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divide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fbf374ea10315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94560"/>
            <a:ext cx="329184" cy="7650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fbf374ea10315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94560"/>
            <a:ext cx="329184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9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subtract: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decimal base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dba29c9c870dd3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302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510481b23c58f8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11424" cy="606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97424" y="1994916"/>
            <a:ext cx="6086856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</a:t>
            </a:r>
          </a:p>
        </p:txBody>
      </p:sp>
      <p:pic>
        <p:nvPicPr>
          <p:cNvPr id="11" name="Picture 10" descr="f2b05189d9a75b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01112"/>
            <a:ext cx="3148584" cy="5242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584" y="2834640"/>
            <a:ext cx="594969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by 10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: four places left</a:t>
            </a:r>
          </a:p>
        </p:txBody>
      </p:sp>
      <p:pic>
        <p:nvPicPr>
          <p:cNvPr id="13" name="Picture 12" descr="43184a255a22c7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599688"/>
            <a:ext cx="3444240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30240" y="3576828"/>
            <a:ext cx="565403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divide first, then raise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0.00000016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f1e17a107cd8b6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0804" y="2194560"/>
            <a:ext cx="819912" cy="6431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f1e17a107cd8b6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0804" y="2194560"/>
            <a:ext cx="819912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577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numerator and denominator both cubed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53390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4234a344fb418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480560"/>
            <a:ext cx="359664" cy="655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b55195a39995f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776" y="2194560"/>
            <a:ext cx="505968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b55195a39995f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776" y="2103120"/>
            <a:ext cx="505968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4248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5172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77a7c7565446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412" y="4663440"/>
            <a:ext cx="63093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020f12a59a6eb9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94560"/>
            <a:ext cx="329184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020f12a59a6eb9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03120"/>
            <a:ext cx="329184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3944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816c40e48004bb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6900" y="2194560"/>
            <a:ext cx="807720" cy="886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816c40e48004bb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6900" y="2103120"/>
            <a:ext cx="807720" cy="886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644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(−6)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0fbed3cfbfe87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787" y="2194560"/>
            <a:ext cx="1075944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Apply the power of a quotient law. Do not simplify.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0fbed3cfbfe87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787" y="2103120"/>
            <a:ext cx="1075944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358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goes to both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780" y="479450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8c39e005e4d06b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020" y="4663440"/>
            <a:ext cx="807720" cy="81076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90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698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03120"/>
            <a:ext cx="414528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758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33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33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97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97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255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634c4efb1266f5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94560"/>
            <a:ext cx="329184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60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23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23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281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281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339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634c4efb1266f5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103120"/>
            <a:ext cx="329184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845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508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508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366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366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4253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4813f5720ac56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79" y="2194560"/>
            <a:ext cx="594360" cy="7680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4813f5720ac56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79" y="2103120"/>
            <a:ext cx="594360" cy="7680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4553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0.125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643aab6f036f1c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94560"/>
            <a:ext cx="1014984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643aab6f036f1c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03120"/>
            <a:ext cx="1014984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29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any nonzero base to the zero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0815" y="2264664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72a47e68e9719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2936" y="2194560"/>
            <a:ext cx="1453896" cy="597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86832" y="2264664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940ad82cc09b11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4288" y="2194560"/>
            <a:ext cx="1051560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5848" y="2264664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662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one did, and what it tells you about 2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0815" y="2173224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72a47e68e9719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2936" y="2103120"/>
            <a:ext cx="1453896" cy="597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86832" y="2173224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940ad82cc09b11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4288" y="2103120"/>
            <a:ext cx="1051560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5848" y="2173224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48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59544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right, so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must equal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0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Stop at a SmartScore of 67 on each skill. Whatever you do not finish is tonight's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with negative bases — WFW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Optional: Division with exponents — XNC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Optional: Identify equivalent expressions involving whole-number exponents — KBE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