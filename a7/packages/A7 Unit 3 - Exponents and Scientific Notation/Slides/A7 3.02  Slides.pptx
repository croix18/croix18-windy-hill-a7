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05d454f83d6cc4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263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0171" y="2372868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24144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05d454f83d6cc4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3436" y="35981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dbd5a264bd05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804" y="2340864"/>
            <a:ext cx="4629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290316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6199fc84ad6bb9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264408"/>
            <a:ext cx="1612392" cy="509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30874" y="3290316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698" y="3349752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68082" y="32903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02607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3dc1c73e65119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029455"/>
            <a:ext cx="3203448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4cff797e15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340864"/>
            <a:ext cx="51389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93364"/>
            <a:ext cx="39375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c7d38784274c88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0" y="3264408"/>
            <a:ext cx="14508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8748" y="3293364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077651efb4d1ec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571" y="3351276"/>
            <a:ext cx="783336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908" y="32933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08704"/>
            <a:ext cx="2184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917d6015434a0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300" y="4035552"/>
            <a:ext cx="2767584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84" y="4108704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85b4c3a7149613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064" y="4131564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611" y="3337560"/>
            <a:ext cx="1453896" cy="597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67507" y="34076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7b9bcc028b601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219" y="3337560"/>
            <a:ext cx="2237232" cy="5974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3452" y="340766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d4454095d2619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460" y="3467100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32147"/>
            <a:ext cx="292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4820dc08b2ea3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392" y="4290059"/>
            <a:ext cx="938784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10176" y="4232147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9069146cae962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1105" y="4369307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21ffa4c9a5cf3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148" y="2103120"/>
            <a:ext cx="649224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070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2684f3bd4992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06368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92368" y="2042160"/>
            <a:ext cx="5391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45f65a041e951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95600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28727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322d685306cd6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81400"/>
            <a:ext cx="235000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52958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ba29c9c870dd3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02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10481b23c58f8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11424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97424" y="1994916"/>
            <a:ext cx="608685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f2b05189d9a75b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1112"/>
            <a:ext cx="3148584" cy="524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584" y="2834640"/>
            <a:ext cx="59496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43184a255a22c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9688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576828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77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4234a344fb418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5092" y="217170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12" y="222808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300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22808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2604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5092" y="208026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12" y="213664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300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13664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2604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9456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0312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44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9456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0312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780" y="47945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c39e005e4d06b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020" y="4663440"/>
            <a:ext cx="807720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758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55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9456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0312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553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9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26466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9456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26466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9456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17322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0312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17322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0312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