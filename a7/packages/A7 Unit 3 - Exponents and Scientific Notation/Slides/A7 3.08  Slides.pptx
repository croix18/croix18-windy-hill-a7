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a large number in scientific notation, read one back into standard form, and find how many times larger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 laws finished — numbers and letters.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go to work on twenty-digit numbers.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859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3352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2433828"/>
            <a:ext cx="774192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009900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98164"/>
            <a:ext cx="6741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859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3352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57208" y="1760220"/>
            <a:ext cx="8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2433828"/>
            <a:ext cx="774192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12128" y="2372868"/>
            <a:ext cx="2751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1,000,000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009900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91376" y="2985516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98164"/>
            <a:ext cx="6741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7668" y="3598164"/>
            <a:ext cx="156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millions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Powers of ten name the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87552" y="34015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b27e8460bd7b4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591" y="2403348"/>
            <a:ext cx="1124712" cy="286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72303" y="2318004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2" name="Picture 11" descr="5a4cc05f4627ca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496" y="2388108"/>
            <a:ext cx="1551432" cy="316992"/>
          </a:xfrm>
          <a:prstGeom prst="rect">
            <a:avLst/>
          </a:prstGeom>
        </p:spPr>
      </p:pic>
      <p:pic>
        <p:nvPicPr>
          <p:cNvPr id="13" name="Picture 12" descr="6902e57b0f7224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4764" y="3032760"/>
            <a:ext cx="3139440" cy="3992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34204" y="3003804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bb8e1a4edb974c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4396" y="3037332"/>
            <a:ext cx="3642360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decimal point moves: 26,000,000. → 2.6, seven places,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7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98e87f3d4c2e5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460" y="2348484"/>
            <a:ext cx="166116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52620" y="242316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cfb06df0f3fd1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2812" y="2340864"/>
            <a:ext cx="3127248" cy="621792"/>
          </a:xfrm>
          <a:prstGeom prst="rect">
            <a:avLst/>
          </a:prstGeom>
        </p:spPr>
      </p:pic>
      <p:pic>
        <p:nvPicPr>
          <p:cNvPr id="13" name="Picture 12" descr="eed5e56150e7cd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1771" y="3236976"/>
            <a:ext cx="3617976" cy="6156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9099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2252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On a screen, 8.4E6 means 8.4 ×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Standard form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 2018, funding for education in Florida totaled 30,100,000,000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309181216169ba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00016" cy="39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86016" y="1889760"/>
            <a:ext cx="439826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3 is in the ten-billions place</a:t>
            </a:r>
          </a:p>
        </p:txBody>
      </p:sp>
      <p:pic>
        <p:nvPicPr>
          <p:cNvPr id="11" name="Picture 10" descr="111dd5cc8ebad3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0799"/>
            <a:ext cx="6541008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27008" y="2528315"/>
            <a:ext cx="255727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630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1 is in the hundred-millions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1.105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0659" y="208026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dc6640317f68a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8116" y="2133599"/>
            <a:ext cx="140512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3244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7f651d263392d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028" y="2136648"/>
            <a:ext cx="1414272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74300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1ace4f2647ac8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286256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72256" y="19537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f148e08292888e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18816"/>
            <a:ext cx="2212848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98848" y="27919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subtract the exponents</a:t>
            </a:r>
          </a:p>
        </p:txBody>
      </p:sp>
      <p:pic>
        <p:nvPicPr>
          <p:cNvPr id="13" name="Picture 12" descr="433f8052cac9cb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596640"/>
            <a:ext cx="2026920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2920" y="3512819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1340" y="2185415"/>
            <a:ext cx="43312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b3b23388699e71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5388" y="2194560"/>
            <a:ext cx="176479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74136" y="2945892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33ace73c84f9ae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3072" y="2953512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1340" y="2185415"/>
            <a:ext cx="43312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b3b23388699e71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5388" y="2194560"/>
            <a:ext cx="176479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74136" y="2945892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33ace73c84f9ae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3072" y="2953512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5461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0.75 × 10 = 7.5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7658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4 in?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millions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0699" y="217170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f1494d210188d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2225040"/>
            <a:ext cx="142951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65292" y="21717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0699" y="208026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f1494d210188d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2133599"/>
            <a:ext cx="142951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65292" y="20802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7.2 × 10,000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72,000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356,000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Every nonzero digit stays in the coefficient.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356,000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3.56 hundred-thousands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2472" y="21717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1ab45d017fce8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0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99223" y="2171700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d99a9851995ad5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2600" y="2223516"/>
            <a:ext cx="138988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92488" y="217170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Look at the powers first.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2472" y="20802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1ab45d017fce8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0" y="213207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99223" y="2080260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d99a9851995ad5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2600" y="2132076"/>
            <a:ext cx="138988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92488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950,000 versus 1,200,000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5.2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5.2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2411" y="217170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cb3383a0ac489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867" y="2225040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9339" y="217170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136c380adf2ac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6123" y="2223516"/>
            <a:ext cx="110642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72547" y="217170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2411" y="208026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cb3383a0ac489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867" y="2133599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9339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136c380adf2ac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6123" y="2132076"/>
            <a:ext cx="110642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72547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1,000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1515" y="217170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9dfa88f60f7695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972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0196" y="217170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441501d81b57e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6980" y="2225040"/>
            <a:ext cx="142646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83444" y="217170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Coefficients, then powers, then multiply.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1515" y="208026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9dfa88f60f7695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972" y="213207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0196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441501d81b57e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6980" y="2133599"/>
            <a:ext cx="142646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83444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 is not an error.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3,500,000,000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0875" y="2171700"/>
            <a:ext cx="53614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8eae714437c97e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5148" y="2223516"/>
            <a:ext cx="131064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25788" y="217170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definition.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0875" y="2080260"/>
            <a:ext cx="53614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8eae714437c97e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5148" y="2132076"/>
            <a:ext cx="131064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25788" y="208026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76732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equal, yes — scientific notation, 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Equal, yes. Scientific notation, no: 20 is not less than 10.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Stop at a SmartScore of 67 on each skill. Whatever you do not finish is tonight's practice.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large numbers — 2AL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large numbers — WEZ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Also consider: Powers of ten — LJQ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