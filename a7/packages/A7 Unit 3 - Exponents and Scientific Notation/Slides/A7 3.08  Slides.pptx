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Writing Large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write a large number in scientific notation, read one back into standard form, and find how many times larger one number is than another.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 laws finished — numbers and letters.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go to work on twenty-digit numbers.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5670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exponent:  </a:t>
            </a:r>
          </a:p>
        </p:txBody>
      </p:sp>
      <p:pic>
        <p:nvPicPr>
          <p:cNvPr id="10" name="Picture 9" descr="1f7555b99367de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353" y="1850136"/>
            <a:ext cx="58521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1a29715e97268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33828"/>
            <a:ext cx="774192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dcb33f053a4bb3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598164"/>
            <a:ext cx="59976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In 4,500,000, which place is the 4 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5670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exponent:  </a:t>
            </a:r>
          </a:p>
        </p:txBody>
      </p:sp>
      <p:pic>
        <p:nvPicPr>
          <p:cNvPr id="10" name="Picture 9" descr="1f7555b99367de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353" y="1850136"/>
            <a:ext cx="58521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42209" y="1760220"/>
            <a:ext cx="769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4/x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1a29715e97268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33828"/>
            <a:ext cx="774192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5131" y="2372868"/>
            <a:ext cx="2426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2300" b="1" i="0">
                <a:solidFill>
                  <a:srgbClr val="9E1B32"/>
                </a:solidFill>
                <a:latin typeface="Century Schoolbook"/>
              </a:rPr>
              <a:t> = 1,000,000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dcb33f053a4bb3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04379" y="2985516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98164"/>
            <a:ext cx="59976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In 4,500,000, which place is the 4 in?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3604" y="3598164"/>
            <a:ext cx="15117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millions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Powers of ten name the places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142999" y="2340864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1,000,000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87552" y="34015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exponent counts the zeros — and names the place of the 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b27e8460bd7b4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840" y="2403348"/>
            <a:ext cx="1124712" cy="286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73552" y="2318004"/>
            <a:ext cx="1524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with   </a:t>
            </a:r>
          </a:p>
        </p:txBody>
      </p:sp>
      <p:pic>
        <p:nvPicPr>
          <p:cNvPr id="12" name="Picture 11" descr="5a4cc05f4627ca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1247" y="2388108"/>
            <a:ext cx="1551432" cy="316992"/>
          </a:xfrm>
          <a:prstGeom prst="rect">
            <a:avLst/>
          </a:prstGeom>
        </p:spPr>
      </p:pic>
      <p:pic>
        <p:nvPicPr>
          <p:cNvPr id="13" name="Picture 12" descr="6902e57b0f7224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6864" y="3032760"/>
            <a:ext cx="3139440" cy="3992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06304" y="30038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bb8e1a4edb974c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295" y="3037332"/>
            <a:ext cx="3642360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coefficient is at least 1 and less than 10: one nonzero digit before the decimal point.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9834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exponent is how many places the decimal point moves: 26,000,000. → 2.6, seven places,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7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How many times larger?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1406438abbd7e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368" y="2348484"/>
            <a:ext cx="2100072" cy="8138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0440" y="252679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8f39ef09a55740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431" y="2340864"/>
            <a:ext cx="3474720" cy="829056"/>
          </a:xfrm>
          <a:prstGeom prst="rect">
            <a:avLst/>
          </a:prstGeom>
        </p:spPr>
      </p:pic>
      <p:pic>
        <p:nvPicPr>
          <p:cNvPr id="13" name="Picture 12" descr="22a7f0f67c2969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2316" y="3444240"/>
            <a:ext cx="4056888" cy="8290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61162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Divide the powers of 10. Multiply the two results.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534314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On a screen, 8.4E6 means 8.4 ×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Standard form to scientific notation.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In 2018, funding for education in Florida totaled 30,100,000,000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715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Express this value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309181216169ba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700016" cy="39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86016" y="1889760"/>
            <a:ext cx="4398264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3 is in the ten-billions place</a:t>
            </a:r>
          </a:p>
        </p:txBody>
      </p:sp>
      <p:pic>
        <p:nvPicPr>
          <p:cNvPr id="11" name="Picture 10" descr="111dd5cc8ebad3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0799"/>
            <a:ext cx="6541008" cy="332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27008" y="2528315"/>
            <a:ext cx="255727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painting sold for 110,500,000 dollars.  Write this value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painting sold for 110,500,000 dollars.  Write this value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630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1 is in the hundred-millions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1.105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How many times larger?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8167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4dc6640317f68a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9072" y="2133599"/>
            <a:ext cx="140512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4200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a7f651d263392d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3252" y="2136648"/>
            <a:ext cx="1414272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47524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862d7a83bd8e2f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438656" cy="6888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24656" y="2036064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coefficients</a:t>
            </a:r>
          </a:p>
        </p:txBody>
      </p:sp>
      <p:pic>
        <p:nvPicPr>
          <p:cNvPr id="11" name="Picture 10" descr="b1fb3cad81ed93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3408"/>
            <a:ext cx="2386584" cy="8107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72583" y="306019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powers of 10: subtract the exponents</a:t>
            </a:r>
          </a:p>
        </p:txBody>
      </p:sp>
      <p:pic>
        <p:nvPicPr>
          <p:cNvPr id="13" name="Picture 12" descr="433f8052cac9cb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68496"/>
            <a:ext cx="2026920" cy="289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2920" y="3884675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the two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152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15 times larger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4952" y="2185415"/>
            <a:ext cx="3923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Everglades alligators:  </a:t>
            </a:r>
          </a:p>
        </p:txBody>
      </p:sp>
      <p:pic>
        <p:nvPicPr>
          <p:cNvPr id="10" name="Picture 9" descr="b3b23388699e71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775" y="2194560"/>
            <a:ext cx="176479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24165" y="2945892"/>
            <a:ext cx="33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Florida alligators:  </a:t>
            </a:r>
          </a:p>
        </p:txBody>
      </p:sp>
      <p:pic>
        <p:nvPicPr>
          <p:cNvPr id="12" name="Picture 11" descr="33ace73c84f9ae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42" y="2953512"/>
            <a:ext cx="1734312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715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About how many times larger is the Florida number?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4952" y="2185415"/>
            <a:ext cx="3923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Everglades alligators:  </a:t>
            </a:r>
          </a:p>
        </p:txBody>
      </p:sp>
      <p:pic>
        <p:nvPicPr>
          <p:cNvPr id="10" name="Picture 9" descr="b3b23388699e71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775" y="2194560"/>
            <a:ext cx="176479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24165" y="2945892"/>
            <a:ext cx="33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Florida alligators:  </a:t>
            </a:r>
          </a:p>
        </p:txBody>
      </p:sp>
      <p:pic>
        <p:nvPicPr>
          <p:cNvPr id="12" name="Picture 11" descr="33ace73c84f9ae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42" y="2953512"/>
            <a:ext cx="1734312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715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About how many times larger is the Florida number?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25461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0.75 × 10 = 7.5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7658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about 7.5 times larger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4,000,000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place is the 4 in?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4,000,000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millions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0641" y="217170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5f1494d210188d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4522" y="2225040"/>
            <a:ext cx="142951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34034" y="217170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Move the point four places.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0641" y="208026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5f1494d210188d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4522" y="2133599"/>
            <a:ext cx="142951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34034" y="208026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7.2 × 10,000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72,000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stadium's renovation used  356,000  bolts.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stadium seats 71,000 people.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431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of bolts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Every nonzero digit stays in the coefficient.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stadium's renovation used  356,000  bolts.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stadium seats 71,000 people.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5287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of bolts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87347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3.56 hundred-thousands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3.56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496" y="217170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1ab45d017fce8a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398" y="222351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6622" y="217170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d99a9851995ad5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9308" y="2223516"/>
            <a:ext cx="1389888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2919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Look at the powers first.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496" y="208026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1ab45d017fce8a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398" y="213207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6622" y="208026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d99a9851995ad5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9308" y="2132076"/>
            <a:ext cx="1389888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29196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950,000 versus 1,200,000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52,000,000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52,000,000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5.2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5.2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9919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cb3383a0ac489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824" y="2225040"/>
            <a:ext cx="110947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20296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136c380adf2acf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9348" y="2223516"/>
            <a:ext cx="110642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45772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9919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cb3383a0ac489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824" y="2133599"/>
            <a:ext cx="110947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20296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136c380adf2acf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9348" y="2132076"/>
            <a:ext cx="110642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45772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1,000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79023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9dfa88f60f7695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928" y="222351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1152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441501d81b57e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0204" y="2225040"/>
            <a:ext cx="1426464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56668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Coefficients, then powers, then multiply.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79023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9dfa88f60f7695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928" y="213207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115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441501d81b57e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0204" y="2133599"/>
            <a:ext cx="1426464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56668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400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3.5E9.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 is not an error.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3.5E9.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85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3.5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3,500,000,000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4026" y="2171700"/>
            <a:ext cx="5029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Marcus writes  2,000,000  as  </a:t>
            </a:r>
          </a:p>
        </p:txBody>
      </p:sp>
      <p:pic>
        <p:nvPicPr>
          <p:cNvPr id="10" name="Picture 9" descr="8eae714437c97e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6417" y="2223516"/>
            <a:ext cx="131064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97057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Is his expression equal to 2,000,000? Is it scientific notation?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definition.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4026" y="2080260"/>
            <a:ext cx="5029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Marcus writes  2,000,000  as  </a:t>
            </a:r>
          </a:p>
        </p:txBody>
      </p:sp>
      <p:pic>
        <p:nvPicPr>
          <p:cNvPr id="10" name="Picture 9" descr="8eae714437c97e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6417" y="2132076"/>
            <a:ext cx="131064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97057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Is his expression equal to 2,000,000? Is it scientific notation?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76732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equal, yes — scientific notation, 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Equal, yes. Scientific notation, no: 20 is not less than 10.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Convert between standard and scientific notation: large numbers — 2AL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Compare large numbers — WEZ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ten — LJQ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