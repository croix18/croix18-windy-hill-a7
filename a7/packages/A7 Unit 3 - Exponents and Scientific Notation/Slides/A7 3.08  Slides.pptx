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 laws finished — numbers and letters.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go to work on twenty-digit numbers.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10" name="Picture 9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850136"/>
            <a:ext cx="58521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2209" y="176022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33828"/>
            <a:ext cx="77419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5131" y="237286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9816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604" y="359816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34015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403348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2318004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388108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3031236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30038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3037332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348484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5252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2340864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441192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6055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37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Standard form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9064" y="1891284"/>
            <a:ext cx="4395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3 is in the ten-billions place</a:t>
            </a:r>
          </a:p>
        </p:txBody>
      </p:sp>
      <p:pic>
        <p:nvPicPr>
          <p:cNvPr id="11" name="Picture 10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30056" y="2532887"/>
            <a:ext cx="255422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630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1 is in the hundred-millions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24656" y="203758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2583" y="3061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subtract the exponents</a:t>
            </a:r>
          </a:p>
        </p:txBody>
      </p:sp>
      <p:pic>
        <p:nvPicPr>
          <p:cNvPr id="13" name="Picture 12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2920" y="38846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10" name="Picture 9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2" name="Picture 11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7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0.75 × 10 = 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796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4 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millions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7.2 ×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3.56 hundred-thousands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powers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950,000 versus 1,200,000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Coefficients, then powers, then multiply.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 is not an error.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3.5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definition.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10" name="Picture 9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6732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equal, yes — scientific notation,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