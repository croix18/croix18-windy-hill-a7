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2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6741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2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57208" y="1760220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12128" y="2372868"/>
            <a:ext cx="2751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1376" y="298551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6741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7668" y="3598164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b27e8460bd7b4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591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2303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5a4cc05f4627ca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496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6902e57b0f7224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4764" y="3032760"/>
            <a:ext cx="3139440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4204" y="30038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bb8e1a4edb97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396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98e87f3d4c2e5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460" y="2348484"/>
            <a:ext cx="1661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620" y="24231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cfb06df0f3fd1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812" y="2340864"/>
            <a:ext cx="3127248" cy="621792"/>
          </a:xfrm>
          <a:prstGeom prst="rect">
            <a:avLst/>
          </a:prstGeom>
        </p:spPr>
      </p:pic>
      <p:pic>
        <p:nvPicPr>
          <p:cNvPr id="13" name="Picture 12" descr="eed5e56150e7cd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771" y="3236976"/>
            <a:ext cx="3617976" cy="6156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9099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225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09181216169b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0016" cy="39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6016" y="1889760"/>
            <a:ext cx="439826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111dd5cc8ebad3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0799"/>
            <a:ext cx="6541008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27008" y="2528315"/>
            <a:ext cx="25572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0659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116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3244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028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74300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1ace4f2647ac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28625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72256" y="19537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f148e08292888e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8816"/>
            <a:ext cx="22128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98848" y="2791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433f8052cac9cb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6640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51281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1340" y="2185415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8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74136" y="2945892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07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1340" y="2185415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8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74136" y="2945892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07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4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658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0699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5292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0699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33599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5292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2472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0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99223" y="217170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0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92488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2472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0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99223" y="208026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0" y="213207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92488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2411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67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9339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123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72547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2411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67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9339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123" y="213207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72547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15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972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0196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80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83444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15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972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019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80" y="2133599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83444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0875" y="2171700"/>
            <a:ext cx="53614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148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25788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0875" y="2080260"/>
            <a:ext cx="53614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148" y="213207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25788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6732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