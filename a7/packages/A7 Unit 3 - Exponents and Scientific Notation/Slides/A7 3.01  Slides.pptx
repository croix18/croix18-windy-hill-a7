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132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44619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2859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2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12200" y="2372868"/>
            <a:ext cx="3622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5884" y="237286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21095" y="2985516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273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621024"/>
            <a:ext cx="542544" cy="420624"/>
          </a:xfrm>
          <a:prstGeom prst="rect">
            <a:avLst/>
          </a:prstGeom>
        </p:spPr>
      </p:pic>
      <p:pic>
        <p:nvPicPr>
          <p:cNvPr id="21" name="Picture 20" descr="ee89cf951fa0a9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7236" y="3621024"/>
            <a:ext cx="118872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6b135f4ce2bc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7171" y="462381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38140" y="4567428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58959464df7d59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924" y="4535424"/>
            <a:ext cx="2249424" cy="5212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41c22134e9781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583" y="2340864"/>
            <a:ext cx="4340352" cy="414528"/>
          </a:xfrm>
          <a:prstGeom prst="rect">
            <a:avLst/>
          </a:prstGeom>
        </p:spPr>
      </p:pic>
      <p:pic>
        <p:nvPicPr>
          <p:cNvPr id="12" name="Picture 11" descr="662e16c748d77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796" y="3029711"/>
            <a:ext cx="3590544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06340" y="3006852"/>
            <a:ext cx="5876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8371"/>
            <a:ext cx="3598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fcadf241f78a28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9064" y="3814572"/>
            <a:ext cx="2313432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5883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0cd0ba214ccb8e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8544" y="4457699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33d645aeaa1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768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69332e223f5c0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482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5ee46b5f1c8eb3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5773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b95845733ef6f1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80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76929772ce31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646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7590" y="4128515"/>
            <a:ext cx="3429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0a7a0f6911d992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9684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6051f4233fc212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12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216" y="1865376"/>
            <a:ext cx="6227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9f1f021abe10f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4be523c728a53a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0746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3464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a1c068e6363fa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4b91bfa4365cc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5c4898213c4ab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0312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17170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272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80552" y="2171700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3219" y="28575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004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5284" y="2857500"/>
            <a:ext cx="72501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080260"/>
            <a:ext cx="6563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5272" y="213969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80552" y="2080260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33219" y="27660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004" y="2827019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5284" y="2766060"/>
            <a:ext cx="72501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84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63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0312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0312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05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7afcb67ef17a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74657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74657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8635" y="2655139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939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2467" y="2655139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