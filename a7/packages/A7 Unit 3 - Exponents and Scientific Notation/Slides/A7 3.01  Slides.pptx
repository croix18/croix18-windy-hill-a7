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709160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6468" y="4652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535424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2340864"/>
            <a:ext cx="4346448" cy="411480"/>
          </a:xfrm>
          <a:prstGeom prst="rect">
            <a:avLst/>
          </a:prstGeom>
        </p:spPr>
      </p:pic>
      <p:pic>
        <p:nvPicPr>
          <p:cNvPr id="12" name="Picture 11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3028188"/>
            <a:ext cx="35966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9421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3432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2342388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4388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2940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472940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312" y="1865376"/>
            <a:ext cx="6220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21024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6512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7380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258318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3736" y="3265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10" name="Picture 9" descr="d5ca6e2822ee53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1575"/>
            <a:ext cx="26822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6090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2" name="Picture 11" descr="ad43ae3bbc8b22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98" y="1943100"/>
            <a:ext cx="268224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37122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10" name="Picture 9" descr="5257a77d61b8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310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12186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2" name="Picture 11" descr="fcc0337caf95aa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994" y="1943100"/>
            <a:ext cx="27127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46266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