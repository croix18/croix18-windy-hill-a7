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709160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6468" y="4652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535424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2340864"/>
            <a:ext cx="4346448" cy="411480"/>
          </a:xfrm>
          <a:prstGeom prst="rect">
            <a:avLst/>
          </a:prstGeom>
        </p:spPr>
      </p:pic>
      <p:pic>
        <p:nvPicPr>
          <p:cNvPr id="12" name="Picture 11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3028188"/>
            <a:ext cx="35966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9421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3432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2342388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4388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2940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472940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312" y="1865376"/>
            <a:ext cx="62209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21024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6512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7380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258318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3736" y="3265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17170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23113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17170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85750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918460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85750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08026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1c425a5d0040b1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138171"/>
            <a:ext cx="33528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08026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76606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029fa134c9dbd6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827019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76606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