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2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12200" y="2372868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0273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dbe118de2b0ec1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621024"/>
            <a:ext cx="54254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4619" y="176022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2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12200" y="2372868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5884" y="2372868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21095" y="2985516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0273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dbe118de2b0ec1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621024"/>
            <a:ext cx="542544" cy="420624"/>
          </a:xfrm>
          <a:prstGeom prst="rect">
            <a:avLst/>
          </a:prstGeom>
        </p:spPr>
      </p:pic>
      <p:pic>
        <p:nvPicPr>
          <p:cNvPr id="21" name="Picture 20" descr="ee89cf951fa0a95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7236" y="3621024"/>
            <a:ext cx="118872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6b135f4ce2bc7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7171" y="4623816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38140" y="4567428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58959464df7d59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4924" y="4535424"/>
            <a:ext cx="2249424" cy="5212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41c22134e9781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583" y="2340864"/>
            <a:ext cx="4340352" cy="414528"/>
          </a:xfrm>
          <a:prstGeom prst="rect">
            <a:avLst/>
          </a:prstGeom>
        </p:spPr>
      </p:pic>
      <p:pic>
        <p:nvPicPr>
          <p:cNvPr id="12" name="Picture 11" descr="662e16c748d77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796" y="3029711"/>
            <a:ext cx="3590544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06340" y="3006852"/>
            <a:ext cx="5876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8371"/>
            <a:ext cx="3598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fcadf241f78a28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9064" y="3814572"/>
            <a:ext cx="2313432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5883"/>
            <a:ext cx="3248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0cd0ba214ccb8e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8544" y="4457699"/>
            <a:ext cx="3931920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33d645aeaa1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460" y="2340864"/>
            <a:ext cx="861060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768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69332e223f5c09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482" y="3102864"/>
            <a:ext cx="242011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5ee46b5f1c8eb3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1416"/>
            <a:ext cx="373684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4400" y="4448555"/>
            <a:ext cx="15773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b95845733ef6f1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580" y="4471416"/>
            <a:ext cx="2840736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429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76929772ce314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646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17590" y="4128515"/>
            <a:ext cx="3429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0a7a0f6911d992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684" y="4186428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6051f4233fc212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121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216" y="1865376"/>
            <a:ext cx="62270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9f1f021abe10f4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1976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17976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4be523c728a53ad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07464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3464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a1c068e6363fa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8904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4b91bfa4365cce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94688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0688" y="25877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5c4898213c4ab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9468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0688" y="32735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0312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6ed2e9f8ae692b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6ed2e9f8ae692b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844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639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0312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5874b5ef202c3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5874b5ef202c3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03120"/>
            <a:ext cx="204216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05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7afcb67ef17a4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8635" y="2746579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2467" y="2746579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8635" y="2655139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67799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2467" y="2655139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Optional: 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