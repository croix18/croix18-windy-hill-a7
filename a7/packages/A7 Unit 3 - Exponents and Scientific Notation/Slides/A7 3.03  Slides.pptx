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4126" y="176022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9764" y="262585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6120" y="323850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8955" y="38511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32085" y="2514600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e5535b5cffe514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914" y="2340864"/>
            <a:ext cx="3779520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4565" y="3665219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7055adc9101d4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546" y="3419856"/>
            <a:ext cx="4788408" cy="947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7061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f1f6a9f3d40cc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5085587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5033771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ae5b0572c4324d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5091683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5033771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593c79a22248f7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44952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30952" y="2093976"/>
            <a:ext cx="6053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fdbf4bf677431c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60192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46192" y="3172968"/>
            <a:ext cx="60380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3d9d3a4be89fd9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93392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9392" y="42519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58db9196d70eb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2194560"/>
            <a:ext cx="1234440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6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b37afdd110bf4c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360" y="2132076"/>
            <a:ext cx="4693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2cffd552d2c829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5016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1016" y="3197352"/>
            <a:ext cx="63032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ff562aba6b37e1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545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1456" y="402793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9c8c9afa26dfe5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91" y="2194560"/>
            <a:ext cx="2154936" cy="108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27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3419" y="2171700"/>
            <a:ext cx="3658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a9a688dcb35987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631" y="2228088"/>
            <a:ext cx="93573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00367" y="2171700"/>
            <a:ext cx="17338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2b46a8bae93fb0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091" y="2229612"/>
            <a:ext cx="332232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9323" y="2171700"/>
            <a:ext cx="2825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1895" y="2080260"/>
            <a:ext cx="3658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f7a71b8e0c2f4d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107" y="2135124"/>
            <a:ext cx="9357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98843" y="2080260"/>
            <a:ext cx="17338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06a2c5e4e203d4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567" y="2138171"/>
            <a:ext cx="3352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30847" y="2080260"/>
            <a:ext cx="2825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ce70980e9b553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891" y="2103120"/>
            <a:ext cx="169773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24bc4e0a0607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03120"/>
            <a:ext cx="1408176" cy="1182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0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a8fa097f61cf2d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8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639a6b0d53b432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719" y="2103120"/>
            <a:ext cx="2164080" cy="1094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b0746628bca8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824" y="2103120"/>
            <a:ext cx="2023872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2a624714308fb2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adbcd6f49d73f4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215" y="2103120"/>
            <a:ext cx="2609088" cy="1182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0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7eecc4c6e0dafa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03120"/>
            <a:ext cx="2185416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d5013e6d72f4d5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03120"/>
            <a:ext cx="1932432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02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