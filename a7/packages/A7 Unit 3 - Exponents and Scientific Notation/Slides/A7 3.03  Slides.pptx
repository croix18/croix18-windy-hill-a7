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Exponential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apply more than one law of exponents to evaluate an expression and to write an equivalent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seven laws, one at a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two or three laws in one expression — and the order is yours.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04415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6f9fef4fa1b8d5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296" y="1783080"/>
            <a:ext cx="329184" cy="4998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61260"/>
            <a:ext cx="1425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2" name="Picture 11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2808" y="2485644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51655" y="2461260"/>
            <a:ext cx="34000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073908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375" y="3159252"/>
            <a:ext cx="1658112" cy="2865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686556"/>
            <a:ext cx="2488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7" name="Picture 16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6051" y="3770376"/>
            <a:ext cx="1112520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04415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6f9fef4fa1b8d5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296" y="1783080"/>
            <a:ext cx="329184" cy="4998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67120" y="1760220"/>
            <a:ext cx="7185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61260"/>
            <a:ext cx="1425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3" name="Picture 12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2808" y="2485644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51655" y="2461260"/>
            <a:ext cx="34000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63180" y="2461260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073908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375" y="3159252"/>
            <a:ext cx="1658112" cy="2865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77128" y="3073908"/>
            <a:ext cx="1057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86556"/>
            <a:ext cx="2488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20" name="Picture 19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6051" y="3770376"/>
            <a:ext cx="1112520" cy="2895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887211" y="3686556"/>
            <a:ext cx="549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 It is your reference for the rest of the unit.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seven laws, in one place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2340864"/>
          <a:ext cx="1005840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657600"/>
                <a:gridCol w="31089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Law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Rule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Example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Product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m+n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Quotient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m-n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7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product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(−7 · 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(−7)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quotient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 ÷ 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(13 ÷ 5)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Identity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Zero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127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students, two orders, one value.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More than one law — make a plan, then follow 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94964" y="2410968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Winston:  </a:t>
            </a:r>
          </a:p>
        </p:txBody>
      </p:sp>
      <p:pic>
        <p:nvPicPr>
          <p:cNvPr id="12" name="Picture 11" descr="91ef550cfca487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5156" y="2340864"/>
            <a:ext cx="3581400" cy="597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087115" y="3334512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Yvette:   </a:t>
            </a:r>
          </a:p>
        </p:txBody>
      </p:sp>
      <p:pic>
        <p:nvPicPr>
          <p:cNvPr id="14" name="Picture 13" descr="a2796b49829679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7308" y="3212592"/>
            <a:ext cx="4197096" cy="701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25196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plans, same value. Any correct sequence of laws gives the same answer.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Order of operations still applies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87552" y="240487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404872"/>
            <a:ext cx="9537192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Parentheses first — including a fraction bar, which is a pair of parentheses in disguise.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61187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3611879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Exponents next — the laws of exponents are applied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343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434340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Then multiply and divide, left to right; then add and subtract.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07492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5033771"/>
            <a:ext cx="46151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Never across a + or a −:  </a:t>
            </a:r>
          </a:p>
        </p:txBody>
      </p:sp>
      <p:pic>
        <p:nvPicPr>
          <p:cNvPr id="18" name="Picture 17" descr="242238f16d3c5d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9932" y="5084064"/>
            <a:ext cx="3118104" cy="3566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178036" y="5033771"/>
            <a:ext cx="12268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, not </a:t>
            </a:r>
          </a:p>
        </p:txBody>
      </p:sp>
      <p:pic>
        <p:nvPicPr>
          <p:cNvPr id="20" name="Picture 19" descr="f236243b8e8aab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7696" y="5091683"/>
            <a:ext cx="323088" cy="341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90784" y="5033771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zero exponent inside a product inside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55527db45e5eea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03120"/>
            <a:ext cx="685800" cy="603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095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— Caroline's plan and Jamir's plan.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6b93d50c979784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389632" cy="603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75632" y="199339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Caroline: product of powers first</a:t>
            </a:r>
          </a:p>
        </p:txBody>
      </p:sp>
      <p:pic>
        <p:nvPicPr>
          <p:cNvPr id="11" name="Picture 10" descr="0842bd950265f70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98064"/>
            <a:ext cx="2401824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87824" y="287121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Jamir: zero exponent first</a:t>
            </a:r>
          </a:p>
        </p:txBody>
      </p:sp>
      <p:pic>
        <p:nvPicPr>
          <p:cNvPr id="13" name="Picture 12" descr="c65b5ac1359742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75888"/>
            <a:ext cx="1868424" cy="6035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54423" y="374904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both: quotient of powers, then 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3659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47f1530b421c79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2515" y="2194560"/>
            <a:ext cx="856488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47f1530b421c79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2515" y="2194560"/>
            <a:ext cx="856488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66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1 over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Three laws, a decimal and a negative base.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6f56e679f88043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1120" y="2103120"/>
            <a:ext cx="1859280" cy="652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583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d9a5fe0063de03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10000" cy="652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0" y="2017776"/>
            <a:ext cx="52882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zero exponent; power of a quotient, backwards</a:t>
            </a:r>
          </a:p>
        </p:txBody>
      </p:sp>
      <p:pic>
        <p:nvPicPr>
          <p:cNvPr id="11" name="Picture 10" descr="b49b9488d8d503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46832"/>
            <a:ext cx="2529840" cy="5303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15840" y="288340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inside: −15 ÷ 1.5 = −10</a:t>
            </a:r>
          </a:p>
        </p:txBody>
      </p:sp>
      <p:pic>
        <p:nvPicPr>
          <p:cNvPr id="13" name="Picture 12" descr="164833d7c90ff5d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51504"/>
            <a:ext cx="2505456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91456" y="3628644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four negative factors: 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10,000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b15519e3d0cba1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5128" y="2194560"/>
            <a:ext cx="1731264" cy="8138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b15519e3d0cba1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5128" y="2194560"/>
            <a:ext cx="1731264" cy="813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284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· (−12 ÷ 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847d3e25747644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2515" y="2194560"/>
            <a:ext cx="856488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847d3e25747644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2515" y="2103120"/>
            <a:ext cx="856488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3944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1 over 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eca797d063644f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40" y="2194560"/>
            <a:ext cx="169164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eca797d063644f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40" y="2103120"/>
            <a:ext cx="169164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e53d2159c938eb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94560"/>
            <a:ext cx="978408" cy="8778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e53d2159c938eb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03120"/>
            <a:ext cx="978408" cy="8778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552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0.0625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3edc0972034fd8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015" y="2194560"/>
            <a:ext cx="1237488" cy="765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3edc0972034fd8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015" y="2103120"/>
            <a:ext cx="1237488" cy="765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4248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the exponent 1 changes nothing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3bd8db78875b7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4" y="2194560"/>
            <a:ext cx="1505712" cy="819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4307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09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09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95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95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0103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3bd8db78875b7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4" y="2103120"/>
            <a:ext cx="1505712" cy="819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5163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17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17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037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037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095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5ae24d51018d04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411" y="2194560"/>
            <a:ext cx="1758696" cy="752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760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423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423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281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281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3397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5ae24d51018d04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411" y="2103120"/>
            <a:ext cx="1758696" cy="752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845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7508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0.1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7508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4366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4366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4253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0.1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1564dccdbc1be4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224" y="2194560"/>
            <a:ext cx="248107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1564dccdbc1be4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224" y="2103120"/>
            <a:ext cx="248107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61352b83b6387b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456" y="2194560"/>
            <a:ext cx="1816608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61352b83b6387b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456" y="2103120"/>
            <a:ext cx="1816608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583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264664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10" name="Picture 9" descr="e0370a0bf7c70c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7696" y="2194560"/>
            <a:ext cx="1987296" cy="597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04992" y="2264664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2" name="Picture 11" descr="94da6c4095d204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0520" y="2194560"/>
            <a:ext cx="1578864" cy="597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19384" y="2264664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662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Name the law each one used first, and give the value.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73224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10" name="Picture 9" descr="e0370a0bf7c70c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7696" y="2103120"/>
            <a:ext cx="1987296" cy="597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04992" y="2173224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2" name="Picture 11" descr="94da6c4095d204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0520" y="2103120"/>
            <a:ext cx="1578864" cy="597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19384" y="2173224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48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59544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plans end at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give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Stop at a SmartScore of 67 on each skill. Whatever you do not finish is tonight's practice.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ZE9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