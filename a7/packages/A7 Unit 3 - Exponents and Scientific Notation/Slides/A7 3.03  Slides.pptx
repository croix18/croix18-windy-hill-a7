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several laws in one expression —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0561" y="2514600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2340864"/>
            <a:ext cx="3782568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3041" y="3663696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419856"/>
            <a:ext cx="4791456" cy="944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03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5587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2664" y="2093976"/>
            <a:ext cx="60716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27904" y="3172968"/>
            <a:ext cx="605637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7199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6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360" y="2132076"/>
            <a:ext cx="4693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3197352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4504" y="402793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57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2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