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2085" y="2516124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42361f5bf2cb3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914" y="2340864"/>
            <a:ext cx="3779520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3041" y="3669792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7ec8d2a0a2d2d0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422904"/>
            <a:ext cx="4791456" cy="9509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122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242238f16d3c5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4064"/>
            <a:ext cx="3118104" cy="3566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f236243b8e8aa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308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29573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eb98348dd648bf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5712" y="2093976"/>
            <a:ext cx="60685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af66b1ae4fb0b5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8000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34000" y="3172968"/>
            <a:ext cx="60502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38137248e941d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78152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4152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2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92edf13bccdb7a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1312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7312" y="2132076"/>
            <a:ext cx="46969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3f689093a9bbe5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1968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77967" y="3194304"/>
            <a:ext cx="63063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164833d7c90ff5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4695"/>
            <a:ext cx="250545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1456" y="402183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3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57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419" y="2171700"/>
            <a:ext cx="3658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631" y="222808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00367" y="2171700"/>
            <a:ext cx="17338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091" y="2229612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9323" y="2171700"/>
            <a:ext cx="2825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419" y="2080260"/>
            <a:ext cx="3658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631" y="213664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00367" y="2080260"/>
            <a:ext cx="17338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091" y="2138171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9323" y="2080260"/>
            <a:ext cx="2825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0312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0312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0312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20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8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8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4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4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0312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0312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278379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0312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278379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0312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2783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51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57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