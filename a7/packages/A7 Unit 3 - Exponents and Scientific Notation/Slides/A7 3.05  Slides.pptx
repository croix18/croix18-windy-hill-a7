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9572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37c17cda3a3954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5728"/>
            <a:ext cx="326136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3123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122676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54472" y="3031236"/>
            <a:ext cx="817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192" y="3118104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0368" y="303123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4998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8053e529bf533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4432" y="3666744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5392bc2de2d792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512" y="1783080"/>
            <a:ext cx="118872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9572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37c17cda3a3954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352" y="2395728"/>
            <a:ext cx="326136" cy="457200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8127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03123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9296" y="3122676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54472" y="3031236"/>
            <a:ext cx="817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5192" y="3118104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00368" y="303123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4052" y="3118104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9227" y="3031236"/>
            <a:ext cx="1904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64998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8053e529bf533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4432" y="3666744"/>
            <a:ext cx="329184" cy="423672"/>
          </a:xfrm>
          <a:prstGeom prst="rect">
            <a:avLst/>
          </a:prstGeom>
        </p:spPr>
      </p:pic>
      <p:pic>
        <p:nvPicPr>
          <p:cNvPr id="24" name="Picture 23" descr="d51f16306963751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2256" y="3666744"/>
            <a:ext cx="32918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32a293cd16e3f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2340864"/>
            <a:ext cx="1929384" cy="52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67527" y="23743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9a4d83fc761d1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423" y="2432304"/>
            <a:ext cx="114909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8519" y="237439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4df30392cf54ee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095" y="3139440"/>
            <a:ext cx="272491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1008" y="317601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999eb572a3bddd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199" y="3145536"/>
            <a:ext cx="2554224" cy="518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00811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750307"/>
            <a:ext cx="5982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fbbebe8d00bd196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2600" y="4721351"/>
            <a:ext cx="3008376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12867de7e9fcf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156" y="2340864"/>
            <a:ext cx="7379208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887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59d67251576d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784" y="2103120"/>
            <a:ext cx="113995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21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462a303f5c59a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6641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416" y="19537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c394fe297b9bb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8816"/>
            <a:ext cx="1655064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41064" y="2755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aa1dfcd273e9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94560"/>
            <a:ext cx="1414272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aaa1dfcd273e9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94560"/>
            <a:ext cx="141427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38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2395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a43ff992deefc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635" y="4480560"/>
            <a:ext cx="85648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5ea0c24b535e0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33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174009b82f7c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9264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65264" y="1955292"/>
            <a:ext cx="43190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aa53a291c7c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21864"/>
            <a:ext cx="1383792" cy="527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69792" y="275691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15eb7a595f278a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748" y="2194560"/>
            <a:ext cx="324002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5eb7a595f278a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748" y="2194560"/>
            <a:ext cx="324002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38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7887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2c3be02c8e03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4480560"/>
            <a:ext cx="136550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5643" y="2223516"/>
            <a:ext cx="62199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74f8723956196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8436" y="2194560"/>
            <a:ext cx="862584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31020" y="222351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39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58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5643" y="2132076"/>
            <a:ext cx="62199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74f8723956196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8436" y="2103120"/>
            <a:ext cx="862584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31020" y="213207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925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743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8803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063" y="4866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33bcc72d86bfa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303" y="4819550"/>
            <a:ext cx="83515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6bc3c845a76c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96bc3c845a76c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27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667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563bfbd8d76c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908" y="4663440"/>
            <a:ext cx="1075944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2502010ecab30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2502010ecab30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83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0a280c7105593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ddba2018d9acc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646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dba2018d9acc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646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3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2292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9cdd03ece469f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1" y="4663440"/>
            <a:ext cx="996696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e2d8a0f684711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723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8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8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245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245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303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e2d8a0f684711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809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8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4805e52056fb0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94560"/>
            <a:ext cx="270662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15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478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478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36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36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394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4805e52056fb0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03120"/>
            <a:ext cx="270662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900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56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56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42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42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80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371fb833d683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59" y="2194560"/>
            <a:ext cx="2286000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a371fb833d683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59" y="2103120"/>
            <a:ext cx="2286000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77fd0808a285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61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41bc461cea07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94560"/>
            <a:ext cx="287731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841bc461cea07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6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6112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472ed1d39f0c4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351" y="4663440"/>
            <a:ext cx="829056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1248" y="2223516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fc8a1ed7dd0818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848" y="2194560"/>
            <a:ext cx="1127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72608" y="22235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74d02f0e2d6650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4952" y="2194560"/>
            <a:ext cx="655320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39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1248" y="2132076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fc8a1ed7dd0818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848" y="2103120"/>
            <a:ext cx="1127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72608" y="213207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74d02f0e2d6650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4952" y="2103120"/>
            <a:ext cx="655320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8925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1315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