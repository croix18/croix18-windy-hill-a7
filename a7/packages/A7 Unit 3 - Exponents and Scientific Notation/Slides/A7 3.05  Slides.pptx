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2340864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458212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516124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458212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3307080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42747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3311652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6359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6631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2340864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4064" y="2037588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75760" y="3006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5512" y="2039112"/>
            <a:ext cx="38587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07536" y="30083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1764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10" name="Picture 9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70688" cy="551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5707" y="1921764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2737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9584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3287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10" name="Picture 9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64592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9611" y="1923287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30424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9889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294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7" y="51209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dd35ac51a0ee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960951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80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