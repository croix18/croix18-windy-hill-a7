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7.xml"/><Relationship Id="rId4" Type="http://schemas.openxmlformats.org/officeDocument/2006/relationships/slide" Target="slide71.xml"/><Relationship Id="rId5" Type="http://schemas.openxmlformats.org/officeDocument/2006/relationships/slide" Target="slide105.xml"/><Relationship Id="rId6" Type="http://schemas.openxmlformats.org/officeDocument/2006/relationships/slide" Target="slide139.xml"/><Relationship Id="rId7" Type="http://schemas.openxmlformats.org/officeDocument/2006/relationships/slide" Target="slide17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4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4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Relationship Id="rId4" Type="http://schemas.openxmlformats.org/officeDocument/2006/relationships/image" Target="../media/image96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8.png"/><Relationship Id="rId4" Type="http://schemas.openxmlformats.org/officeDocument/2006/relationships/image" Target="../media/image9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104.png"/><Relationship Id="rId7" Type="http://schemas.openxmlformats.org/officeDocument/2006/relationships/image" Target="../media/image51.png"/><Relationship Id="rId8" Type="http://schemas.openxmlformats.org/officeDocument/2006/relationships/image" Target="../media/image10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Relationship Id="rId4" Type="http://schemas.openxmlformats.org/officeDocument/2006/relationships/image" Target="../media/image11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1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Relationship Id="rId3" Type="http://schemas.openxmlformats.org/officeDocument/2006/relationships/image" Target="../media/image1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Relationship Id="rId3" Type="http://schemas.openxmlformats.org/officeDocument/2006/relationships/image" Target="../media/image13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Relationship Id="rId3" Type="http://schemas.openxmlformats.org/officeDocument/2006/relationships/image" Target="../media/image13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Relationship Id="rId3" Type="http://schemas.openxmlformats.org/officeDocument/2006/relationships/image" Target="../media/image14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Relationship Id="rId3" Type="http://schemas.openxmlformats.org/officeDocument/2006/relationships/image" Target="../media/image145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Relationship Id="rId3" Type="http://schemas.openxmlformats.org/officeDocument/2006/relationships/image" Target="../media/image15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Relationship Id="rId4" Type="http://schemas.openxmlformats.org/officeDocument/2006/relationships/image" Target="../media/image154.png"/><Relationship Id="rId5" Type="http://schemas.openxmlformats.org/officeDocument/2006/relationships/image" Target="../media/image155.png"/><Relationship Id="rId6" Type="http://schemas.openxmlformats.org/officeDocument/2006/relationships/image" Target="../media/image156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Relationship Id="rId4" Type="http://schemas.openxmlformats.org/officeDocument/2006/relationships/image" Target="../media/image159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Relationship Id="rId4" Type="http://schemas.openxmlformats.org/officeDocument/2006/relationships/image" Target="../media/image159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Relationship Id="rId4" Type="http://schemas.openxmlformats.org/officeDocument/2006/relationships/image" Target="../media/image162.png"/><Relationship Id="rId5" Type="http://schemas.openxmlformats.org/officeDocument/2006/relationships/image" Target="../media/image16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Relationship Id="rId3" Type="http://schemas.openxmlformats.org/officeDocument/2006/relationships/image" Target="../media/image165.png"/><Relationship Id="rId4" Type="http://schemas.openxmlformats.org/officeDocument/2006/relationships/image" Target="../media/image166.png"/><Relationship Id="rId5" Type="http://schemas.openxmlformats.org/officeDocument/2006/relationships/image" Target="../media/image167.png"/><Relationship Id="rId6" Type="http://schemas.openxmlformats.org/officeDocument/2006/relationships/image" Target="../media/image168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Relationship Id="rId3" Type="http://schemas.openxmlformats.org/officeDocument/2006/relationships/image" Target="../media/image170.png"/><Relationship Id="rId4" Type="http://schemas.openxmlformats.org/officeDocument/2006/relationships/image" Target="../media/image171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61.png"/><Relationship Id="rId4" Type="http://schemas.openxmlformats.org/officeDocument/2006/relationships/image" Target="../media/image174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Relationship Id="rId3" Type="http://schemas.openxmlformats.org/officeDocument/2006/relationships/image" Target="../media/image179.png"/><Relationship Id="rId4" Type="http://schemas.openxmlformats.org/officeDocument/2006/relationships/image" Target="../media/image180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Relationship Id="rId3" Type="http://schemas.openxmlformats.org/officeDocument/2006/relationships/image" Target="../media/image200.png"/><Relationship Id="rId4" Type="http://schemas.openxmlformats.org/officeDocument/2006/relationships/image" Target="../media/image201.png"/><Relationship Id="rId5" Type="http://schemas.openxmlformats.org/officeDocument/2006/relationships/image" Target="../media/image202.png"/><Relationship Id="rId6" Type="http://schemas.openxmlformats.org/officeDocument/2006/relationships/image" Target="../media/image203.png"/><Relationship Id="rId7" Type="http://schemas.openxmlformats.org/officeDocument/2006/relationships/image" Target="../media/image204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Relationship Id="rId4" Type="http://schemas.openxmlformats.org/officeDocument/2006/relationships/image" Target="../media/image207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Relationship Id="rId4" Type="http://schemas.openxmlformats.org/officeDocument/2006/relationships/image" Target="../media/image207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Relationship Id="rId3" Type="http://schemas.openxmlformats.org/officeDocument/2006/relationships/image" Target="../media/image213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Relationship Id="rId3" Type="http://schemas.openxmlformats.org/officeDocument/2006/relationships/image" Target="../media/image216.png"/><Relationship Id="rId4" Type="http://schemas.openxmlformats.org/officeDocument/2006/relationships/image" Target="../media/image217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Relationship Id="rId3" Type="http://schemas.openxmlformats.org/officeDocument/2006/relationships/image" Target="../media/image222.png"/><Relationship Id="rId4" Type="http://schemas.openxmlformats.org/officeDocument/2006/relationships/image" Target="../media/image22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42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Relationship Id="rId3" Type="http://schemas.openxmlformats.org/officeDocument/2006/relationships/image" Target="../media/image42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Relationship Id="rId3" Type="http://schemas.openxmlformats.org/officeDocument/2006/relationships/image" Target="../media/image244.png"/><Relationship Id="rId4" Type="http://schemas.openxmlformats.org/officeDocument/2006/relationships/image" Target="../media/image245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Relationship Id="rId7" Type="http://schemas.openxmlformats.org/officeDocument/2006/relationships/image" Target="../media/image248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Relationship Id="rId3" Type="http://schemas.openxmlformats.org/officeDocument/2006/relationships/image" Target="../media/image250.png"/><Relationship Id="rId4" Type="http://schemas.openxmlformats.org/officeDocument/2006/relationships/image" Target="../media/image251.png"/><Relationship Id="rId5" Type="http://schemas.openxmlformats.org/officeDocument/2006/relationships/image" Target="../media/image252.png"/><Relationship Id="rId6" Type="http://schemas.openxmlformats.org/officeDocument/2006/relationships/image" Target="../media/image25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Relationship Id="rId3" Type="http://schemas.openxmlformats.org/officeDocument/2006/relationships/image" Target="../media/image250.png"/><Relationship Id="rId4" Type="http://schemas.openxmlformats.org/officeDocument/2006/relationships/image" Target="../media/image251.png"/><Relationship Id="rId5" Type="http://schemas.openxmlformats.org/officeDocument/2006/relationships/image" Target="../media/image252.png"/><Relationship Id="rId6" Type="http://schemas.openxmlformats.org/officeDocument/2006/relationships/image" Target="../media/image25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Relationship Id="rId3" Type="http://schemas.openxmlformats.org/officeDocument/2006/relationships/image" Target="../media/image255.png"/><Relationship Id="rId4" Type="http://schemas.openxmlformats.org/officeDocument/2006/relationships/image" Target="../media/image256.png"/><Relationship Id="rId5" Type="http://schemas.openxmlformats.org/officeDocument/2006/relationships/image" Target="../media/image257.png"/><Relationship Id="rId6" Type="http://schemas.openxmlformats.org/officeDocument/2006/relationships/image" Target="../media/image258.png"/><Relationship Id="rId7" Type="http://schemas.openxmlformats.org/officeDocument/2006/relationships/image" Target="../media/image259.png"/><Relationship Id="rId8" Type="http://schemas.openxmlformats.org/officeDocument/2006/relationships/image" Target="../media/image260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Relationship Id="rId3" Type="http://schemas.openxmlformats.org/officeDocument/2006/relationships/image" Target="../media/image262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Relationship Id="rId3" Type="http://schemas.openxmlformats.org/officeDocument/2006/relationships/image" Target="../media/image264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Relationship Id="rId5" Type="http://schemas.openxmlformats.org/officeDocument/2006/relationships/image" Target="../media/image268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Relationship Id="rId3" Type="http://schemas.openxmlformats.org/officeDocument/2006/relationships/image" Target="../media/image273.png"/><Relationship Id="rId4" Type="http://schemas.openxmlformats.org/officeDocument/2006/relationships/image" Target="../media/image274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Relationship Id="rId3" Type="http://schemas.openxmlformats.org/officeDocument/2006/relationships/image" Target="../media/image276.png"/><Relationship Id="rId4" Type="http://schemas.openxmlformats.org/officeDocument/2006/relationships/image" Target="../media/image27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Relationship Id="rId3" Type="http://schemas.openxmlformats.org/officeDocument/2006/relationships/image" Target="../media/image279.png"/><Relationship Id="rId4" Type="http://schemas.openxmlformats.org/officeDocument/2006/relationships/image" Target="../media/image280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Relationship Id="rId3" Type="http://schemas.openxmlformats.org/officeDocument/2006/relationships/image" Target="../media/image282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Relationship Id="rId3" Type="http://schemas.openxmlformats.org/officeDocument/2006/relationships/image" Target="../media/image286.png"/><Relationship Id="rId4" Type="http://schemas.openxmlformats.org/officeDocument/2006/relationships/image" Target="../media/image287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Relationship Id="rId3" Type="http://schemas.openxmlformats.org/officeDocument/2006/relationships/image" Target="../media/image286.png"/><Relationship Id="rId4" Type="http://schemas.openxmlformats.org/officeDocument/2006/relationships/image" Target="../media/image287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Relationship Id="rId3" Type="http://schemas.openxmlformats.org/officeDocument/2006/relationships/image" Target="../media/image290.png"/><Relationship Id="rId4" Type="http://schemas.openxmlformats.org/officeDocument/2006/relationships/image" Target="../media/image29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Relationship Id="rId3" Type="http://schemas.openxmlformats.org/officeDocument/2006/relationships/image" Target="../media/image290.png"/><Relationship Id="rId4" Type="http://schemas.openxmlformats.org/officeDocument/2006/relationships/image" Target="../media/image29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96.png"/><Relationship Id="rId4" Type="http://schemas.openxmlformats.org/officeDocument/2006/relationships/image" Target="../media/image297.png"/><Relationship Id="rId5" Type="http://schemas.openxmlformats.org/officeDocument/2006/relationships/image" Target="../media/image298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Relationship Id="rId3" Type="http://schemas.openxmlformats.org/officeDocument/2006/relationships/image" Target="../media/image300.png"/><Relationship Id="rId4" Type="http://schemas.openxmlformats.org/officeDocument/2006/relationships/image" Target="../media/image301.png"/><Relationship Id="rId5" Type="http://schemas.openxmlformats.org/officeDocument/2006/relationships/image" Target="../media/image30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Relationship Id="rId3" Type="http://schemas.openxmlformats.org/officeDocument/2006/relationships/image" Target="../media/image304.png"/><Relationship Id="rId4" Type="http://schemas.openxmlformats.org/officeDocument/2006/relationships/image" Target="../media/image305.png"/><Relationship Id="rId5" Type="http://schemas.openxmlformats.org/officeDocument/2006/relationships/image" Target="../media/image306.png"/><Relationship Id="rId6" Type="http://schemas.openxmlformats.org/officeDocument/2006/relationships/image" Target="../media/image307.png"/><Relationship Id="rId7" Type="http://schemas.openxmlformats.org/officeDocument/2006/relationships/image" Target="../media/image308.png"/><Relationship Id="rId8" Type="http://schemas.openxmlformats.org/officeDocument/2006/relationships/image" Target="../media/image309.png"/><Relationship Id="rId9" Type="http://schemas.openxmlformats.org/officeDocument/2006/relationships/image" Target="../media/image310.png"/><Relationship Id="rId10" Type="http://schemas.openxmlformats.org/officeDocument/2006/relationships/image" Target="../media/image311.png"/><Relationship Id="rId11" Type="http://schemas.openxmlformats.org/officeDocument/2006/relationships/image" Target="../media/image312.png"/><Relationship Id="rId12" Type="http://schemas.openxmlformats.org/officeDocument/2006/relationships/image" Target="../media/image313.png"/><Relationship Id="rId13" Type="http://schemas.openxmlformats.org/officeDocument/2006/relationships/image" Target="../media/image314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 i="0">
                <a:solidFill>
                  <a:srgbClr val="1A1A1A"/>
                </a:solidFill>
                <a:latin typeface="Century Schoolbook"/>
              </a:rPr>
              <a:t>Solving Problems with Rational Numbers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— Solving Problems with Rational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— Solving Problems with Rational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Adding and Subtracting in Scientific Notation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71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105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139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4.07–08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173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0" name="Picture 9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141220"/>
            <a:ext cx="89001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00480" y="205282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138172"/>
            <a:ext cx="90525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92692" y="205282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17" name="Picture 16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386328"/>
            <a:ext cx="1298448" cy="24079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7504" y="1440180"/>
            <a:ext cx="1546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1" name="Picture 10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141220"/>
            <a:ext cx="890016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00480" y="205282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3" name="Picture 12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138172"/>
            <a:ext cx="905256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92692" y="205282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8027" y="2052828"/>
            <a:ext cx="100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7" name="Picture 16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04379" y="266547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20" name="Picture 19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386328"/>
            <a:ext cx="1298448" cy="24079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83373" y="3278124"/>
            <a:ext cx="82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f39e13154060a8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3028188"/>
            <a:ext cx="4538472" cy="335280"/>
          </a:xfrm>
          <a:prstGeom prst="rect">
            <a:avLst/>
          </a:prstGeom>
        </p:spPr>
      </p:pic>
      <p:pic>
        <p:nvPicPr>
          <p:cNvPr id="12" name="Picture 11" descr="09bdd4fb912377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675" y="3703320"/>
            <a:ext cx="8202168" cy="3566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1eddec5041a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644" y="1993392"/>
            <a:ext cx="5666232" cy="411480"/>
          </a:xfrm>
          <a:prstGeom prst="rect">
            <a:avLst/>
          </a:prstGeom>
        </p:spPr>
      </p:pic>
      <p:pic>
        <p:nvPicPr>
          <p:cNvPr id="11" name="Picture 10" descr="84f16e9d72a5c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9048" y="2680716"/>
            <a:ext cx="7583424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052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fa01ffb8792c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1993392"/>
            <a:ext cx="3819144" cy="411480"/>
          </a:xfrm>
          <a:prstGeom prst="rect">
            <a:avLst/>
          </a:prstGeom>
        </p:spPr>
      </p:pic>
      <p:pic>
        <p:nvPicPr>
          <p:cNvPr id="11" name="Picture 10" descr="cfbb3562680e85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668" y="2679192"/>
            <a:ext cx="6806184" cy="411480"/>
          </a:xfrm>
          <a:prstGeom prst="rect">
            <a:avLst/>
          </a:prstGeom>
        </p:spPr>
      </p:pic>
      <p:pic>
        <p:nvPicPr>
          <p:cNvPr id="12" name="Picture 11" descr="783fbc1bfea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6359" y="3364992"/>
            <a:ext cx="606552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31879" y="3342132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4" name="Picture 13" descr="23b08f458fe34a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4792" y="3395472"/>
            <a:ext cx="1420368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b322f8f789aa0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6168"/>
            <a:ext cx="3816095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78e26f3a087b3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864352" cy="402336"/>
          </a:xfrm>
          <a:prstGeom prst="rect">
            <a:avLst/>
          </a:prstGeom>
        </p:spPr>
      </p:pic>
      <p:pic>
        <p:nvPicPr>
          <p:cNvPr id="9" name="Picture 8" descr="1cb28e2e28999f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6896"/>
            <a:ext cx="3642360" cy="350520"/>
          </a:xfrm>
          <a:prstGeom prst="rect">
            <a:avLst/>
          </a:prstGeom>
        </p:spPr>
      </p:pic>
      <p:pic>
        <p:nvPicPr>
          <p:cNvPr id="10" name="Picture 9" descr="ce53c7f1db8afd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1735"/>
            <a:ext cx="1978152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2ae36fee79b20f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095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dab37c3d4cb37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2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4549981a84cc8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312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20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0ba903ac78fff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83864" cy="353568"/>
          </a:xfrm>
          <a:prstGeom prst="rect">
            <a:avLst/>
          </a:prstGeom>
        </p:spPr>
      </p:pic>
      <p:pic>
        <p:nvPicPr>
          <p:cNvPr id="9" name="Picture 8" descr="aed5738787927d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6071616" cy="411480"/>
          </a:xfrm>
          <a:prstGeom prst="rect">
            <a:avLst/>
          </a:prstGeom>
        </p:spPr>
      </p:pic>
      <p:pic>
        <p:nvPicPr>
          <p:cNvPr id="10" name="Picture 9" descr="7c3a73d2cb750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534924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6.85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e4f0a8415ed569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6ee0cf26c6675a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21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86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5.51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3cd7ad48ef74b5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2e4a44f0bcfa93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626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9" name="Picture 8" descr="3a4ce939f4597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05" y="1937003"/>
            <a:ext cx="1161288" cy="286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4993" y="1851660"/>
            <a:ext cx="2897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2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2" name="Picture 11" descr="cf4775b41686db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37" y="2549652"/>
            <a:ext cx="1152144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1881" y="2464308"/>
            <a:ext cx="6354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626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9" name="Picture 8" descr="6c4bcb516da5e5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05" y="1938527"/>
            <a:ext cx="1164336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8041" y="1851660"/>
            <a:ext cx="2897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2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2" name="Picture 11" descr="959b0ab7310b4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37" y="2551176"/>
            <a:ext cx="1155192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4929" y="2464308"/>
            <a:ext cx="6354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01e04974dac9e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439" y="2194560"/>
            <a:ext cx="359664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d662bd9034d4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0916" y="2103120"/>
            <a:ext cx="3599688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340f3053f5991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2450f0cef92f51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d60eac1f99916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3.413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f420607bc24c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3.413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f600c7d1ad07bb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11c6b03d538cb7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1.23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7996c8675edf5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194560"/>
            <a:ext cx="420624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0150b4a7c88f61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104643"/>
            <a:ext cx="420928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7.16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bd13eb8faf9a4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507" y="2194560"/>
            <a:ext cx="555650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2860547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97707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2860547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98fdf47dd4ead5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103120"/>
            <a:ext cx="55595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2766060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032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27660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5.7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3846" y="2173224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9" name="Picture 8" descr="82e722a216f1a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49" y="2194560"/>
            <a:ext cx="5657088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17237" y="217322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2322" y="2080260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9" name="Picture 8" descr="6a5bd63b1555e6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625" y="2103120"/>
            <a:ext cx="566013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1876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pic>
        <p:nvPicPr>
          <p:cNvPr id="9" name="Picture 8" descr="e81dee220f24eb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6004"/>
            <a:ext cx="3099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pic>
        <p:nvPicPr>
          <p:cNvPr id="11" name="Picture 10" descr="fa1915b6839e7f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0363"/>
            <a:ext cx="3416808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pic>
        <p:nvPicPr>
          <p:cNvPr id="13" name="Picture 12" descr="2f46d52c85ca19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3099816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pic>
        <p:nvPicPr>
          <p:cNvPr id="15" name="Picture 14" descr="5dc73e64bd0369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39083"/>
            <a:ext cx="3099816" cy="3352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pic>
        <p:nvPicPr>
          <p:cNvPr id="17" name="Picture 16" descr="3a711642b46c3c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416808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673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20" name="Picture 19" descr="0afe177f69dd5e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84711" y="4620768"/>
            <a:ext cx="155448" cy="1493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40159" y="4466844"/>
            <a:ext cx="468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  </a:t>
            </a:r>
          </a:p>
        </p:txBody>
      </p:sp>
      <p:pic>
        <p:nvPicPr>
          <p:cNvPr id="22" name="Picture 21" descr="ab2d69d2d2abe41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1561" y="4527804"/>
            <a:ext cx="4639056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3099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8084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1" name="Picture 10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469392" cy="667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2150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945892"/>
            <a:ext cx="8534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61035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5" name="Picture 14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557016"/>
            <a:ext cx="417576" cy="5638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7655f1be3ef33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309981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06421" y="144018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80844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11d175e683476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469392" cy="667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0197" y="2052828"/>
            <a:ext cx="6525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2150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d68e6e8f02f1f5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945892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04379" y="292150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610356"/>
            <a:ext cx="3474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quotient:  </a:t>
            </a:r>
          </a:p>
        </p:txBody>
      </p:sp>
      <p:pic>
        <p:nvPicPr>
          <p:cNvPr id="18" name="Picture 17" descr="57c14efe461957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1575" y="3557016"/>
            <a:ext cx="417576" cy="563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77791" y="353415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d98347d24a5e7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4683" y="1993392"/>
            <a:ext cx="7312152" cy="411480"/>
          </a:xfrm>
          <a:prstGeom prst="rect">
            <a:avLst/>
          </a:prstGeom>
        </p:spPr>
      </p:pic>
      <p:pic>
        <p:nvPicPr>
          <p:cNvPr id="11" name="Picture 10" descr="cac393ebd07bc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41" y="2711196"/>
            <a:ext cx="111556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7509" y="2656332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 </a:t>
            </a:r>
          </a:p>
        </p:txBody>
      </p:sp>
      <p:pic>
        <p:nvPicPr>
          <p:cNvPr id="13" name="Picture 12" descr="d56fc73065e54a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7706" y="2709672"/>
            <a:ext cx="126187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a3a168722c51c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4616" y="1993392"/>
            <a:ext cx="5352288" cy="819912"/>
          </a:xfrm>
          <a:prstGeom prst="rect">
            <a:avLst/>
          </a:prstGeom>
        </p:spPr>
      </p:pic>
      <p:pic>
        <p:nvPicPr>
          <p:cNvPr id="11" name="Picture 10" descr="a2db9260e26591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040" y="3087624"/>
            <a:ext cx="542544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489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c79c2afc3e471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993392"/>
            <a:ext cx="6409944" cy="411480"/>
          </a:xfrm>
          <a:prstGeom prst="rect">
            <a:avLst/>
          </a:prstGeom>
        </p:spPr>
      </p:pic>
      <p:pic>
        <p:nvPicPr>
          <p:cNvPr id="11" name="Picture 10" descr="6e3a2fa74bbe54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044" y="2679192"/>
            <a:ext cx="6123432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4048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7b4ae14dd86922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03120"/>
            <a:ext cx="3310128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255f5ba7a254ef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69608" cy="408432"/>
          </a:xfrm>
          <a:prstGeom prst="rect">
            <a:avLst/>
          </a:prstGeom>
        </p:spPr>
      </p:pic>
      <p:pic>
        <p:nvPicPr>
          <p:cNvPr id="9" name="Picture 8" descr="6f84424baa8324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52016" cy="353568"/>
          </a:xfrm>
          <a:prstGeom prst="rect">
            <a:avLst/>
          </a:prstGeom>
        </p:spPr>
      </p:pic>
      <p:pic>
        <p:nvPicPr>
          <p:cNvPr id="10" name="Picture 9" descr="faf479a8541eeb6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0880"/>
            <a:ext cx="3166872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945d13953f7af1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2691" y="2194560"/>
            <a:ext cx="413613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02a20b9238011d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1168" y="2194560"/>
            <a:ext cx="4139183" cy="521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86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d048c7fc436d6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1896" y="2103120"/>
            <a:ext cx="3157728" cy="886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930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6b3f0849106cd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61560" cy="411480"/>
          </a:xfrm>
          <a:prstGeom prst="rect">
            <a:avLst/>
          </a:prstGeom>
        </p:spPr>
      </p:pic>
      <p:pic>
        <p:nvPicPr>
          <p:cNvPr id="9" name="Picture 8" descr="1c6ad9425b8dfd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3139440" cy="826008"/>
          </a:xfrm>
          <a:prstGeom prst="rect">
            <a:avLst/>
          </a:prstGeom>
        </p:spPr>
      </p:pic>
      <p:pic>
        <p:nvPicPr>
          <p:cNvPr id="10" name="Picture 9" descr="6aefb1689d23fb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706368"/>
            <a:ext cx="3133344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d9eedbeb2084b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284" y="2194560"/>
            <a:ext cx="3806952" cy="1109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069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914658bc6d4d6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2194560"/>
            <a:ext cx="3803904" cy="1109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069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a47a82f506d1e5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31fb752d70c62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824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9" name="Picture 8" descr="813d8c54303748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7" y="1938527"/>
            <a:ext cx="902208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24215" y="1851660"/>
            <a:ext cx="27288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927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2" name="Picture 11" descr="39bd69d20e0cfe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22" y="2551176"/>
            <a:ext cx="1155192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79714" y="2464308"/>
            <a:ext cx="5488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824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printer makes  </a:t>
            </a:r>
          </a:p>
        </p:txBody>
      </p:sp>
      <p:pic>
        <p:nvPicPr>
          <p:cNvPr id="9" name="Picture 8" descr="00df9fb5b7ec9f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007" y="1938527"/>
            <a:ext cx="905256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27263" y="1851660"/>
            <a:ext cx="27288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927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runs for  </a:t>
            </a:r>
          </a:p>
        </p:txBody>
      </p:sp>
      <p:pic>
        <p:nvPicPr>
          <p:cNvPr id="12" name="Picture 11" descr="a80742e4b94b4b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522" y="2551176"/>
            <a:ext cx="1155192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79714" y="2464308"/>
            <a:ext cx="5488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f43a30d4653d0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146304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f69d270b84b83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0764" y="2103120"/>
            <a:ext cx="1459992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854a4a598c6527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7028" y="2194560"/>
            <a:ext cx="1807464" cy="826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8bc77f296de0cf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552" y="2103120"/>
            <a:ext cx="1804416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c0f8266fbc7965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64c6147c2ce0e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f125fe26b9d13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632" y="2194560"/>
            <a:ext cx="281025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ffd33f95921b2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108" y="2103120"/>
            <a:ext cx="28133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20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e525d712acf4b1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8260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dd4e224a7fe9f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f1acb8271e6df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1" y="2194560"/>
            <a:ext cx="3328416" cy="819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3265931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403091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3265931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49829e386e3352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5028" y="2103120"/>
            <a:ext cx="3331464" cy="816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3171444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3308604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3171444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8140" y="2378964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9" name="Picture 8" descr="497afcee60275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751" y="2194560"/>
            <a:ext cx="1463040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18791" y="2378964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1" name="Picture 10" descr="a61c108a2c4f32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3011" y="2430780"/>
            <a:ext cx="1420368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34964" y="3272028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3" name="Picture 12" descr="5029bb2e4362f2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2971" y="3325367"/>
            <a:ext cx="1243584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980687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3905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9664" y="2284475"/>
            <a:ext cx="954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 </a:t>
            </a:r>
          </a:p>
        </p:txBody>
      </p:sp>
      <p:pic>
        <p:nvPicPr>
          <p:cNvPr id="9" name="Picture 8" descr="11453e40830bd3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275" y="2103120"/>
            <a:ext cx="145999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17267" y="2284475"/>
            <a:ext cx="2921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Marcus writes  </a:t>
            </a:r>
          </a:p>
        </p:txBody>
      </p:sp>
      <p:pic>
        <p:nvPicPr>
          <p:cNvPr id="11" name="Picture 10" descr="9220e587e3708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487" y="2336291"/>
            <a:ext cx="1420368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33440" y="3174491"/>
            <a:ext cx="2985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Sara writes  </a:t>
            </a:r>
          </a:p>
        </p:txBody>
      </p:sp>
      <p:pic>
        <p:nvPicPr>
          <p:cNvPr id="13" name="Picture 12" descr="6afd167257bcd6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1447" y="3227831"/>
            <a:ext cx="1246632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883151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pic>
        <p:nvPicPr>
          <p:cNvPr id="9" name="Picture 8" descr="c49caa77206bc3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6004"/>
            <a:ext cx="228295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158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pic>
        <p:nvPicPr>
          <p:cNvPr id="11" name="Picture 10" descr="17604f6e1003d2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88720" cy="664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3674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pic>
        <p:nvPicPr>
          <p:cNvPr id="13" name="Picture 12" descr="e2e26ee8dfa2948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97707"/>
            <a:ext cx="2441448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59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pic>
        <p:nvPicPr>
          <p:cNvPr id="15" name="Picture 14" descr="822dad32b0eba4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53967"/>
            <a:ext cx="1188720" cy="667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5110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pic>
        <p:nvPicPr>
          <p:cNvPr id="17" name="Picture 16" descr="7c5a8d7e4e4f2d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404360"/>
            <a:ext cx="1100328" cy="6705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2349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234940"/>
            <a:ext cx="9673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20" name="Picture 19" descr="0afe177f69dd5e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84711" y="5388864"/>
            <a:ext cx="155448" cy="1493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40159" y="5234940"/>
            <a:ext cx="468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  </a:t>
            </a:r>
          </a:p>
        </p:txBody>
      </p:sp>
      <p:pic>
        <p:nvPicPr>
          <p:cNvPr id="22" name="Picture 21" descr="29f37f2eabf1cb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1561" y="5295900"/>
            <a:ext cx="3654552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244144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113788"/>
            <a:ext cx="3099816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a1e7ea664b07d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244144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48053" y="1440180"/>
            <a:ext cx="145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8ddd66cd0c0fdc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113788"/>
            <a:ext cx="3099816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12627" y="2052828"/>
            <a:ext cx="16371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5.89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9977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3709" y="2665476"/>
            <a:ext cx="17436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9.02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461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7623" y="3278124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a738e44a54142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428" y="1993392"/>
            <a:ext cx="60746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05746" y="2656332"/>
            <a:ext cx="8306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2 significant digits and 3, so the answer keeps 2:   </a:t>
            </a:r>
          </a:p>
        </p:txBody>
      </p:sp>
      <p:pic>
        <p:nvPicPr>
          <p:cNvPr id="12" name="Picture 11" descr="46d10cc3baed6a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029" y="2708148"/>
            <a:ext cx="13807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19428082cb99c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643" y="2029968"/>
            <a:ext cx="338023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94714" y="2656332"/>
            <a:ext cx="87092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1688" y="3342132"/>
            <a:ext cx="60785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stops at the ones place:   </a:t>
            </a:r>
          </a:p>
        </p:txBody>
      </p:sp>
      <p:pic>
        <p:nvPicPr>
          <p:cNvPr id="13" name="Picture 12" descr="4090bfd67d1032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063" y="3371088"/>
            <a:ext cx="3096768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148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9368" y="1714500"/>
            <a:ext cx="4175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solar array measures  </a:t>
            </a:r>
          </a:p>
        </p:txBody>
      </p:sp>
      <p:pic>
        <p:nvPicPr>
          <p:cNvPr id="9" name="Picture 8" descr="7ad9bfb61548f8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7447" y="1769363"/>
            <a:ext cx="159410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41551" y="171450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82188a05fd74b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108" y="1767839"/>
            <a:ext cx="138988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996" y="171450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831760cab574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08432"/>
          </a:xfrm>
          <a:prstGeom prst="rect">
            <a:avLst/>
          </a:prstGeom>
        </p:spPr>
      </p:pic>
      <p:pic>
        <p:nvPicPr>
          <p:cNvPr id="9" name="Picture 8" descr="30f7ea4290ce6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5010912" cy="365760"/>
          </a:xfrm>
          <a:prstGeom prst="rect">
            <a:avLst/>
          </a:prstGeom>
        </p:spPr>
      </p:pic>
      <p:pic>
        <p:nvPicPr>
          <p:cNvPr id="10" name="Picture 9" descr="ae705d3f714a20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43072"/>
            <a:ext cx="45171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8695" y="2186940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9" name="Picture 8" descr="d18dbc9ddd0d9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969" y="2194560"/>
            <a:ext cx="1786128" cy="441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9097" y="2186940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e2afadd128af9c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653" y="2194560"/>
            <a:ext cx="2033015" cy="441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6669" y="2186940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56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7171" y="2185415"/>
            <a:ext cx="3101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field measures  </a:t>
            </a:r>
          </a:p>
        </p:txBody>
      </p:sp>
      <p:pic>
        <p:nvPicPr>
          <p:cNvPr id="9" name="Picture 8" descr="2ea2d2cafb1884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445" y="2194560"/>
            <a:ext cx="1789176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80621" y="2185415"/>
            <a:ext cx="13817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798bb70a13d738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5177" y="2194560"/>
            <a:ext cx="2033015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58193" y="2185415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53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3513" y="1714500"/>
            <a:ext cx="32456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container holds  </a:t>
            </a:r>
          </a:p>
        </p:txBody>
      </p:sp>
      <p:pic>
        <p:nvPicPr>
          <p:cNvPr id="9" name="Picture 8" descr="2cd8b9426e72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977" y="1767839"/>
            <a:ext cx="1804416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86393" y="1714500"/>
            <a:ext cx="3438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of liquid.</a:t>
            </a:r>
          </a:p>
        </p:txBody>
      </p:sp>
      <p:pic>
        <p:nvPicPr>
          <p:cNvPr id="11" name="Picture 10" descr="96c6bbe36750a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029" y="2497836"/>
            <a:ext cx="2008632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25661" y="2446020"/>
            <a:ext cx="3855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799fbcd94df551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6648" cy="289560"/>
          </a:xfrm>
          <a:prstGeom prst="rect">
            <a:avLst/>
          </a:prstGeom>
        </p:spPr>
      </p:pic>
      <p:pic>
        <p:nvPicPr>
          <p:cNvPr id="9" name="Picture 8" descr="22b44a67be12e9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84120"/>
            <a:ext cx="3867912" cy="429768"/>
          </a:xfrm>
          <a:prstGeom prst="rect">
            <a:avLst/>
          </a:prstGeom>
        </p:spPr>
      </p:pic>
      <p:pic>
        <p:nvPicPr>
          <p:cNvPr id="10" name="Picture 9" descr="4629515b15c2b4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88207"/>
            <a:ext cx="595579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cubic feet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9" name="Picture 8" descr="6fe96bec24508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365" y="2942844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2" name="Picture 11" descr="e7c28ca8c59a9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4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1871" y="2942844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88002" y="2183892"/>
            <a:ext cx="18504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road is  </a:t>
            </a:r>
          </a:p>
        </p:txBody>
      </p:sp>
      <p:pic>
        <p:nvPicPr>
          <p:cNvPr id="9" name="Picture 8" descr="8579fbd842756a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310" y="2194560"/>
            <a:ext cx="2011680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2990" y="2183892"/>
            <a:ext cx="15976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3365" y="2941320"/>
            <a:ext cx="18826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section  </a:t>
            </a:r>
          </a:p>
        </p:txBody>
      </p:sp>
      <p:pic>
        <p:nvPicPr>
          <p:cNvPr id="12" name="Picture 11" descr="522cffef3ffba4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855" y="2950464"/>
            <a:ext cx="2033015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71871" y="2941320"/>
            <a:ext cx="3333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09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How much of the road is not repaved?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52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9" name="Picture 8" descr="69f46df5ecb064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681" y="1938527"/>
            <a:ext cx="112776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77441" y="1851660"/>
            <a:ext cx="1291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dd823fb368db84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17" y="1937003"/>
            <a:ext cx="1127760" cy="2865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59677" y="1851660"/>
            <a:ext cx="766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524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pond's surface measures  </a:t>
            </a:r>
          </a:p>
        </p:txBody>
      </p:sp>
      <p:pic>
        <p:nvPicPr>
          <p:cNvPr id="9" name="Picture 8" descr="877de329d13d7e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681" y="1938527"/>
            <a:ext cx="112776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77441" y="1851660"/>
            <a:ext cx="1291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1" name="Picture 10" descr="98384e6b1ba121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917" y="1938527"/>
            <a:ext cx="1130808" cy="283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2725" y="1851660"/>
            <a:ext cx="766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square meters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1793" y="269290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0" name="Picture 9" descr="f1f759a641dda9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744724"/>
            <a:ext cx="20269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9290" y="269290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1793" y="2601468"/>
            <a:ext cx="6997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the other has 5. The exact product is  </a:t>
            </a:r>
          </a:p>
        </p:txBody>
      </p:sp>
      <p:pic>
        <p:nvPicPr>
          <p:cNvPr id="10" name="Picture 9" descr="b1203184ca7f2d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70" y="2653284"/>
            <a:ext cx="202692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439290" y="260146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7.41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3f644ac48482c8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9302" y="2194560"/>
            <a:ext cx="40203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09614" y="2171700"/>
            <a:ext cx="4299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da2ed7f30b8d3f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778" y="2104643"/>
            <a:ext cx="4023360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11138" y="2080260"/>
            <a:ext cx="4299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3414" y="217170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9" name="Picture 8" descr="64bbdc3030162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466" y="2226564"/>
            <a:ext cx="1423416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42882" y="217170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1" name="Picture 10" descr="feb742ea3ba69b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830" y="2226564"/>
            <a:ext cx="163372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6558" y="217170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1890" y="2080260"/>
            <a:ext cx="3903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9" name="Picture 8" descr="2040ebaec58d50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942" y="2135124"/>
            <a:ext cx="1426464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44406" y="2080260"/>
            <a:ext cx="1537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 by  </a:t>
            </a:r>
          </a:p>
        </p:txBody>
      </p:sp>
      <p:pic>
        <p:nvPicPr>
          <p:cNvPr id="11" name="Picture 10" descr="7f74096cc598f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354" y="2135124"/>
            <a:ext cx="1633728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8082" y="2080260"/>
            <a:ext cx="9687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2.6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2.61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cm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2.6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cm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3822" y="217170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9" name="Picture 8" descr="a0c3ce9052e643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226564"/>
            <a:ext cx="1633728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6700" y="217170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53822" y="2080260"/>
            <a:ext cx="24563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9" name="Picture 8" descr="cb8dbdba9896eb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2972" y="2135124"/>
            <a:ext cx="1633728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6700" y="2080260"/>
            <a:ext cx="3238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km/h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016" y="274657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0" name="Picture 9" descr="56b3c95944d229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273" y="2799919"/>
            <a:ext cx="140817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4449" y="274657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2" name="Picture 11" descr="05f1b129363955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9316" y="2799919"/>
            <a:ext cx="139903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88348" y="274657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5492" y="2655139"/>
            <a:ext cx="6964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of  </a:t>
            </a:r>
          </a:p>
        </p:txBody>
      </p:sp>
      <p:pic>
        <p:nvPicPr>
          <p:cNvPr id="10" name="Picture 9" descr="7257295b37188a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749" y="2708479"/>
            <a:ext cx="1411224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65973" y="2655139"/>
            <a:ext cx="46620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</a:t>
            </a:r>
            <a:r>
              <a:rPr sz="26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600" b="0" i="0">
                <a:solidFill>
                  <a:srgbClr val="1A1A1A"/>
                </a:solidFill>
                <a:latin typeface="Century Schoolbook"/>
              </a:rPr>
              <a:t>. The length measured  </a:t>
            </a:r>
          </a:p>
        </p:txBody>
      </p:sp>
      <p:pic>
        <p:nvPicPr>
          <p:cNvPr id="12" name="Picture 11" descr="94cb33e082284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840" y="2708479"/>
            <a:ext cx="139903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89872" y="2655139"/>
            <a:ext cx="813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4.0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728" y="274657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0" name="Picture 9" descr="705d48a90c77f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806015"/>
            <a:ext cx="176479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60254" y="274657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2" name="Picture 11" descr="1a57ee4fc4052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99919"/>
            <a:ext cx="138074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05355" y="274657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Ellis says: 1,234 has 4 significant digits and 5.6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5728" y="2655139"/>
            <a:ext cx="21468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so the sum  </a:t>
            </a:r>
          </a:p>
        </p:txBody>
      </p:sp>
      <p:pic>
        <p:nvPicPr>
          <p:cNvPr id="10" name="Picture 9" descr="a825a716d0b1c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462" y="2714575"/>
            <a:ext cx="1764792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60254" y="2655139"/>
            <a:ext cx="4401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must be written with 2:  </a:t>
            </a:r>
          </a:p>
        </p:txBody>
      </p:sp>
      <p:pic>
        <p:nvPicPr>
          <p:cNvPr id="12" name="Picture 11" descr="1d3c8ee25f946d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4611" y="2708479"/>
            <a:ext cx="1380744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05355" y="2655139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1,240 = 1.240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5771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4088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896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 rectangle measures  </a:t>
            </a:r>
          </a:p>
        </p:txBody>
      </p:sp>
      <p:pic>
        <p:nvPicPr>
          <p:cNvPr id="14" name="Picture 13" descr="455a5450e4ac98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289" y="2506648"/>
            <a:ext cx="954289" cy="23416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80578" y="2434888"/>
            <a:ext cx="106630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  m by  </a:t>
            </a:r>
          </a:p>
        </p:txBody>
      </p:sp>
      <p:pic>
        <p:nvPicPr>
          <p:cNvPr id="16" name="Picture 15" descr="bb8fc48a8c32d1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724" y="2506648"/>
            <a:ext cx="1087738" cy="23416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97463" y="2434888"/>
            <a:ext cx="402410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3563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pic>
        <p:nvPicPr>
          <p:cNvPr id="20" name="Picture 19" descr="1b1c445e0e5cd7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0530"/>
            <a:ext cx="2696684" cy="27697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90323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4700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5162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 car travels  </a:t>
            </a:r>
          </a:p>
        </p:txBody>
      </p:sp>
      <p:pic>
        <p:nvPicPr>
          <p:cNvPr id="25" name="Picture 24" descr="e70ffa874200d03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8944" y="4177217"/>
            <a:ext cx="1067595" cy="23416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36539" y="4105457"/>
            <a:ext cx="691969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3563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pic>
        <p:nvPicPr>
          <p:cNvPr id="29" name="Picture 28" descr="98201dc88cb6851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58547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86179" y="4940741"/>
            <a:ext cx="660323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281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correct precision.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0" name="Picture 9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112264"/>
            <a:ext cx="2441448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2" name="Picture 11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4" name="Picture 13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390900"/>
            <a:ext cx="1155192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984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958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ca17b323d889e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171" y="2112264"/>
            <a:ext cx="244144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54259" y="2052828"/>
            <a:ext cx="1302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9fe57fc54286b2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04379" y="266547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7" name="Picture 16" descr="72275cc2b2ecb2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390900"/>
            <a:ext cx="1155192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7710" y="327812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10aaba5b6e76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268" y="1993392"/>
            <a:ext cx="5586984" cy="502920"/>
          </a:xfrm>
          <a:prstGeom prst="rect">
            <a:avLst/>
          </a:prstGeom>
        </p:spPr>
      </p:pic>
      <p:pic>
        <p:nvPicPr>
          <p:cNvPr id="11" name="Picture 10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459" y="2770632"/>
            <a:ext cx="3276600" cy="502920"/>
          </a:xfrm>
          <a:prstGeom prst="rect">
            <a:avLst/>
          </a:prstGeom>
        </p:spPr>
      </p:pic>
      <p:pic>
        <p:nvPicPr>
          <p:cNvPr id="12" name="Picture 11" descr="38c1b22d8ba50cd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1715" y="3547872"/>
            <a:ext cx="3294888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6603" y="3570732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4" name="Picture 13" descr="af23067c54651c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16" y="3654552"/>
            <a:ext cx="780288" cy="289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38912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1ccef74cf5a6c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132" y="1993392"/>
            <a:ext cx="1420368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33500" y="201625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099a845693bde0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492" y="1993392"/>
            <a:ext cx="143256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12051" y="201625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a0a2abe2b8b88c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8043" y="1993392"/>
            <a:ext cx="1990344" cy="502920"/>
          </a:xfrm>
          <a:prstGeom prst="rect">
            <a:avLst/>
          </a:prstGeom>
        </p:spPr>
      </p:pic>
      <p:pic>
        <p:nvPicPr>
          <p:cNvPr id="15" name="Picture 14" descr="5dc53ddc22961e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7292" y="2775204"/>
            <a:ext cx="1289304" cy="8138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56596" y="295351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7" name="Picture 16" descr="0b3fc4acebe111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2587" y="2770632"/>
            <a:ext cx="1691640" cy="822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393192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44afa7466e491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304" y="1993392"/>
            <a:ext cx="2374392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13696" y="21351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2485dda09a64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687" y="2112264"/>
            <a:ext cx="3462528" cy="502920"/>
          </a:xfrm>
          <a:prstGeom prst="rect">
            <a:avLst/>
          </a:prstGeom>
        </p:spPr>
      </p:pic>
      <p:pic>
        <p:nvPicPr>
          <p:cNvPr id="13" name="Picture 12" descr="1c083a55a6db1a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0752" y="3008376"/>
            <a:ext cx="4700016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3250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9bb1c8a15b2d7b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148" y="2103120"/>
            <a:ext cx="2935224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88f9d60545f0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85544" cy="676656"/>
          </a:xfrm>
          <a:prstGeom prst="rect">
            <a:avLst/>
          </a:prstGeom>
        </p:spPr>
      </p:pic>
      <p:pic>
        <p:nvPicPr>
          <p:cNvPr id="9" name="Picture 8" descr="0f750478274c69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276600" cy="502920"/>
          </a:xfrm>
          <a:prstGeom prst="rect">
            <a:avLst/>
          </a:prstGeom>
        </p:spPr>
      </p:pic>
      <p:pic>
        <p:nvPicPr>
          <p:cNvPr id="10" name="Picture 9" descr="bdab02e30458e0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48455"/>
            <a:ext cx="1655064" cy="67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8535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17/4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951716e95210e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728" y="2194560"/>
            <a:ext cx="3560064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7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b80aa591255586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3775" y="2194560"/>
            <a:ext cx="3553968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70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−17/9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47530fef4a5f2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03120"/>
            <a:ext cx="3532632" cy="53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394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922b0a873b8b5f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45992" cy="502920"/>
          </a:xfrm>
          <a:prstGeom prst="rect">
            <a:avLst/>
          </a:prstGeom>
        </p:spPr>
      </p:pic>
      <p:pic>
        <p:nvPicPr>
          <p:cNvPr id="9" name="Picture 8" descr="eb44f304539690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97480"/>
            <a:ext cx="3849624" cy="502920"/>
          </a:xfrm>
          <a:prstGeom prst="rect">
            <a:avLst/>
          </a:prstGeom>
        </p:spPr>
      </p:pic>
      <p:pic>
        <p:nvPicPr>
          <p:cNvPr id="10" name="Picture 9" descr="1e8b8e5b31eeb1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74720"/>
            <a:ext cx="1990344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98a08d8a76531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288" y="2194560"/>
            <a:ext cx="4504944" cy="658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558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03f17111b774a6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763" y="2194560"/>
            <a:ext cx="4507992" cy="661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588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bba822fb928b2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9" y="2194560"/>
            <a:ext cx="105156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a01c60804f5366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1" y="2103120"/>
            <a:ext cx="1042415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 feet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a4ee34a66ada29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94560"/>
            <a:ext cx="132588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e9ce12ee5f035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03120"/>
            <a:ext cx="131978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3f127ed15696cd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4563" y="2194560"/>
            <a:ext cx="1612392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e42a74bac5138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612" y="2103120"/>
            <a:ext cx="1606296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3abe49e5e12103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3c30f316583cb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432" y="2103120"/>
            <a:ext cx="1438656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6e1bf63989c69b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928" y="2194560"/>
            <a:ext cx="112166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38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323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297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e2d33019ea26f9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1452" y="2103120"/>
            <a:ext cx="1118616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−4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a9ee2603fdcbc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019" y="2194560"/>
            <a:ext cx="1935480" cy="813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641b2a864f99c54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068" y="2103120"/>
            <a:ext cx="1929384" cy="819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2/3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2ee0db6a490ede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94560"/>
            <a:ext cx="237134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a56781a24b5677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5087" y="2103120"/>
            <a:ext cx="2371344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1/25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364" y="2217420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9" name="Picture 8" descr="81cf988981787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675" y="2194560"/>
            <a:ext cx="1121664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5339" y="2217420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466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3888" y="2125979"/>
            <a:ext cx="29984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Simon says that  </a:t>
            </a:r>
          </a:p>
        </p:txBody>
      </p:sp>
      <p:pic>
        <p:nvPicPr>
          <p:cNvPr id="9" name="Picture 8" descr="1d8dbae4078985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199" y="2103120"/>
            <a:ext cx="1118616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815" y="2125979"/>
            <a:ext cx="37509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pic>
        <p:nvPicPr>
          <p:cNvPr id="9" name="Picture 8" descr="6917906ce23243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19428"/>
            <a:ext cx="85344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pic>
        <p:nvPicPr>
          <p:cNvPr id="11" name="Picture 10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3787"/>
            <a:ext cx="914400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pic>
        <p:nvPicPr>
          <p:cNvPr id="13" name="Picture 12" descr="9d8d0abecd2df0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08147"/>
            <a:ext cx="13106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40309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pic>
        <p:nvPicPr>
          <p:cNvPr id="15" name="Picture 14" descr="89915d7fda969e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3880" cy="661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2241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pic>
        <p:nvPicPr>
          <p:cNvPr id="17" name="Picture 16" descr="45776c96e77cc39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46804"/>
            <a:ext cx="1466088" cy="4084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8536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pic>
        <p:nvPicPr>
          <p:cNvPr id="19" name="Picture 18" descr="db016c3e3a507b5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9640"/>
            <a:ext cx="238658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464564"/>
            <a:ext cx="114300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710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2" name="Picture 11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8336"/>
            <a:ext cx="795528" cy="5547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2138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4" name="Picture 13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534156"/>
            <a:ext cx="1088136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464564"/>
            <a:ext cx="114300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9605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791" y="2052828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710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8336"/>
            <a:ext cx="795528" cy="554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46467" y="266547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2138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7" name="Picture 16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534156"/>
            <a:ext cx="1088136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0654" y="34213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5470b2ad78cf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01" y="2058924"/>
            <a:ext cx="296265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0657" y="1970532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2" name="Picture 11" descr="0c14e80cd2eaab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0854" y="2055876"/>
            <a:ext cx="1502664" cy="286512"/>
          </a:xfrm>
          <a:prstGeom prst="rect">
            <a:avLst/>
          </a:prstGeom>
        </p:spPr>
      </p:pic>
      <p:pic>
        <p:nvPicPr>
          <p:cNvPr id="13" name="Picture 12" descr="c6cb11828cf70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2261" y="2737104"/>
            <a:ext cx="3343656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5917" y="2656332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5" name="Picture 14" descr="3d97c3435e5f92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6114" y="2744724"/>
            <a:ext cx="153314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52b1d3b1e5b1c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4796" y="1993392"/>
            <a:ext cx="2471928" cy="810768"/>
          </a:xfrm>
          <a:prstGeom prst="rect">
            <a:avLst/>
          </a:prstGeom>
        </p:spPr>
      </p:pic>
      <p:pic>
        <p:nvPicPr>
          <p:cNvPr id="11" name="Picture 10" descr="ffadcec50e54c8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32" y="3078480"/>
            <a:ext cx="5172456" cy="8717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88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4b1ef9fa2dcb4d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036" y="2103120"/>
            <a:ext cx="3965448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353dd49f16316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31136" cy="405384"/>
          </a:xfrm>
          <a:prstGeom prst="rect">
            <a:avLst/>
          </a:prstGeom>
        </p:spPr>
      </p:pic>
      <p:pic>
        <p:nvPicPr>
          <p:cNvPr id="9" name="Picture 8" descr="340b208cd1f74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6973824" cy="350520"/>
          </a:xfrm>
          <a:prstGeom prst="rect">
            <a:avLst/>
          </a:prstGeom>
        </p:spPr>
      </p:pic>
      <p:pic>
        <p:nvPicPr>
          <p:cNvPr id="10" name="Picture 9" descr="90bf680791a0f6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2944368" cy="295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−1.44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dcc7e91a07786a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2194560"/>
            <a:ext cx="4538472" cy="630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8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7d9dafa919c33a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571" y="2194560"/>
            <a:ext cx="4532376" cy="630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8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9.97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9657b87afa13d5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7" y="2103120"/>
            <a:ext cx="2798064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7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184a5d14892d3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76144" cy="810768"/>
          </a:xfrm>
          <a:prstGeom prst="rect">
            <a:avLst/>
          </a:prstGeom>
        </p:spPr>
      </p:pic>
      <p:pic>
        <p:nvPicPr>
          <p:cNvPr id="9" name="Picture 8" descr="d857c92eedcaec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627120" cy="813816"/>
          </a:xfrm>
          <a:prstGeom prst="rect">
            <a:avLst/>
          </a:prstGeom>
        </p:spPr>
      </p:pic>
      <p:pic>
        <p:nvPicPr>
          <p:cNvPr id="10" name="Picture 9" descr="72e6766a18cea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93464"/>
            <a:ext cx="1984248" cy="67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30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−1/4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c8e5417f2d59a8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9747" y="2194560"/>
            <a:ext cx="4002024" cy="1085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2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7dacaa3a652d27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271" y="2194560"/>
            <a:ext cx="3998975" cy="1088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561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6f2b5e6da5da1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260092"/>
            <a:ext cx="134112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2fd862883ce8c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68652"/>
            <a:ext cx="134112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9" name="Picture 8" descr="9fe57fc54286b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5344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57031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9" name="Picture 8" descr="538eaa100b231b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473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50935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0bd57d1fcf1bc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253996"/>
            <a:ext cx="1533144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e06ac948f72f4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164080"/>
            <a:ext cx="1533144" cy="289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4a8f8f45b07cb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495" y="2194560"/>
            <a:ext cx="1176528" cy="816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19aa5c3e206c1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810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1/3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0e9d178742cad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223516"/>
            <a:ext cx="1371600" cy="353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d34694b9b55f63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133599"/>
            <a:ext cx="1371600" cy="35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50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076eeeb065b72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04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151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db4460c0abb0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03120"/>
            <a:ext cx="969264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370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d135167dce315e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687" y="2196083"/>
            <a:ext cx="191414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43cce3e34e7bfb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164" y="2106168"/>
            <a:ext cx="191719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afb332c72f7d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503" y="2194560"/>
            <a:ext cx="2572512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11864b2915a669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03120"/>
            <a:ext cx="2575560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17/6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1691" y="2232660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9" name="Picture 8" descr="71ab7e8131bab8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94560"/>
            <a:ext cx="1969008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1687" y="2232660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022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3913" y="3554299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3" name="Picture 12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691459"/>
            <a:ext cx="19202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0138" y="3554299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001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1691" y="2139696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9" name="Picture 8" descr="3cbcfcb0399747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03120"/>
            <a:ext cx="196900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1687" y="2139696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3913" y="3459811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3" name="Picture 12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596971"/>
            <a:ext cx="19202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0138" y="3459811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pic>
        <p:nvPicPr>
          <p:cNvPr id="9" name="Picture 8" descr="1f329a86f16255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01723"/>
            <a:ext cx="1639824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pic>
        <p:nvPicPr>
          <p:cNvPr id="11" name="Picture 10" descr="dc0a4f2891ed41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2179"/>
            <a:ext cx="1112520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pic>
        <p:nvPicPr>
          <p:cNvPr id="13" name="Picture 12" descr="f18144c08071bc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24584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4076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pic>
        <p:nvPicPr>
          <p:cNvPr id="15" name="Picture 14" descr="121faca76136a4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92480" cy="670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315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pic>
        <p:nvPicPr>
          <p:cNvPr id="17" name="Picture 16" descr="c4b87d1c3f303e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92524"/>
            <a:ext cx="1554480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2592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pic>
        <p:nvPicPr>
          <p:cNvPr id="19" name="Picture 18" descr="ffa7e16a200ba39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50308"/>
            <a:ext cx="2258568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077212"/>
            <a:ext cx="1588008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386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8336"/>
            <a:ext cx="780288" cy="5577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42442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5" name="Picture 14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514344"/>
            <a:ext cx="43281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60611" y="342442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7" name="Picture 16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538728"/>
            <a:ext cx="621792" cy="228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4005" y="342442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a3bfe14101224a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501140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085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a627cc56d12410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077212"/>
            <a:ext cx="158800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0819" y="205282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386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ab0a0f8a819bef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8336"/>
            <a:ext cx="780288" cy="5577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31227" y="266547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2442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8" name="Picture 17" descr="0059e34534483f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514344"/>
            <a:ext cx="432816" cy="277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360611" y="3424428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20" name="Picture 19" descr="8be73e21dbd685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2213" y="3538728"/>
            <a:ext cx="621792" cy="228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74005" y="3424428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1880" y="34244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18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dc02d1493e5a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5665" y="1993392"/>
            <a:ext cx="1557528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23193" y="2101596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c5ae5c8435316f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888" y="2186940"/>
            <a:ext cx="1082040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92928" y="2101596"/>
            <a:ext cx="14034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4" name="Picture 13" descr="93a35f9de365dd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9202" y="2188464"/>
            <a:ext cx="966216" cy="283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25418" y="210159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6" name="Picture 15" descr="d74aec1c3ec8a8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5734" y="2941320"/>
            <a:ext cx="5285232" cy="673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70966" y="3049524"/>
            <a:ext cx="1441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0315" y="3866388"/>
            <a:ext cx="1233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with   </a:t>
            </a:r>
          </a:p>
        </p:txBody>
      </p:sp>
      <p:pic>
        <p:nvPicPr>
          <p:cNvPr id="19" name="Picture 18" descr="470a2cb670592e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6159" y="3954780"/>
            <a:ext cx="1063752" cy="2804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9911" y="3866388"/>
            <a:ext cx="6967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    </a:t>
            </a:r>
          </a:p>
        </p:txBody>
      </p:sp>
      <p:pic>
        <p:nvPicPr>
          <p:cNvPr id="21" name="Picture 20" descr="8b91d3b79ed4a5f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9482" y="3892296"/>
            <a:ext cx="2484120" cy="4053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63602" y="3866388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23" name="Picture 22" descr="e047b6631084f98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6516" y="3924300"/>
            <a:ext cx="1694688" cy="34137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6390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9924" y="1970532"/>
            <a:ext cx="78588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plus 4 dollars for each of 6 gigabytes:</a:t>
            </a:r>
          </a:p>
        </p:txBody>
      </p:sp>
      <p:pic>
        <p:nvPicPr>
          <p:cNvPr id="11" name="Picture 10" descr="df4025967bb63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764" y="2709672"/>
            <a:ext cx="2221992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46180" y="3342132"/>
            <a:ext cx="82063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15 dollars for each of 4 lines, plus 6 dollars of tax:</a:t>
            </a:r>
          </a:p>
        </p:txBody>
      </p:sp>
      <p:pic>
        <p:nvPicPr>
          <p:cNvPr id="13" name="Picture 12" descr="d2efbf0da391d0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716" y="4081271"/>
            <a:ext cx="222808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19481ee0e1540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9339" y="1993392"/>
            <a:ext cx="4690872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50211" y="2016252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7423" y="2747772"/>
            <a:ext cx="50876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rounding the side to 14 first:   </a:t>
            </a:r>
          </a:p>
        </p:txBody>
      </p:sp>
      <p:pic>
        <p:nvPicPr>
          <p:cNvPr id="13" name="Picture 12" descr="e6ef06ed6a80f4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920" y="2801112"/>
            <a:ext cx="166420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12128" y="2747772"/>
            <a:ext cx="1089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5204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21151" y="1845563"/>
            <a:ext cx="31314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9" name="Picture 8" descr="69f338afbe2042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452" y="1737360"/>
            <a:ext cx="1554480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69932" y="184556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8839" y="2708148"/>
            <a:ext cx="16747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for mass </a:t>
            </a:r>
          </a:p>
        </p:txBody>
      </p:sp>
      <p:pic>
        <p:nvPicPr>
          <p:cNvPr id="12" name="Picture 11" descr="24e87f5600a7b6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04" y="2845308"/>
            <a:ext cx="28346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89868" y="2708148"/>
            <a:ext cx="41655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kilograms and speed </a:t>
            </a:r>
          </a:p>
        </p:txBody>
      </p:sp>
      <p:pic>
        <p:nvPicPr>
          <p:cNvPr id="14" name="Picture 13" descr="fcb4fcf2c8052f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219" y="2842260"/>
            <a:ext cx="167640" cy="1889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85859" y="2708148"/>
            <a:ext cx="37439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9688" y="3439668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17" name="Picture 16" descr="c3de325f2afb27e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8676" y="3534156"/>
            <a:ext cx="295656" cy="26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84332" y="3439668"/>
            <a:ext cx="77546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769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d75f9c90e035e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6080" cy="673608"/>
          </a:xfrm>
          <a:prstGeom prst="rect">
            <a:avLst/>
          </a:prstGeom>
        </p:spPr>
      </p:pic>
      <p:pic>
        <p:nvPicPr>
          <p:cNvPr id="9" name="Picture 8" descr="97f8b90e9d71c5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2618232" cy="673608"/>
          </a:xfrm>
          <a:prstGeom prst="rect">
            <a:avLst/>
          </a:prstGeom>
        </p:spPr>
      </p:pic>
      <p:pic>
        <p:nvPicPr>
          <p:cNvPr id="10" name="Picture 9" descr="a0f52d5d0e25f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6096"/>
            <a:ext cx="3517392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38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8372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9" name="Picture 8" descr="87c9946de92fdd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60" y="2194560"/>
            <a:ext cx="1941576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1" name="Picture 10" descr="2af650365bdc2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3" name="Picture 12" descr="363ced5d02a269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3960" cy="3566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87638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5324" y="2391156"/>
            <a:ext cx="1066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</a:t>
            </a:r>
          </a:p>
        </p:txBody>
      </p:sp>
      <p:pic>
        <p:nvPicPr>
          <p:cNvPr id="9" name="Picture 8" descr="ccc487dd163a74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312" y="2194560"/>
            <a:ext cx="1944623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8936" y="2391156"/>
            <a:ext cx="9420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for  </a:t>
            </a:r>
          </a:p>
        </p:txBody>
      </p:sp>
      <p:pic>
        <p:nvPicPr>
          <p:cNvPr id="11" name="Picture 10" descr="5bea3106422a07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874" y="2439924"/>
            <a:ext cx="1606296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20170" y="2391156"/>
            <a:ext cx="1800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kg  and  </a:t>
            </a:r>
          </a:p>
        </p:txBody>
      </p:sp>
      <p:pic>
        <p:nvPicPr>
          <p:cNvPr id="13" name="Picture 12" descr="412fe3e32d9c15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3678" y="2441448"/>
            <a:ext cx="1207008" cy="3566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90686" y="2391156"/>
            <a:ext cx="107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m/s.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61,200 joules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88a80bd66be46d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27832" cy="405384"/>
          </a:xfrm>
          <a:prstGeom prst="rect">
            <a:avLst/>
          </a:prstGeom>
        </p:spPr>
      </p:pic>
      <p:pic>
        <p:nvPicPr>
          <p:cNvPr id="9" name="Picture 8" descr="01bf3bc2e6345c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2484120" cy="350520"/>
          </a:xfrm>
          <a:prstGeom prst="rect">
            <a:avLst/>
          </a:prstGeom>
        </p:spPr>
      </p:pic>
      <p:pic>
        <p:nvPicPr>
          <p:cNvPr id="10" name="Picture 9" descr="6a57c082688f8b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3745992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5999" y="217170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8b9f54f367bfb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3662" y="2229612"/>
            <a:ext cx="53035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4014" y="217170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0c0822ea9a5c4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332" y="2260092"/>
            <a:ext cx="1063752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5084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4475" y="208026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dfb9a8ed903d4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2138" y="2138171"/>
            <a:ext cx="53340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5538" y="208026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2a9ba365712c4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856" y="2168652"/>
            <a:ext cx="1063752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6608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7807"/>
            <a:ext cx="2906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1" name="Picture 10" descr="8419d3078da366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88" y="3382087"/>
            <a:ext cx="1261872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5860" y="3427807"/>
            <a:ext cx="219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,  for a mass  </a:t>
            </a:r>
          </a:p>
        </p:txBody>
      </p:sp>
      <p:pic>
        <p:nvPicPr>
          <p:cNvPr id="13" name="Picture 12" descr="38ea68753f07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556" y="3581731"/>
            <a:ext cx="231648" cy="1493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1204" y="3427807"/>
            <a:ext cx="2334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and a speed  </a:t>
            </a:r>
          </a:p>
        </p:txBody>
      </p:sp>
      <p:pic>
        <p:nvPicPr>
          <p:cNvPr id="15" name="Picture 14" descr="17f1143b444dc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038" y="3580207"/>
            <a:ext cx="13716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86198" y="3427807"/>
            <a:ext cx="300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3189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5387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9331"/>
            <a:ext cx="2906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Kinetic energy is  </a:t>
            </a:r>
          </a:p>
        </p:txBody>
      </p:sp>
      <p:pic>
        <p:nvPicPr>
          <p:cNvPr id="11" name="Picture 10" descr="2b860bf135a1b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3988" y="3382087"/>
            <a:ext cx="1261872" cy="5516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5860" y="3429331"/>
            <a:ext cx="219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,  for a mass  </a:t>
            </a:r>
          </a:p>
        </p:txBody>
      </p:sp>
      <p:pic>
        <p:nvPicPr>
          <p:cNvPr id="13" name="Picture 12" descr="38ea68753f0734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9556" y="3583255"/>
            <a:ext cx="231648" cy="1493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1204" y="3429331"/>
            <a:ext cx="2334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and a speed  </a:t>
            </a:r>
          </a:p>
        </p:txBody>
      </p:sp>
      <p:pic>
        <p:nvPicPr>
          <p:cNvPr id="15" name="Picture 14" descr="17f1143b444dcf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9038" y="3581731"/>
            <a:ext cx="137160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86198" y="3429331"/>
            <a:ext cx="3001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3494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5692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2,240 joules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plan costs 15 dollars plus 4 dollars for each gigabyte.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cost of 6 gigabytes.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284 dollars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7790" y="2302764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0c3f0450f52693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453" y="2194560"/>
            <a:ext cx="890016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5469" y="2302764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2787" y="2391156"/>
            <a:ext cx="108204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04827" y="230276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3" name="Picture 12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6533" y="2391156"/>
            <a:ext cx="74676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23293" y="230276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42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808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94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004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6266" y="2211323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9a895d34bc456d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929" y="2103120"/>
            <a:ext cx="893064" cy="673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86993" y="2211323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2effa420194315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311" y="2299715"/>
            <a:ext cx="108204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06351" y="2211323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3" name="Picture 12" descr="d8c25bd356e9b5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8057" y="2299715"/>
            <a:ext cx="74676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24817" y="2211323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5104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7173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4031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090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180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655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5132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571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(1.25) + 38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6309" y="2217420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9" name="Picture 8" descr="68e9635cc791ae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310" y="2194560"/>
            <a:ext cx="105156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38870" y="2217420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0881" y="2125979"/>
            <a:ext cx="5538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fence runs along 6 sides, each  </a:t>
            </a:r>
          </a:p>
        </p:txBody>
      </p:sp>
      <p:pic>
        <p:nvPicPr>
          <p:cNvPr id="9" name="Picture 8" descr="12e2a7d6e43363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882" y="2103120"/>
            <a:ext cx="104241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34298" y="2125979"/>
            <a:ext cx="1873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5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Find its total length,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84.85 feet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603" y="2293620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63c59621754cfc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94560"/>
            <a:ext cx="993648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71914" y="2293620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0fd02e8179cc96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232" y="2386584"/>
            <a:ext cx="77419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342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3" name="Picture 12" descr="90e8bcce6a7389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428" y="2380487"/>
            <a:ext cx="783336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31764" y="2293620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5" name="Picture 14" descr="07fcb1bbd55c69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380487"/>
            <a:ext cx="743712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40480" y="22936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603" y="2200655"/>
            <a:ext cx="18648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Evaluate  </a:t>
            </a:r>
          </a:p>
        </p:txBody>
      </p:sp>
      <p:pic>
        <p:nvPicPr>
          <p:cNvPr id="9" name="Picture 8" descr="e228efb5a3a6a7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266" y="2103120"/>
            <a:ext cx="987552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5818" y="2200655"/>
            <a:ext cx="1474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9ac445d0700059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136" y="2293620"/>
            <a:ext cx="777240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80376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3" name="Picture 12" descr="d05130d66ecf91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5380" y="2287524"/>
            <a:ext cx="786384" cy="283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31764" y="2200655"/>
            <a:ext cx="5021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15" name="Picture 14" descr="23b44b96e08919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6768" y="2287524"/>
            <a:ext cx="743712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40480" y="2200655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 plan costs 15 dollars plus 4 dollars for each of 6 gigabytes.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Another costs 15 dollars for each of 4 lines, plus 6 dollars of tax.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39 dollars and 66 dollars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pic>
        <p:nvPicPr>
          <p:cNvPr id="9" name="Picture 8" descr="2b8d4582f14f08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3436"/>
            <a:ext cx="432816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60448" y="1495044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1" name="Picture 10" descr="98bdfca2783561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2050" y="1610867"/>
            <a:ext cx="8625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79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pic>
        <p:nvPicPr>
          <p:cNvPr id="13" name="Picture 12" descr="3518a776f604336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719328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46960" y="2157983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15" name="Picture 14" descr="7597cef5a07f6e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8562" y="2270759"/>
            <a:ext cx="87782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16386" y="2157983"/>
            <a:ext cx="10937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7" name="Picture 16" descr="93534435d911b6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982" y="2270759"/>
            <a:ext cx="61874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035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pic>
        <p:nvPicPr>
          <p:cNvPr id="19" name="Picture 18" descr="d49f647ceaea21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43783"/>
            <a:ext cx="807720" cy="53035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35352" y="2880359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21" name="Picture 20" descr="a5e7f61095a4b87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6954" y="2993135"/>
            <a:ext cx="633984" cy="2316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60938" y="2880359"/>
            <a:ext cx="468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cb41e881dfc7457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2339" y="2991611"/>
            <a:ext cx="633984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6323" y="2880359"/>
            <a:ext cx="468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,  </a:t>
            </a:r>
          </a:p>
        </p:txBody>
      </p:sp>
      <p:pic>
        <p:nvPicPr>
          <p:cNvPr id="25" name="Picture 24" descr="e8d487b1e3f985f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57725" y="2991611"/>
            <a:ext cx="603504" cy="2346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3415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34156"/>
            <a:ext cx="9509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73067"/>
            <a:ext cx="81830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674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pic>
        <p:nvPicPr>
          <p:cNvPr id="30" name="Picture 29" descr="191a9ee55d79324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25339"/>
            <a:ext cx="1591056" cy="3413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18688" y="4567427"/>
            <a:ext cx="13287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when  </a:t>
            </a:r>
          </a:p>
        </p:txBody>
      </p:sp>
      <p:pic>
        <p:nvPicPr>
          <p:cNvPr id="32" name="Picture 31" descr="4d3d644cd96c16e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0290" y="4681727"/>
            <a:ext cx="637032" cy="228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47322" y="4567427"/>
            <a:ext cx="10937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34" name="Picture 33" descr="4298e779535592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03918" y="4649724"/>
            <a:ext cx="609600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6178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61788"/>
            <a:ext cx="9867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0700"/>
            <a:ext cx="2903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total cost.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