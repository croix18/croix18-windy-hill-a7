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Relationship Id="rId4" Type="http://schemas.openxmlformats.org/officeDocument/2006/relationships/image" Target="../media/image10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Relationship Id="rId4" Type="http://schemas.openxmlformats.org/officeDocument/2006/relationships/image" Target="../media/image127.png"/><Relationship Id="rId5" Type="http://schemas.openxmlformats.org/officeDocument/2006/relationships/image" Target="../media/image128.png"/><Relationship Id="rId6" Type="http://schemas.openxmlformats.org/officeDocument/2006/relationships/image" Target="../media/image12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33.png"/><Relationship Id="rId5" Type="http://schemas.openxmlformats.org/officeDocument/2006/relationships/image" Target="../media/image13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Relationship Id="rId5" Type="http://schemas.openxmlformats.org/officeDocument/2006/relationships/image" Target="../media/image15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image" Target="../media/image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7.png"/><Relationship Id="rId4" Type="http://schemas.openxmlformats.org/officeDocument/2006/relationships/image" Target="../media/image157.png"/><Relationship Id="rId5" Type="http://schemas.openxmlformats.org/officeDocument/2006/relationships/image" Target="../media/image158.png"/><Relationship Id="rId6" Type="http://schemas.openxmlformats.org/officeDocument/2006/relationships/image" Target="../media/image15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Relationship Id="rId4" Type="http://schemas.openxmlformats.org/officeDocument/2006/relationships/image" Target="../media/image165.png"/><Relationship Id="rId5" Type="http://schemas.openxmlformats.org/officeDocument/2006/relationships/image" Target="../media/image166.png"/><Relationship Id="rId6" Type="http://schemas.openxmlformats.org/officeDocument/2006/relationships/image" Target="../media/image167.png"/><Relationship Id="rId7" Type="http://schemas.openxmlformats.org/officeDocument/2006/relationships/image" Target="../media/image16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Relationship Id="rId4" Type="http://schemas.openxmlformats.org/officeDocument/2006/relationships/image" Target="../media/image171.png"/><Relationship Id="rId5" Type="http://schemas.openxmlformats.org/officeDocument/2006/relationships/image" Target="../media/image172.png"/><Relationship Id="rId6" Type="http://schemas.openxmlformats.org/officeDocument/2006/relationships/image" Target="../media/image173.png"/><Relationship Id="rId7" Type="http://schemas.openxmlformats.org/officeDocument/2006/relationships/image" Target="../media/image81.png"/><Relationship Id="rId8" Type="http://schemas.openxmlformats.org/officeDocument/2006/relationships/image" Target="../media/image17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Relationship Id="rId3" Type="http://schemas.openxmlformats.org/officeDocument/2006/relationships/image" Target="../media/image1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Relationship Id="rId3" Type="http://schemas.openxmlformats.org/officeDocument/2006/relationships/image" Target="../media/image184.png"/><Relationship Id="rId4" Type="http://schemas.openxmlformats.org/officeDocument/2006/relationships/image" Target="../media/image18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Relationship Id="rId4" Type="http://schemas.openxmlformats.org/officeDocument/2006/relationships/image" Target="../media/image190.png"/><Relationship Id="rId5" Type="http://schemas.openxmlformats.org/officeDocument/2006/relationships/image" Target="../media/image191.png"/><Relationship Id="rId6" Type="http://schemas.openxmlformats.org/officeDocument/2006/relationships/image" Target="../media/image192.png"/><Relationship Id="rId7" Type="http://schemas.openxmlformats.org/officeDocument/2006/relationships/image" Target="../media/image19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Relationship Id="rId4" Type="http://schemas.openxmlformats.org/officeDocument/2006/relationships/image" Target="../media/image19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Relationship Id="rId3" Type="http://schemas.openxmlformats.org/officeDocument/2006/relationships/image" Target="../media/image20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Relationship Id="rId5" Type="http://schemas.openxmlformats.org/officeDocument/2006/relationships/image" Target="../media/image20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1.png"/><Relationship Id="rId7" Type="http://schemas.openxmlformats.org/officeDocument/2006/relationships/image" Target="../media/image21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Relationship Id="rId4" Type="http://schemas.openxmlformats.org/officeDocument/2006/relationships/image" Target="../media/image216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Relationship Id="rId3" Type="http://schemas.openxmlformats.org/officeDocument/2006/relationships/image" Target="../media/image219.png"/><Relationship Id="rId4" Type="http://schemas.openxmlformats.org/officeDocument/2006/relationships/image" Target="../media/image22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Relationship Id="rId3" Type="http://schemas.openxmlformats.org/officeDocument/2006/relationships/image" Target="../media/image22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Relationship Id="rId3" Type="http://schemas.openxmlformats.org/officeDocument/2006/relationships/image" Target="../media/image224.png"/><Relationship Id="rId4" Type="http://schemas.openxmlformats.org/officeDocument/2006/relationships/image" Target="../media/image225.png"/><Relationship Id="rId5" Type="http://schemas.openxmlformats.org/officeDocument/2006/relationships/image" Target="../media/image191.png"/><Relationship Id="rId6" Type="http://schemas.openxmlformats.org/officeDocument/2006/relationships/image" Target="../media/image226.png"/><Relationship Id="rId7" Type="http://schemas.openxmlformats.org/officeDocument/2006/relationships/image" Target="../media/image227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Relationship Id="rId3" Type="http://schemas.openxmlformats.org/officeDocument/2006/relationships/image" Target="../media/image230.png"/><Relationship Id="rId4" Type="http://schemas.openxmlformats.org/officeDocument/2006/relationships/image" Target="../media/image23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Relationship Id="rId3" Type="http://schemas.openxmlformats.org/officeDocument/2006/relationships/image" Target="../media/image235.png"/><Relationship Id="rId4" Type="http://schemas.openxmlformats.org/officeDocument/2006/relationships/image" Target="../media/image236.png"/><Relationship Id="rId5" Type="http://schemas.openxmlformats.org/officeDocument/2006/relationships/image" Target="../media/image2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Relationship Id="rId3" Type="http://schemas.openxmlformats.org/officeDocument/2006/relationships/image" Target="../media/image2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241.png"/><Relationship Id="rId4" Type="http://schemas.openxmlformats.org/officeDocument/2006/relationships/image" Target="../media/image2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Relationship Id="rId4" Type="http://schemas.openxmlformats.org/officeDocument/2006/relationships/image" Target="../media/image253.png"/><Relationship Id="rId5" Type="http://schemas.openxmlformats.org/officeDocument/2006/relationships/image" Target="../media/image25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Relationship Id="rId5" Type="http://schemas.openxmlformats.org/officeDocument/2006/relationships/image" Target="../media/image258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Relationship Id="rId5" Type="http://schemas.openxmlformats.org/officeDocument/2006/relationships/image" Target="../media/image262.png"/><Relationship Id="rId6" Type="http://schemas.openxmlformats.org/officeDocument/2006/relationships/image" Target="../media/image26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Relationship Id="rId3" Type="http://schemas.openxmlformats.org/officeDocument/2006/relationships/image" Target="../media/image265.png"/><Relationship Id="rId4" Type="http://schemas.openxmlformats.org/officeDocument/2006/relationships/image" Target="../media/image26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56.png"/><Relationship Id="rId4" Type="http://schemas.openxmlformats.org/officeDocument/2006/relationships/image" Target="../media/image26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Relationship Id="rId3" Type="http://schemas.openxmlformats.org/officeDocument/2006/relationships/image" Target="../media/image272.png"/><Relationship Id="rId4" Type="http://schemas.openxmlformats.org/officeDocument/2006/relationships/image" Target="../media/image273.png"/><Relationship Id="rId5" Type="http://schemas.openxmlformats.org/officeDocument/2006/relationships/image" Target="../media/image27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Relationship Id="rId3" Type="http://schemas.openxmlformats.org/officeDocument/2006/relationships/image" Target="../media/image277.png"/><Relationship Id="rId4" Type="http://schemas.openxmlformats.org/officeDocument/2006/relationships/image" Target="../media/image278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Relationship Id="rId3" Type="http://schemas.openxmlformats.org/officeDocument/2006/relationships/image" Target="../media/image281.png"/><Relationship Id="rId4" Type="http://schemas.openxmlformats.org/officeDocument/2006/relationships/image" Target="../media/image282.png"/><Relationship Id="rId5" Type="http://schemas.openxmlformats.org/officeDocument/2006/relationships/image" Target="../media/image28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Relationship Id="rId3" Type="http://schemas.openxmlformats.org/officeDocument/2006/relationships/image" Target="../media/image286.png"/><Relationship Id="rId4" Type="http://schemas.openxmlformats.org/officeDocument/2006/relationships/image" Target="../media/image28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9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Relationship Id="rId3" Type="http://schemas.openxmlformats.org/officeDocument/2006/relationships/image" Target="../media/image292.png"/><Relationship Id="rId4" Type="http://schemas.openxmlformats.org/officeDocument/2006/relationships/image" Target="../media/image29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Relationship Id="rId4" Type="http://schemas.openxmlformats.org/officeDocument/2006/relationships/image" Target="../media/image297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Relationship Id="rId3" Type="http://schemas.openxmlformats.org/officeDocument/2006/relationships/image" Target="../media/image300.png"/><Relationship Id="rId4" Type="http://schemas.openxmlformats.org/officeDocument/2006/relationships/image" Target="../media/image289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Relationship Id="rId3" Type="http://schemas.openxmlformats.org/officeDocument/2006/relationships/image" Target="../media/image303.png"/><Relationship Id="rId4" Type="http://schemas.openxmlformats.org/officeDocument/2006/relationships/image" Target="../media/image304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Relationship Id="rId3" Type="http://schemas.openxmlformats.org/officeDocument/2006/relationships/image" Target="../media/image307.png"/><Relationship Id="rId4" Type="http://schemas.openxmlformats.org/officeDocument/2006/relationships/image" Target="../media/image308.png"/><Relationship Id="rId5" Type="http://schemas.openxmlformats.org/officeDocument/2006/relationships/image" Target="../media/image30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Relationship Id="rId3" Type="http://schemas.openxmlformats.org/officeDocument/2006/relationships/image" Target="../media/image312.png"/><Relationship Id="rId4" Type="http://schemas.openxmlformats.org/officeDocument/2006/relationships/image" Target="../media/image313.png"/><Relationship Id="rId5" Type="http://schemas.openxmlformats.org/officeDocument/2006/relationships/image" Target="../media/image314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Relationship Id="rId3" Type="http://schemas.openxmlformats.org/officeDocument/2006/relationships/image" Target="../media/image317.png"/><Relationship Id="rId4" Type="http://schemas.openxmlformats.org/officeDocument/2006/relationships/image" Target="../media/image318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Relationship Id="rId3" Type="http://schemas.openxmlformats.org/officeDocument/2006/relationships/image" Target="../media/image320.png"/><Relationship Id="rId4" Type="http://schemas.openxmlformats.org/officeDocument/2006/relationships/image" Target="../media/image321.png"/><Relationship Id="rId5" Type="http://schemas.openxmlformats.org/officeDocument/2006/relationships/image" Target="../media/image322.png"/><Relationship Id="rId6" Type="http://schemas.openxmlformats.org/officeDocument/2006/relationships/image" Target="../media/image323.png"/><Relationship Id="rId7" Type="http://schemas.openxmlformats.org/officeDocument/2006/relationships/image" Target="../media/image324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326.png"/><Relationship Id="rId4" Type="http://schemas.openxmlformats.org/officeDocument/2006/relationships/image" Target="../media/image327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326.png"/><Relationship Id="rId4" Type="http://schemas.openxmlformats.org/officeDocument/2006/relationships/image" Target="../media/image327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Relationship Id="rId3" Type="http://schemas.openxmlformats.org/officeDocument/2006/relationships/image" Target="../media/image329.png"/><Relationship Id="rId4" Type="http://schemas.openxmlformats.org/officeDocument/2006/relationships/image" Target="../media/image330.png"/><Relationship Id="rId5" Type="http://schemas.openxmlformats.org/officeDocument/2006/relationships/image" Target="../media/image331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Relationship Id="rId3" Type="http://schemas.openxmlformats.org/officeDocument/2006/relationships/image" Target="../media/image33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Relationship Id="rId3" Type="http://schemas.openxmlformats.org/officeDocument/2006/relationships/image" Target="../media/image336.png"/><Relationship Id="rId4" Type="http://schemas.openxmlformats.org/officeDocument/2006/relationships/image" Target="../media/image337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Relationship Id="rId3" Type="http://schemas.openxmlformats.org/officeDocument/2006/relationships/image" Target="../media/image340.png"/><Relationship Id="rId4" Type="http://schemas.openxmlformats.org/officeDocument/2006/relationships/image" Target="../media/image341.png"/><Relationship Id="rId5" Type="http://schemas.openxmlformats.org/officeDocument/2006/relationships/image" Target="../media/image342.png"/><Relationship Id="rId6" Type="http://schemas.openxmlformats.org/officeDocument/2006/relationships/image" Target="../media/image34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Relationship Id="rId3" Type="http://schemas.openxmlformats.org/officeDocument/2006/relationships/image" Target="../media/image346.png"/><Relationship Id="rId4" Type="http://schemas.openxmlformats.org/officeDocument/2006/relationships/image" Target="../media/image347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Relationship Id="rId3" Type="http://schemas.openxmlformats.org/officeDocument/2006/relationships/image" Target="../media/image350.png"/><Relationship Id="rId4" Type="http://schemas.openxmlformats.org/officeDocument/2006/relationships/image" Target="../media/image351.png"/><Relationship Id="rId5" Type="http://schemas.openxmlformats.org/officeDocument/2006/relationships/image" Target="../media/image352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Relationship Id="rId3" Type="http://schemas.openxmlformats.org/officeDocument/2006/relationships/image" Target="../media/image355.png"/><Relationship Id="rId4" Type="http://schemas.openxmlformats.org/officeDocument/2006/relationships/image" Target="../media/image356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Relationship Id="rId3" Type="http://schemas.openxmlformats.org/officeDocument/2006/relationships/image" Target="../media/image358.png"/><Relationship Id="rId4" Type="http://schemas.openxmlformats.org/officeDocument/2006/relationships/image" Target="../media/image359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362.png"/><Relationship Id="rId4" Type="http://schemas.openxmlformats.org/officeDocument/2006/relationships/image" Target="../media/image3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Relationship Id="rId3" Type="http://schemas.openxmlformats.org/officeDocument/2006/relationships/image" Target="../media/image366.png"/><Relationship Id="rId4" Type="http://schemas.openxmlformats.org/officeDocument/2006/relationships/image" Target="../media/image367.png"/><Relationship Id="rId5" Type="http://schemas.openxmlformats.org/officeDocument/2006/relationships/image" Target="../media/image368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37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Relationship Id="rId3" Type="http://schemas.openxmlformats.org/officeDocument/2006/relationships/image" Target="../media/image376.png"/><Relationship Id="rId4" Type="http://schemas.openxmlformats.org/officeDocument/2006/relationships/image" Target="../media/image377.png"/><Relationship Id="rId5" Type="http://schemas.openxmlformats.org/officeDocument/2006/relationships/image" Target="../media/image378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Relationship Id="rId3" Type="http://schemas.openxmlformats.org/officeDocument/2006/relationships/image" Target="../media/image381.png"/><Relationship Id="rId4" Type="http://schemas.openxmlformats.org/officeDocument/2006/relationships/image" Target="../media/image382.png"/><Relationship Id="rId5" Type="http://schemas.openxmlformats.org/officeDocument/2006/relationships/image" Target="../media/image38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Relationship Id="rId3" Type="http://schemas.openxmlformats.org/officeDocument/2006/relationships/image" Target="../media/image386.png"/><Relationship Id="rId4" Type="http://schemas.openxmlformats.org/officeDocument/2006/relationships/image" Target="../media/image387.png"/><Relationship Id="rId5" Type="http://schemas.openxmlformats.org/officeDocument/2006/relationships/image" Target="../media/image388.png"/><Relationship Id="rId6" Type="http://schemas.openxmlformats.org/officeDocument/2006/relationships/image" Target="../media/image389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Relationship Id="rId3" Type="http://schemas.openxmlformats.org/officeDocument/2006/relationships/image" Target="../media/image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Relationship Id="rId3" Type="http://schemas.openxmlformats.org/officeDocument/2006/relationships/image" Target="../media/image7.png"/><Relationship Id="rId4" Type="http://schemas.openxmlformats.org/officeDocument/2006/relationships/image" Target="../media/image392.png"/><Relationship Id="rId5" Type="http://schemas.openxmlformats.org/officeDocument/2006/relationships/image" Target="../media/image393.png"/><Relationship Id="rId6" Type="http://schemas.openxmlformats.org/officeDocument/2006/relationships/image" Target="../media/image39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Relationship Id="rId3" Type="http://schemas.openxmlformats.org/officeDocument/2006/relationships/image" Target="../media/image396.png"/><Relationship Id="rId4" Type="http://schemas.openxmlformats.org/officeDocument/2006/relationships/image" Target="../media/image397.png"/><Relationship Id="rId5" Type="http://schemas.openxmlformats.org/officeDocument/2006/relationships/image" Target="../media/image398.png"/><Relationship Id="rId6" Type="http://schemas.openxmlformats.org/officeDocument/2006/relationships/image" Target="../media/image399.png"/><Relationship Id="rId7" Type="http://schemas.openxmlformats.org/officeDocument/2006/relationships/image" Target="../media/image400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Relationship Id="rId3" Type="http://schemas.openxmlformats.org/officeDocument/2006/relationships/image" Target="../media/image402.png"/><Relationship Id="rId4" Type="http://schemas.openxmlformats.org/officeDocument/2006/relationships/image" Target="../media/image403.png"/><Relationship Id="rId5" Type="http://schemas.openxmlformats.org/officeDocument/2006/relationships/image" Target="../media/image404.png"/><Relationship Id="rId6" Type="http://schemas.openxmlformats.org/officeDocument/2006/relationships/image" Target="../media/image405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Relationship Id="rId3" Type="http://schemas.openxmlformats.org/officeDocument/2006/relationships/image" Target="../media/image402.png"/><Relationship Id="rId4" Type="http://schemas.openxmlformats.org/officeDocument/2006/relationships/image" Target="../media/image403.png"/><Relationship Id="rId5" Type="http://schemas.openxmlformats.org/officeDocument/2006/relationships/image" Target="../media/image404.png"/><Relationship Id="rId6" Type="http://schemas.openxmlformats.org/officeDocument/2006/relationships/image" Target="../media/image405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Relationship Id="rId3" Type="http://schemas.openxmlformats.org/officeDocument/2006/relationships/image" Target="../media/image408.png"/><Relationship Id="rId4" Type="http://schemas.openxmlformats.org/officeDocument/2006/relationships/image" Target="../media/image409.png"/><Relationship Id="rId5" Type="http://schemas.openxmlformats.org/officeDocument/2006/relationships/image" Target="../media/image410.png"/><Relationship Id="rId6" Type="http://schemas.openxmlformats.org/officeDocument/2006/relationships/image" Target="../media/image411.png"/><Relationship Id="rId7" Type="http://schemas.openxmlformats.org/officeDocument/2006/relationships/image" Target="../media/image412.png"/><Relationship Id="rId8" Type="http://schemas.openxmlformats.org/officeDocument/2006/relationships/image" Target="../media/image41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Relationship Id="rId3" Type="http://schemas.openxmlformats.org/officeDocument/2006/relationships/image" Target="../media/image415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Relationship Id="rId3" Type="http://schemas.openxmlformats.org/officeDocument/2006/relationships/image" Target="../media/image417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Relationship Id="rId3" Type="http://schemas.openxmlformats.org/officeDocument/2006/relationships/image" Target="../media/image418.png"/><Relationship Id="rId4" Type="http://schemas.openxmlformats.org/officeDocument/2006/relationships/image" Target="../media/image419.png"/><Relationship Id="rId5" Type="http://schemas.openxmlformats.org/officeDocument/2006/relationships/image" Target="../media/image4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Relationship Id="rId3" Type="http://schemas.openxmlformats.org/officeDocument/2006/relationships/image" Target="../media/image428.png"/><Relationship Id="rId4" Type="http://schemas.openxmlformats.org/officeDocument/2006/relationships/image" Target="../media/image429.png"/><Relationship Id="rId5" Type="http://schemas.openxmlformats.org/officeDocument/2006/relationships/image" Target="../media/image430.png"/><Relationship Id="rId6" Type="http://schemas.openxmlformats.org/officeDocument/2006/relationships/image" Target="../media/image43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Relationship Id="rId3" Type="http://schemas.openxmlformats.org/officeDocument/2006/relationships/image" Target="../media/image433.png"/><Relationship Id="rId4" Type="http://schemas.openxmlformats.org/officeDocument/2006/relationships/image" Target="../media/image43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Relationship Id="rId3" Type="http://schemas.openxmlformats.org/officeDocument/2006/relationships/image" Target="../media/image436.png"/><Relationship Id="rId4" Type="http://schemas.openxmlformats.org/officeDocument/2006/relationships/image" Target="../media/image437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Relationship Id="rId3" Type="http://schemas.openxmlformats.org/officeDocument/2006/relationships/image" Target="../media/image439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Relationship Id="rId3" Type="http://schemas.openxmlformats.org/officeDocument/2006/relationships/image" Target="../media/image439.png"/><Relationship Id="rId4" Type="http://schemas.openxmlformats.org/officeDocument/2006/relationships/image" Target="../media/image441.png"/><Relationship Id="rId5" Type="http://schemas.openxmlformats.org/officeDocument/2006/relationships/image" Target="../media/image382.png"/><Relationship Id="rId6" Type="http://schemas.openxmlformats.org/officeDocument/2006/relationships/image" Target="../media/image442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Relationship Id="rId5" Type="http://schemas.openxmlformats.org/officeDocument/2006/relationships/image" Target="../media/image44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Relationship Id="rId3" Type="http://schemas.openxmlformats.org/officeDocument/2006/relationships/image" Target="../media/image44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Relationship Id="rId3" Type="http://schemas.openxmlformats.org/officeDocument/2006/relationships/image" Target="../media/image451.png"/><Relationship Id="rId4" Type="http://schemas.openxmlformats.org/officeDocument/2006/relationships/image" Target="../media/image452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Relationship Id="rId4" Type="http://schemas.openxmlformats.org/officeDocument/2006/relationships/image" Target="../media/image455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5.png"/><Relationship Id="rId5" Type="http://schemas.openxmlformats.org/officeDocument/2006/relationships/image" Target="../media/image458.png"/><Relationship Id="rId6" Type="http://schemas.openxmlformats.org/officeDocument/2006/relationships/image" Target="../media/image459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Relationship Id="rId3" Type="http://schemas.openxmlformats.org/officeDocument/2006/relationships/image" Target="../media/image461.png"/><Relationship Id="rId4" Type="http://schemas.openxmlformats.org/officeDocument/2006/relationships/image" Target="../media/image462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Relationship Id="rId3" Type="http://schemas.openxmlformats.org/officeDocument/2006/relationships/image" Target="../media/image465.png"/><Relationship Id="rId4" Type="http://schemas.openxmlformats.org/officeDocument/2006/relationships/image" Target="../media/image46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Relationship Id="rId3" Type="http://schemas.openxmlformats.org/officeDocument/2006/relationships/image" Target="../media/image468.png"/><Relationship Id="rId4" Type="http://schemas.openxmlformats.org/officeDocument/2006/relationships/image" Target="../media/image469.png"/><Relationship Id="rId5" Type="http://schemas.openxmlformats.org/officeDocument/2006/relationships/image" Target="../media/image470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Relationship Id="rId3" Type="http://schemas.openxmlformats.org/officeDocument/2006/relationships/image" Target="../media/image468.png"/><Relationship Id="rId4" Type="http://schemas.openxmlformats.org/officeDocument/2006/relationships/image" Target="../media/image472.png"/><Relationship Id="rId5" Type="http://schemas.openxmlformats.org/officeDocument/2006/relationships/image" Target="../media/image473.png"/><Relationship Id="rId6" Type="http://schemas.openxmlformats.org/officeDocument/2006/relationships/image" Target="../media/image474.png"/><Relationship Id="rId7" Type="http://schemas.openxmlformats.org/officeDocument/2006/relationships/image" Target="../media/image475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Relationship Id="rId3" Type="http://schemas.openxmlformats.org/officeDocument/2006/relationships/image" Target="../media/image477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Relationship Id="rId3" Type="http://schemas.openxmlformats.org/officeDocument/2006/relationships/image" Target="../media/image479.png"/><Relationship Id="rId4" Type="http://schemas.openxmlformats.org/officeDocument/2006/relationships/image" Target="../media/image480.png"/><Relationship Id="rId5" Type="http://schemas.openxmlformats.org/officeDocument/2006/relationships/image" Target="../media/image481.png"/><Relationship Id="rId6" Type="http://schemas.openxmlformats.org/officeDocument/2006/relationships/image" Target="../media/image482.png"/><Relationship Id="rId7" Type="http://schemas.openxmlformats.org/officeDocument/2006/relationships/image" Target="../media/image483.png"/><Relationship Id="rId8" Type="http://schemas.openxmlformats.org/officeDocument/2006/relationships/image" Target="../media/image484.png"/><Relationship Id="rId9" Type="http://schemas.openxmlformats.org/officeDocument/2006/relationships/image" Target="../media/image485.png"/><Relationship Id="rId10" Type="http://schemas.openxmlformats.org/officeDocument/2006/relationships/image" Target="../media/image486.png"/><Relationship Id="rId11" Type="http://schemas.openxmlformats.org/officeDocument/2006/relationships/image" Target="../media/image487.png"/><Relationship Id="rId12" Type="http://schemas.openxmlformats.org/officeDocument/2006/relationships/image" Target="../media/image488.png"/><Relationship Id="rId13" Type="http://schemas.openxmlformats.org/officeDocument/2006/relationships/image" Target="../media/image489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322d90d803ad0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45792"/>
            <a:ext cx="8961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03686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91469e0de639e7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489" y="2145792"/>
            <a:ext cx="899160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4649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9139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53f316f2160c0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86968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03319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bd88d4ecf7738e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393948"/>
            <a:ext cx="1307592" cy="2255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67429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3032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number written as </a:t>
            </a:r>
          </a:p>
        </p:txBody>
      </p:sp>
      <p:pic>
        <p:nvPicPr>
          <p:cNvPr id="10" name="Picture 9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202" y="1953370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2058" y="1869550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54182"/>
            <a:ext cx="1118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where </a:t>
            </a:r>
          </a:p>
        </p:txBody>
      </p:sp>
      <p:pic>
        <p:nvPicPr>
          <p:cNvPr id="13" name="Picture 12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363" y="2477626"/>
            <a:ext cx="204216" cy="210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28579" y="2354182"/>
            <a:ext cx="4774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at least 1 and less than 10 and </a:t>
            </a:r>
          </a:p>
        </p:txBody>
      </p:sp>
      <p:pic>
        <p:nvPicPr>
          <p:cNvPr id="15" name="Picture 14" descr="f14fce7cf077cd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520" y="2479150"/>
            <a:ext cx="176784" cy="2072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42304" y="2354182"/>
            <a:ext cx="1981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an integer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coefficient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6200"/>
            <a:ext cx="16348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factor </a:t>
            </a:r>
          </a:p>
        </p:txBody>
      </p:sp>
      <p:pic>
        <p:nvPicPr>
          <p:cNvPr id="19" name="Picture 18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0665" y="3519644"/>
            <a:ext cx="204216" cy="210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44881" y="3396200"/>
            <a:ext cx="613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in </a:t>
            </a:r>
          </a:p>
        </p:txBody>
      </p:sp>
      <p:pic>
        <p:nvPicPr>
          <p:cNvPr id="21" name="Picture 20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1233" y="3480020"/>
            <a:ext cx="1133856" cy="289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55089" y="3396200"/>
            <a:ext cx="2744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880832"/>
            <a:ext cx="55453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In a finished answer it always satisfies </a:t>
            </a:r>
          </a:p>
        </p:txBody>
      </p:sp>
      <p:pic>
        <p:nvPicPr>
          <p:cNvPr id="24" name="Picture 23" descr="bfdcfbaf2cf7af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71" y="3970748"/>
            <a:ext cx="154228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5163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common power of 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945711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matching power that two numbers are written over before they are added or subtracted — the place value they share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020568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71246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1993392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683763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3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4916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82240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347" y="3366516"/>
            <a:ext cx="596188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823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5660" y="3401568"/>
            <a:ext cx="142951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4643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576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bcb34fa03e089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663" y="3303634"/>
            <a:ext cx="2240280" cy="25298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40" y="3817222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4643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339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9ce2865529b18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190" y="3302110"/>
            <a:ext cx="2913888" cy="262128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257" y="3829414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8257" y="4310998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7608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6168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2256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691fe688d72e9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343" y="2941320"/>
            <a:ext cx="2026920" cy="25298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7120" y="3454908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5243cc360be29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4623"/>
            <a:ext cx="117348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5ce3a6a6b398a3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7272"/>
            <a:ext cx="1152144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3090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a8bb2f17f73fb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43100"/>
            <a:ext cx="117348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49915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ca70dd33a6d37a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55748"/>
            <a:ext cx="115519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613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064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84fc76005d876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0151" y="3837034"/>
            <a:ext cx="2057400" cy="25298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928" y="4350622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1c5b83d5664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2196083"/>
            <a:ext cx="34869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b4e4dff994d3b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03120"/>
            <a:ext cx="3489960" cy="414528"/>
          </a:xfrm>
          <a:prstGeom prst="rect">
            <a:avLst/>
          </a:prstGeom>
        </p:spPr>
      </p:pic>
      <p:pic>
        <p:nvPicPr>
          <p:cNvPr id="9" name="Picture 8" descr="74a99bec27e4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5" y="2944368"/>
            <a:ext cx="1365504" cy="252984"/>
          </a:xfrm>
          <a:prstGeom prst="rect">
            <a:avLst/>
          </a:prstGeom>
        </p:spPr>
      </p:pic>
      <p:pic>
        <p:nvPicPr>
          <p:cNvPr id="10" name="Picture 9" descr="3dc41426a2cb4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5" y="3456431"/>
            <a:ext cx="30083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6083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39796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54908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58ce47e03352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2196083"/>
            <a:ext cx="3764279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2.316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2.46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0a5ae3f69ac2c6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2103120"/>
            <a:ext cx="376732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1973" y="3417139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27f7e9522e6b3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770" y="3514675"/>
            <a:ext cx="2782824" cy="262128"/>
          </a:xfrm>
          <a:prstGeom prst="rect">
            <a:avLst/>
          </a:prstGeom>
        </p:spPr>
      </p:pic>
      <p:pic>
        <p:nvPicPr>
          <p:cNvPr id="12" name="Picture 11" descr="121dee4f34127b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837" y="4041979"/>
            <a:ext cx="2365248" cy="213360"/>
          </a:xfrm>
          <a:prstGeom prst="rect">
            <a:avLst/>
          </a:prstGeom>
        </p:spPr>
      </p:pic>
      <p:pic>
        <p:nvPicPr>
          <p:cNvPr id="13" name="Picture 12" descr="d9fd5fe20052fe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6837" y="4520515"/>
            <a:ext cx="137769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2.316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6083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19247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31311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19489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2c3b2befdb898d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286" y="2936748"/>
            <a:ext cx="2904744" cy="262128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4353" y="3464052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4353" y="3942588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6083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857500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982468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8575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2769107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2894075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2769107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25595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52899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55819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9261" y="2171700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a7a4307a87a1a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384" y="2196083"/>
            <a:ext cx="558088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3272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7737" y="2081783"/>
            <a:ext cx="249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595d18b76e1d00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860" y="2103120"/>
            <a:ext cx="5583936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74796" y="208178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7139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afb9dc22174bd3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17595"/>
            <a:ext cx="2773680" cy="262128"/>
          </a:xfrm>
          <a:prstGeom prst="rect">
            <a:avLst/>
          </a:prstGeom>
        </p:spPr>
      </p:pic>
      <p:pic>
        <p:nvPicPr>
          <p:cNvPr id="14" name="Picture 13" descr="0920ee9ba6d56a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44899"/>
            <a:ext cx="238048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89584" y="4422979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bab4917e6b979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5509" y="4523563"/>
            <a:ext cx="1399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6.619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4423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0647" y="2900172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0362" y="351282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product of powers law</a:t>
            </a:r>
          </a:p>
        </p:txBody>
      </p:sp>
      <p:pic>
        <p:nvPicPr>
          <p:cNvPr id="9" name="Picture 8" descr="50a410785dbdd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53370"/>
            <a:ext cx="2935224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8224" y="1869550"/>
            <a:ext cx="30076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the law from 3.01,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57641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now doing the work on the powers of 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quotient of powers law</a:t>
            </a:r>
          </a:p>
        </p:txBody>
      </p:sp>
      <p:pic>
        <p:nvPicPr>
          <p:cNvPr id="13" name="Picture 12" descr="5b8488cf2680dc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419060"/>
            <a:ext cx="2176272" cy="701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19272" y="3540980"/>
            <a:ext cx="4454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top minus bottom, from 3.02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212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regrouping a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727779"/>
            <a:ext cx="8173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using the commutative and associative properties to write</a:t>
            </a:r>
          </a:p>
        </p:txBody>
      </p:sp>
      <p:pic>
        <p:nvPicPr>
          <p:cNvPr id="17" name="Picture 16" descr="030f336ef02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238319"/>
            <a:ext cx="2810256" cy="4053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953256" y="5212411"/>
            <a:ext cx="6807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as </a:t>
            </a:r>
          </a:p>
        </p:txBody>
      </p:sp>
      <p:pic>
        <p:nvPicPr>
          <p:cNvPr id="19" name="Picture 18" descr="b19aa5f8730d7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849" y="5238319"/>
            <a:ext cx="2627376" cy="40538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1993392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87" y="2717292"/>
            <a:ext cx="110032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94715" y="265938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60" y="2717292"/>
            <a:ext cx="1261872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392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066288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1993392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682240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221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4643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505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4263b59ab134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695" y="3326494"/>
            <a:ext cx="1414272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2505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2e6e8e2b001e1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862" y="3805030"/>
            <a:ext cx="1981199" cy="262128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369" y="4310998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477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a056522f38be10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93" y="3891898"/>
            <a:ext cx="120396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8353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d07cb81e712af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42" y="3865990"/>
            <a:ext cx="1965960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477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5bba082eb9d2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69" y="4393294"/>
            <a:ext cx="1213104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8273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256bb6140aa7ae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162" y="4368910"/>
            <a:ext cx="2011680" cy="262128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637" y="4871830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1829a44e81d1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3" y="2196083"/>
            <a:ext cx="278587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a64fed63dd04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03120"/>
            <a:ext cx="278892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3841" y="284225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515cb46100c899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031" y="2964179"/>
            <a:ext cx="987552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3841" y="334517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b08638df285abc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198" y="3442715"/>
            <a:ext cx="1941576" cy="262128"/>
          </a:xfrm>
          <a:prstGeom prst="rect">
            <a:avLst/>
          </a:prstGeom>
        </p:spPr>
      </p:pic>
      <p:pic>
        <p:nvPicPr>
          <p:cNvPr id="13" name="Picture 12" descr="f2052183a017b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705" y="3945635"/>
            <a:ext cx="93268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63d362095a3f3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1352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9fc66bb1f34c49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3690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79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e21453500b587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440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7191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cfe01e2266e7d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4300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488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609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4841b499496deb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799" y="3856846"/>
            <a:ext cx="141732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2609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a2fcaba2a23dd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966" y="4335382"/>
            <a:ext cx="1840991" cy="262128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473" y="4838302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37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68d052e64ee558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163" y="3345180"/>
            <a:ext cx="1481328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37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93ba4e388683b6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26" y="3826763"/>
            <a:ext cx="1880616" cy="256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589" y="4329683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ffdc47127232dd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276" y="2194560"/>
            <a:ext cx="164896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0912071a11b6e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323" y="2103120"/>
            <a:ext cx="1642872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94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b4106f1670f34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863" y="3345180"/>
            <a:ext cx="186537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894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06020145e4625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26" y="3823716"/>
            <a:ext cx="2109216" cy="262128"/>
          </a:xfrm>
          <a:prstGeom prst="rect">
            <a:avLst/>
          </a:prstGeom>
        </p:spPr>
      </p:pic>
      <p:pic>
        <p:nvPicPr>
          <p:cNvPr id="13" name="Picture 12" descr="c559c147ffe46a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289" y="4329683"/>
            <a:ext cx="288950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3853590bf4416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36" y="2196083"/>
            <a:ext cx="282244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172da9cf6bf1b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03120"/>
            <a:ext cx="282549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745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441dd60a023e0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935" y="3540583"/>
            <a:ext cx="102108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17745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579cc9c9ffeab5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102" y="4017595"/>
            <a:ext cx="1950720" cy="262128"/>
          </a:xfrm>
          <a:prstGeom prst="rect">
            <a:avLst/>
          </a:prstGeom>
        </p:spPr>
      </p:pic>
      <p:pic>
        <p:nvPicPr>
          <p:cNvPr id="14" name="Picture 13" descr="10c89d61f9e09d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609" y="4520515"/>
            <a:ext cx="954023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6083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60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95ecba0795db8e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99" y="3539059"/>
            <a:ext cx="119786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60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d8f8e59949bbed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966" y="4017595"/>
            <a:ext cx="1840991" cy="262128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73" y="4520515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c4bdb38362d4e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17d387ca555e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2103120"/>
            <a:ext cx="128625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37153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e20244de15a0b9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591" y="3352800"/>
            <a:ext cx="996696" cy="2103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37153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3a763d23ef38b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654" y="3829812"/>
            <a:ext cx="3416808" cy="262128"/>
          </a:xfrm>
          <a:prstGeom prst="rect">
            <a:avLst/>
          </a:prstGeom>
        </p:spPr>
      </p:pic>
      <p:pic>
        <p:nvPicPr>
          <p:cNvPr id="13" name="Picture 12" descr="9b9b4517e7c62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2017" y="4332732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24154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36651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24154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15010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27507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15010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887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e920add2c6370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99" y="4011168"/>
            <a:ext cx="183489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8695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8691e6c5c0ab48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768" y="4011168"/>
            <a:ext cx="23469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0887" y="4602480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dedb3e2327f40b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232" y="4471416"/>
            <a:ext cx="3002280" cy="719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79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9107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60ccdbf7926155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2134" y="1645920"/>
            <a:ext cx="1554480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6614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7f9ab9ea310fee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708" y="1876044"/>
            <a:ext cx="144170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9724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48b4bb2456d35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2115" y="2753868"/>
            <a:ext cx="1249680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50631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b274165a95bf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658" y="1645920"/>
            <a:ext cx="1548384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2042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031963a342c3f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6136" y="1876044"/>
            <a:ext cx="144475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8200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762cb430573f2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0591" y="2753868"/>
            <a:ext cx="125272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976115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da3880d2244724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600956"/>
            <a:ext cx="149656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2168" y="4479035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e5d4b81feea7d9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057" y="4576572"/>
            <a:ext cx="1972056" cy="262128"/>
          </a:xfrm>
          <a:prstGeom prst="rect">
            <a:avLst/>
          </a:prstGeom>
        </p:spPr>
      </p:pic>
      <p:pic>
        <p:nvPicPr>
          <p:cNvPr id="19" name="Picture 18" descr="9fe0ce93fe0b7e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5082539"/>
            <a:ext cx="8412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53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5312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digits of a measurement that carry information: every nonzero digit, every zero between nonzero digits, and a trailing zero only when a decimal point is written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leading 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zero before the first nonzero digit. 0.0047 has two leading zeros and two significant digits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quantity that was measured, so its last digit is uncertain. A count is not a measurement — 24 students is exactly 24, and 60 seconds in a minute is exact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1993392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3817" y="2656332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006" y="2717292"/>
            <a:ext cx="137769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023872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656332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410" y="3342132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237" y="3368040"/>
            <a:ext cx="3166872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8053" y="1714500"/>
            <a:ext cx="4120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411" y="1772412"/>
            <a:ext cx="15758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7227" y="1714500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15" y="1772412"/>
            <a:ext cx="1383792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52007" y="1714500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0625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645c9c47acde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639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2863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debdcb1f49260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3851" y="1600200"/>
            <a:ext cx="2005584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435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9101" y="1583436"/>
            <a:ext cx="3077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19219eb587cce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15" y="1600200"/>
            <a:ext cx="17922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1339" y="1583436"/>
            <a:ext cx="137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cda4b72b75ce9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327" y="1600200"/>
            <a:ext cx="200863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0959" y="1583436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43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94a8240adc6e96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5957" y="3055222"/>
            <a:ext cx="218541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1373" y="2933302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261" y="3030838"/>
            <a:ext cx="1859280" cy="262128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5957" y="3509374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1093" y="3939142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7eec2dad996b77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3250" y="4039726"/>
            <a:ext cx="1030224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331" y="1714500"/>
            <a:ext cx="3203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985" y="1773936"/>
            <a:ext cx="17830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39065" y="1714500"/>
            <a:ext cx="3470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625" y="2506980"/>
            <a:ext cx="199948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60113" y="2446020"/>
            <a:ext cx="3977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9636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085e71197c76e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141" y="1600200"/>
            <a:ext cx="202692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9061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031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8ca2d2fd49f849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686" y="2340864"/>
            <a:ext cx="2036064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68750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8112" y="1581912"/>
            <a:ext cx="1819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792d949c5a21a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617" y="1600200"/>
            <a:ext cx="2029968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0585" y="1581912"/>
            <a:ext cx="1569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1507" y="2324100"/>
            <a:ext cx="1876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b395e7df8785e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162" y="2340864"/>
            <a:ext cx="2039112" cy="423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0274" y="2324100"/>
            <a:ext cx="333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768454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176886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752958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130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cb6705e7e3c134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e2d8d1397623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14e1bd54084a4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41575"/>
            <a:ext cx="113080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5142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5ace9ec4312072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208" y="1941575"/>
            <a:ext cx="11277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3968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0dcb6b3604aaf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929" y="4212667"/>
            <a:ext cx="182575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7681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a732557401dc8a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570" y="4188283"/>
            <a:ext cx="1831848" cy="262128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929" y="4666819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7065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018e3913f4d433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9846" y="5197171"/>
            <a:ext cx="1057656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9290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753867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92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585" y="2601468"/>
            <a:ext cx="69585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980" y="2662428"/>
            <a:ext cx="2029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1948" y="260146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40ace4bdf802fb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33" y="4538803"/>
            <a:ext cx="15575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8761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ecdbdf53729bbd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1823" y="4538803"/>
            <a:ext cx="123139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740" y="2194560"/>
            <a:ext cx="398373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1476" y="217170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216" y="2103120"/>
            <a:ext cx="398678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3000" y="2080260"/>
            <a:ext cx="4299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08579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493083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716" y="217170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372" y="2229612"/>
            <a:ext cx="14203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9740" y="217170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8624" y="2229612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8448" y="217170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2192" y="2080260"/>
            <a:ext cx="38928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848" y="2138171"/>
            <a:ext cx="142341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31264" y="2080260"/>
            <a:ext cx="155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48" y="2138171"/>
            <a:ext cx="16398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9972" y="2080260"/>
            <a:ext cx="9565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7be216ecf24c5d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669" y="3536011"/>
            <a:ext cx="20299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6637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6dc7d095c18b42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526" y="3511627"/>
            <a:ext cx="1859280" cy="262128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6669" y="3990163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1805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9b8a502d8aaa20e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9866" y="4520515"/>
            <a:ext cx="10698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17170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229612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17170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605" y="2080260"/>
            <a:ext cx="2421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287" y="2138171"/>
            <a:ext cx="16611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5447" y="2080260"/>
            <a:ext cx="3073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366" y="3482340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050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a617e99eac0e99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313" y="3960876"/>
            <a:ext cx="1063752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07" y="274657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12" y="2806015"/>
            <a:ext cx="13929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7048" y="274657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773" y="280449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3853" y="274657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4683" y="2655139"/>
            <a:ext cx="7250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88" y="2714575"/>
            <a:ext cx="139598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38572" y="2655139"/>
            <a:ext cx="45618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47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47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297" y="2713051"/>
            <a:ext cx="1402080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65377" y="2655139"/>
            <a:ext cx="778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025" y="4059074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61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3b7c76269977c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58" y="4604666"/>
            <a:ext cx="130149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74657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9630dac2daa1a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801443"/>
            <a:ext cx="185928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74657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ca0b1ffd8d5f75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80601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74657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0808" y="2655139"/>
            <a:ext cx="21335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76e99574fb259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190" y="2708479"/>
            <a:ext cx="1859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96470" y="2655139"/>
            <a:ext cx="42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4947c6a9376ae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029" y="2714575"/>
            <a:ext cx="1377696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71725" y="265513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7221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990cd9202cebfc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085" y="4586378"/>
            <a:ext cx="26730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7221" y="4994810"/>
            <a:ext cx="83042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9,145 stops at the ones place, so round to ones:  9,150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9,150 = 9.150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064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4221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03078"/>
            <a:ext cx="751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root symbol together with everything under its bar: </a:t>
            </a:r>
          </a:p>
        </p:txBody>
      </p:sp>
      <p:pic>
        <p:nvPicPr>
          <p:cNvPr id="10" name="Picture 9" descr="7fc2ce39b1027a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0961" y="1892410"/>
            <a:ext cx="83515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56113" y="1903078"/>
            <a:ext cx="17701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square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54766"/>
            <a:ext cx="919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root, </a:t>
            </a:r>
          </a:p>
        </p:txBody>
      </p:sp>
      <p:pic>
        <p:nvPicPr>
          <p:cNvPr id="13" name="Picture 12" descr="5f7b58e3a9782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786" y="2444098"/>
            <a:ext cx="871728" cy="478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97514" y="2454766"/>
            <a:ext cx="2140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cube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2380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5317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under the radical bar. The bar groups it, so whatever is under it is evaluated before the root is taken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780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principal square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018134"/>
            <a:ext cx="31639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nonnegative one. </a:t>
            </a:r>
          </a:p>
        </p:txBody>
      </p:sp>
      <p:pic>
        <p:nvPicPr>
          <p:cNvPr id="19" name="Picture 18" descr="66ed9a548d73b0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9838" y="5007466"/>
            <a:ext cx="868680" cy="4785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38518" y="5018134"/>
            <a:ext cx="3934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7 — not −7, and not both,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536294"/>
            <a:ext cx="198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even though </a:t>
            </a:r>
          </a:p>
        </p:txBody>
      </p:sp>
      <p:pic>
        <p:nvPicPr>
          <p:cNvPr id="22" name="Picture 21" descr="95575338750225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961" y="5559154"/>
            <a:ext cx="841248" cy="411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832209" y="5536294"/>
            <a:ext cx="1545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also 49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1993392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746248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35" y="3499104"/>
            <a:ext cx="3209544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0579" y="350977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8004" y="3601212"/>
            <a:ext cx="79248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159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1993392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1993392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1993392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2750820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291693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2746248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88315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1993392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1305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119884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2999232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11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84506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61546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64466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45110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e345b1c8704f7b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399" y="3020568"/>
            <a:ext cx="1819656" cy="2499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0055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a3e1ca339eb7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128" y="2929128"/>
            <a:ext cx="157276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15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389a35c8a608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79" y="4238575"/>
            <a:ext cx="186842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103" y="4137991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296c25346e41fa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176" y="4150183"/>
            <a:ext cx="1612392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01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6b0304793847f9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35" y="2987040"/>
            <a:ext cx="3630168" cy="316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5103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754dfe5956abcf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176" y="2929128"/>
            <a:ext cx="185318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3194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5105a5010efd45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957" y="2982468"/>
            <a:ext cx="2944368" cy="304800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058" y="3468623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287c1279b1b6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2194560"/>
            <a:ext cx="188976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627b4a23b9288a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2103120"/>
            <a:ext cx="188366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574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d050f197a4a44d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337" y="3581731"/>
            <a:ext cx="2197608" cy="256032"/>
          </a:xfrm>
          <a:prstGeom prst="rect">
            <a:avLst/>
          </a:prstGeom>
        </p:spPr>
      </p:pic>
      <p:pic>
        <p:nvPicPr>
          <p:cNvPr id="12" name="Picture 11" descr="296c25346e41fa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438" y="4043503"/>
            <a:ext cx="1612392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4ebae5e5d757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3d615a9b7c2dc0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44ca813e0eef5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179" y="3814903"/>
            <a:ext cx="405384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52316" y="4679011"/>
            <a:ext cx="927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so   </a:t>
            </a:r>
          </a:p>
        </p:txBody>
      </p:sp>
      <p:pic>
        <p:nvPicPr>
          <p:cNvPr id="12" name="Picture 11" descr="712e2a339e91a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795" y="4549471"/>
            <a:ext cx="1786128" cy="716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0291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−1/4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3bd5897204bf8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91" y="2194560"/>
            <a:ext cx="192633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6bc0b83f8afa4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115" y="2103120"/>
            <a:ext cx="1923288" cy="789432"/>
          </a:xfrm>
          <a:prstGeom prst="rect">
            <a:avLst/>
          </a:prstGeom>
        </p:spPr>
      </p:pic>
      <p:pic>
        <p:nvPicPr>
          <p:cNvPr id="9" name="Picture 8" descr="ab1c6f19d3960f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317" y="3240023"/>
            <a:ext cx="116128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47605" y="3369563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7b48005c9016cd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906" y="3240023"/>
            <a:ext cx="1322832" cy="716280"/>
          </a:xfrm>
          <a:prstGeom prst="rect">
            <a:avLst/>
          </a:prstGeom>
        </p:spPr>
      </p:pic>
      <p:pic>
        <p:nvPicPr>
          <p:cNvPr id="12" name="Picture 11" descr="27befd5d16127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6317" y="4084320"/>
            <a:ext cx="1350264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803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4/3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7513eedb387e9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94560"/>
            <a:ext cx="25420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41217f15035bee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220" y="2103120"/>
            <a:ext cx="2545080" cy="478536"/>
          </a:xfrm>
          <a:prstGeom prst="rect">
            <a:avLst/>
          </a:prstGeom>
        </p:spPr>
      </p:pic>
      <p:pic>
        <p:nvPicPr>
          <p:cNvPr id="9" name="Picture 8" descr="3837c1f0f17629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9" y="2950464"/>
            <a:ext cx="4651248" cy="368808"/>
          </a:xfrm>
          <a:prstGeom prst="rect">
            <a:avLst/>
          </a:prstGeom>
        </p:spPr>
      </p:pic>
      <p:pic>
        <p:nvPicPr>
          <p:cNvPr id="10" name="Picture 9" descr="a0f3c47d5d7510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9" y="3432047"/>
            <a:ext cx="1584960" cy="569976"/>
          </a:xfrm>
          <a:prstGeom prst="rect">
            <a:avLst/>
          </a:prstGeom>
        </p:spPr>
      </p:pic>
      <p:pic>
        <p:nvPicPr>
          <p:cNvPr id="11" name="Picture 10" descr="894447109a3e5d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9" y="4093464"/>
            <a:ext cx="3218688" cy="5730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1/100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886" y="220522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443" y="2194560"/>
            <a:ext cx="106070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3147" y="220522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2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1410" y="211378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967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1623" y="211378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308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4056026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cbf83985c3ed1e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54958"/>
            <a:ext cx="2889504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7522" y="455894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90e54612c7e6e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447" y="4603142"/>
            <a:ext cx="1405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13044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c2339290e86818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676656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100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f3c8135f85cfec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65048" cy="5425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81399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09188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de25ca1bc5f4d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25012"/>
            <a:ext cx="112776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9357" y="3409188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grouping symbol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anything that holds part of an expression together and is finished first: parentheses, brackets, the radical bar and the fraction 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nested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grouping symbol inside another. The innermost one is finished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multi-step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that takes more than one operation to evaluate. Everything in this unit takes six steps or fewer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347" y="2060448"/>
            <a:ext cx="300837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0723" y="19705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268" y="2060448"/>
            <a:ext cx="1517904" cy="277368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139" y="2744724"/>
            <a:ext cx="328574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57883" y="2656332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8428" y="2746248"/>
            <a:ext cx="1520952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1993392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060192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58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5478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f6d02763ee13a4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584" y="3358498"/>
            <a:ext cx="1548384" cy="313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1968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54e49d4ca9d85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857" y="3331066"/>
            <a:ext cx="1091184" cy="3688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5478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e7c4e03b1a0743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444" y="3911710"/>
            <a:ext cx="2109216" cy="213360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342" y="4414630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5a7622aecf1eb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26009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36fd5fdafeb181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68652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1172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12ac90fe8177c5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305" y="2941320"/>
            <a:ext cx="1621536" cy="252984"/>
          </a:xfrm>
          <a:prstGeom prst="rect">
            <a:avLst/>
          </a:prstGeom>
        </p:spPr>
      </p:pic>
      <p:pic>
        <p:nvPicPr>
          <p:cNvPr id="11" name="Picture 10" descr="58b50d1f788fe1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6590" y="3480816"/>
            <a:ext cx="14782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54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97c530a75d29d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4429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7193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8dd3731dd90336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5187"/>
            <a:ext cx="838200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109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46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260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b92290561e20c8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8" y="4322792"/>
            <a:ext cx="1609344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d69da8346cb7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26009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dc4fd86eed7f2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68652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57446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5215752a2994fd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025" y="2939796"/>
            <a:ext cx="1530096" cy="256032"/>
          </a:xfrm>
          <a:prstGeom prst="rect">
            <a:avLst/>
          </a:prstGeom>
        </p:spPr>
      </p:pic>
      <p:pic>
        <p:nvPicPr>
          <p:cNvPr id="11" name="Picture 10" descr="1f8367c1c48b43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310" y="3480816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230be022ca8b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94560"/>
            <a:ext cx="116433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893d505426886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2680" y="3226307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f7f372429cfcb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300" y="3326891"/>
            <a:ext cx="248107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22680" y="3729227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d59a91b1f76472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91" y="3826763"/>
            <a:ext cx="2670048" cy="262128"/>
          </a:xfrm>
          <a:prstGeom prst="rect">
            <a:avLst/>
          </a:prstGeom>
        </p:spPr>
      </p:pic>
      <p:pic>
        <p:nvPicPr>
          <p:cNvPr id="13" name="Picture 12" descr="3d14f1f915bfc6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7544" y="4255007"/>
            <a:ext cx="80772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72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3/5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229612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38171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490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6bee3a4a6e9671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61" y="3513151"/>
            <a:ext cx="880872" cy="259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70490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521cfcdc4e4431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205" y="4038931"/>
            <a:ext cx="1255776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70490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c52f3646b69457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795" y="4541851"/>
            <a:ext cx="1399032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658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f5cf47236f59d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77" y="3889579"/>
            <a:ext cx="2389632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7658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b8964d2fa5cae6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3768" y="4397071"/>
            <a:ext cx="697992" cy="252984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2522" y="4919803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068d9a19700e1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152" y="2938272"/>
            <a:ext cx="1066800" cy="25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1952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152" y="3413759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5152" y="396697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dcdd245aeaaf1b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755" y="3124200"/>
            <a:ext cx="105765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5411" y="3153156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91dc20afadb1ae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196" y="3124200"/>
            <a:ext cx="829056" cy="515112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755" y="3730752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7755" y="4337304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65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5986" y="221589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507" y="2194560"/>
            <a:ext cx="1901952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7459" y="221589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687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52077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64573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52077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659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4462" y="2124456"/>
            <a:ext cx="3126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983" y="2103120"/>
            <a:ext cx="1905000" cy="4998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8983" y="2124456"/>
            <a:ext cx="32952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7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7533" y="3429331"/>
            <a:ext cx="46510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381" y="3554299"/>
            <a:ext cx="176784" cy="2072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48165" y="3429331"/>
            <a:ext cx="2492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8076" y="4198951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da0bec38e3107c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095" y="4302583"/>
            <a:ext cx="1036320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9415" y="4198951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c90e576750902f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8723" y="4211143"/>
            <a:ext cx="3477768" cy="432816"/>
          </a:xfrm>
          <a:prstGeom prst="rect">
            <a:avLst/>
          </a:prstGeom>
        </p:spPr>
      </p:pic>
      <p:pic>
        <p:nvPicPr>
          <p:cNvPr id="19" name="Picture 18" descr="ff74c5c7fd2cbb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2940" y="4825315"/>
            <a:ext cx="868680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1620" y="4749115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206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4447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049" y="3406140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97566"/>
            <a:ext cx="4870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rule written with letters, such as </a:t>
            </a:r>
          </a:p>
        </p:txBody>
      </p:sp>
      <p:pic>
        <p:nvPicPr>
          <p:cNvPr id="10" name="Picture 9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907" y="1892410"/>
            <a:ext cx="1597152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3059" y="1997566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610214"/>
            <a:ext cx="87905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that becomes a number once each letter is replaced by a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572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substitute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7509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replace a letter with its value — in parentheses, so that a negative value keeps its sign and a power stays attached to the whole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0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29386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what the answer is counted in: feet, dollars, joules. A real-world answer without a unit is not an answer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33" y="1993392"/>
            <a:ext cx="1600200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6833" y="210007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656" y="2188464"/>
            <a:ext cx="112471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7368" y="2100072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48" y="2189988"/>
            <a:ext cx="98755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5900" y="210007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2067" y="2938272"/>
            <a:ext cx="5516880" cy="670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98947" y="3044952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1531" y="3860292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997" y="3953256"/>
            <a:ext cx="1024128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92125" y="3860292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3587" y="3883152"/>
            <a:ext cx="2410968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24555" y="386029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1980" y="3919728"/>
            <a:ext cx="1588008" cy="3383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29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08148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79747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372" y="1993392"/>
            <a:ext cx="469087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9244" y="2004060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879" y="2723388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521" y="2775204"/>
            <a:ext cx="17282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80737" y="2723388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496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6593" y="1842515"/>
            <a:ext cx="3086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849" y="1737360"/>
            <a:ext cx="159715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73001" y="1842515"/>
            <a:ext cx="299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310" y="2702052"/>
            <a:ext cx="1694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424" y="2827020"/>
            <a:ext cx="307848" cy="2072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3272" y="2702052"/>
            <a:ext cx="41392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14" y="2828544"/>
            <a:ext cx="207264" cy="204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2578" y="2702052"/>
            <a:ext cx="3747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9904" y="3433572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417" y="3526536"/>
            <a:ext cx="234696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22113" y="3433572"/>
            <a:ext cx="77566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08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9479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a14dbba8fe39d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991" y="1600200"/>
            <a:ext cx="2002536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9527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99d0f397928935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535" y="1845564"/>
            <a:ext cx="16855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0079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5038fc82b26adb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114" y="1847088"/>
            <a:ext cx="1207008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6122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7955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b636794ba0bbf4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67" y="1600200"/>
            <a:ext cx="1999487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4955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28ac43e86d9ee6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963" y="1845564"/>
            <a:ext cx="168859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55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e1facf4e099fdd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590" y="1847088"/>
            <a:ext cx="121005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7646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886456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371088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4369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80d9c9c061edf5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31" y="3365323"/>
            <a:ext cx="868680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4369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bdbfbcd24be2c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099" y="3892627"/>
            <a:ext cx="188671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4369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731fe54239e13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966" y="4395547"/>
            <a:ext cx="2618232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7404" y="21717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321" y="2229612"/>
            <a:ext cx="56997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6297" y="21717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33" y="226314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129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5880" y="208026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797" y="2138171"/>
            <a:ext cx="5730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7821" y="208026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957" y="217170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6653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10840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13759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6697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0bcb023825e8eb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8448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885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810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0698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161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87801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77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94474fdbb34e3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4544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6981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906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6794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257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897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3769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74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pic>
        <p:nvPicPr>
          <p:cNvPr id="10" name="Picture 9" descr="4878fd7dba5b8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351607"/>
            <a:ext cx="1365504" cy="252984"/>
          </a:xfrm>
          <a:prstGeom prst="rect">
            <a:avLst/>
          </a:prstGeom>
        </p:spPr>
      </p:pic>
      <p:pic>
        <p:nvPicPr>
          <p:cNvPr id="11" name="Picture 10" descr="fcf2b27a5b2a71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3891103"/>
            <a:ext cx="180136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dollars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61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db60fa38d81bc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123" y="3923438"/>
            <a:ext cx="896112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61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ad7cd7587acd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191" y="4449218"/>
            <a:ext cx="193548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99461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554c3d382c475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058" y="4952138"/>
            <a:ext cx="190500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5998" y="2299715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915" y="2194560"/>
            <a:ext cx="990599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5515" y="2299715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50" y="2389632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746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87" y="2391156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6535" y="2299715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435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4474" y="22098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391" y="2103120"/>
            <a:ext cx="993648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7039" y="22098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74" y="2299715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270" y="22098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011" y="2301240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8059" y="22098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749371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23552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9792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7950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d6542a7823918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174" y="3923438"/>
            <a:ext cx="396240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3414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6522b013c381f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897" y="3921914"/>
            <a:ext cx="1194816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7950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107f56fc6415d2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478" y="4424834"/>
            <a:ext cx="2560320" cy="2621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0239" y="220522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798a5139adaa76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547" y="2194560"/>
            <a:ext cx="1063752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3299" y="220522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287" y="211378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d8ed0de82c731b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595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0251" y="211378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pic>
        <p:nvPicPr>
          <p:cNvPr id="12" name="Picture 11" descr="aa26d55f7ae649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771" y="3504007"/>
            <a:ext cx="2532888" cy="432816"/>
          </a:xfrm>
          <a:prstGeom prst="rect">
            <a:avLst/>
          </a:prstGeom>
        </p:spPr>
      </p:pic>
      <p:pic>
        <p:nvPicPr>
          <p:cNvPr id="13" name="Picture 12" descr="351ed85fae5a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771" y="4144087"/>
            <a:ext cx="296875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48.99 feet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5509" y="230124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426" y="2194560"/>
            <a:ext cx="10332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7698" y="230124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833" y="2392680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9265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429" y="2385060"/>
            <a:ext cx="801624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9053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216" y="2392680"/>
            <a:ext cx="749808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7024" y="23012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3985" y="2211323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2" y="2103120"/>
            <a:ext cx="103022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3126" y="2211323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61" y="2302764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4693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2857" y="2295144"/>
            <a:ext cx="804672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7529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692" y="2302764"/>
            <a:ext cx="75285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8548" y="221132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56" y="310134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6aa77d3d03b7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699" y="3176016"/>
            <a:ext cx="2874264" cy="307848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6420" y="3742944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2037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order:  </a:t>
            </a:r>
          </a:p>
        </p:txBody>
      </p:sp>
      <p:pic>
        <p:nvPicPr>
          <p:cNvPr id="12" name="Picture 11" descr="6c563dd1214e96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777" y="3838956"/>
            <a:ext cx="2923032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490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order:  </a:t>
            </a:r>
          </a:p>
        </p:txBody>
      </p:sp>
      <p:pic>
        <p:nvPicPr>
          <p:cNvPr id="14" name="Picture 13" descr="cbdd9db0c6bdb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885" y="4341876"/>
            <a:ext cx="276453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23 dollars and 31 dollars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