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image" Target="../media/image128.png"/><Relationship Id="rId6" Type="http://schemas.openxmlformats.org/officeDocument/2006/relationships/image" Target="../media/image12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Relationship Id="rId5" Type="http://schemas.openxmlformats.org/officeDocument/2006/relationships/image" Target="../media/image13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7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Relationship Id="rId6" Type="http://schemas.openxmlformats.org/officeDocument/2006/relationships/image" Target="../media/image15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Relationship Id="rId4" Type="http://schemas.openxmlformats.org/officeDocument/2006/relationships/image" Target="../media/image171.png"/><Relationship Id="rId5" Type="http://schemas.openxmlformats.org/officeDocument/2006/relationships/image" Target="../media/image172.png"/><Relationship Id="rId6" Type="http://schemas.openxmlformats.org/officeDocument/2006/relationships/image" Target="../media/image173.png"/><Relationship Id="rId7" Type="http://schemas.openxmlformats.org/officeDocument/2006/relationships/image" Target="../media/image81.png"/><Relationship Id="rId8" Type="http://schemas.openxmlformats.org/officeDocument/2006/relationships/image" Target="../media/image17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Relationship Id="rId5" Type="http://schemas.openxmlformats.org/officeDocument/2006/relationships/image" Target="../media/image191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07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Relationship Id="rId3" Type="http://schemas.openxmlformats.org/officeDocument/2006/relationships/image" Target="../media/image23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image" Target="../media/image234.png"/><Relationship Id="rId5" Type="http://schemas.openxmlformats.org/officeDocument/2006/relationships/image" Target="../media/image2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Relationship Id="rId4" Type="http://schemas.openxmlformats.org/officeDocument/2006/relationships/image" Target="../media/image240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Relationship Id="rId5" Type="http://schemas.openxmlformats.org/officeDocument/2006/relationships/image" Target="../media/image260.png"/><Relationship Id="rId6" Type="http://schemas.openxmlformats.org/officeDocument/2006/relationships/image" Target="../media/image26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Relationship Id="rId4" Type="http://schemas.openxmlformats.org/officeDocument/2006/relationships/image" Target="../media/image26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Relationship Id="rId3" Type="http://schemas.openxmlformats.org/officeDocument/2006/relationships/image" Target="../media/image254.png"/><Relationship Id="rId4" Type="http://schemas.openxmlformats.org/officeDocument/2006/relationships/image" Target="../media/image26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5.png"/><Relationship Id="rId4" Type="http://schemas.openxmlformats.org/officeDocument/2006/relationships/image" Target="../media/image27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Relationship Id="rId5" Type="http://schemas.openxmlformats.org/officeDocument/2006/relationships/image" Target="../media/image28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Relationship Id="rId4" Type="http://schemas.openxmlformats.org/officeDocument/2006/relationships/image" Target="../media/image29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Relationship Id="rId3" Type="http://schemas.openxmlformats.org/officeDocument/2006/relationships/image" Target="../media/image298.png"/><Relationship Id="rId4" Type="http://schemas.openxmlformats.org/officeDocument/2006/relationships/image" Target="../media/image29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Relationship Id="rId4" Type="http://schemas.openxmlformats.org/officeDocument/2006/relationships/image" Target="../media/image307.png"/><Relationship Id="rId5" Type="http://schemas.openxmlformats.org/officeDocument/2006/relationships/image" Target="../media/image308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Relationship Id="rId3" Type="http://schemas.openxmlformats.org/officeDocument/2006/relationships/image" Target="../media/image316.png"/><Relationship Id="rId4" Type="http://schemas.openxmlformats.org/officeDocument/2006/relationships/image" Target="../media/image317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Relationship Id="rId6" Type="http://schemas.openxmlformats.org/officeDocument/2006/relationships/image" Target="../media/image322.png"/><Relationship Id="rId7" Type="http://schemas.openxmlformats.org/officeDocument/2006/relationships/image" Target="../media/image32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257.png"/><Relationship Id="rId5" Type="http://schemas.openxmlformats.org/officeDocument/2006/relationships/image" Target="../media/image340.png"/><Relationship Id="rId6" Type="http://schemas.openxmlformats.org/officeDocument/2006/relationships/image" Target="../media/image34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Relationship Id="rId3" Type="http://schemas.openxmlformats.org/officeDocument/2006/relationships/image" Target="../media/image344.png"/><Relationship Id="rId4" Type="http://schemas.openxmlformats.org/officeDocument/2006/relationships/image" Target="../media/image34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Relationship Id="rId3" Type="http://schemas.openxmlformats.org/officeDocument/2006/relationships/image" Target="../media/image348.png"/><Relationship Id="rId4" Type="http://schemas.openxmlformats.org/officeDocument/2006/relationships/image" Target="../media/image349.png"/><Relationship Id="rId5" Type="http://schemas.openxmlformats.org/officeDocument/2006/relationships/image" Target="../media/image35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Relationship Id="rId4" Type="http://schemas.openxmlformats.org/officeDocument/2006/relationships/image" Target="../media/image3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Relationship Id="rId3" Type="http://schemas.openxmlformats.org/officeDocument/2006/relationships/image" Target="../media/image356.png"/><Relationship Id="rId4" Type="http://schemas.openxmlformats.org/officeDocument/2006/relationships/image" Target="../media/image357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Relationship Id="rId4" Type="http://schemas.openxmlformats.org/officeDocument/2006/relationships/image" Target="../media/image36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Relationship Id="rId3" Type="http://schemas.openxmlformats.org/officeDocument/2006/relationships/image" Target="../media/image364.png"/><Relationship Id="rId4" Type="http://schemas.openxmlformats.org/officeDocument/2006/relationships/image" Target="../media/image365.png"/><Relationship Id="rId5" Type="http://schemas.openxmlformats.org/officeDocument/2006/relationships/image" Target="../media/image36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Relationship Id="rId3" Type="http://schemas.openxmlformats.org/officeDocument/2006/relationships/image" Target="../media/image374.png"/><Relationship Id="rId4" Type="http://schemas.openxmlformats.org/officeDocument/2006/relationships/image" Target="../media/image375.png"/><Relationship Id="rId5" Type="http://schemas.openxmlformats.org/officeDocument/2006/relationships/image" Target="../media/image37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Relationship Id="rId5" Type="http://schemas.openxmlformats.org/officeDocument/2006/relationships/image" Target="../media/image386.png"/><Relationship Id="rId6" Type="http://schemas.openxmlformats.org/officeDocument/2006/relationships/image" Target="../media/image38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7.png"/><Relationship Id="rId4" Type="http://schemas.openxmlformats.org/officeDocument/2006/relationships/image" Target="../media/image390.png"/><Relationship Id="rId5" Type="http://schemas.openxmlformats.org/officeDocument/2006/relationships/image" Target="../media/image391.png"/><Relationship Id="rId6" Type="http://schemas.openxmlformats.org/officeDocument/2006/relationships/image" Target="../media/image39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Relationship Id="rId4" Type="http://schemas.openxmlformats.org/officeDocument/2006/relationships/image" Target="../media/image395.png"/><Relationship Id="rId5" Type="http://schemas.openxmlformats.org/officeDocument/2006/relationships/image" Target="../media/image396.png"/><Relationship Id="rId6" Type="http://schemas.openxmlformats.org/officeDocument/2006/relationships/image" Target="../media/image397.png"/><Relationship Id="rId7" Type="http://schemas.openxmlformats.org/officeDocument/2006/relationships/image" Target="../media/image398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Relationship Id="rId6" Type="http://schemas.openxmlformats.org/officeDocument/2006/relationships/image" Target="../media/image40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Relationship Id="rId6" Type="http://schemas.openxmlformats.org/officeDocument/2006/relationships/image" Target="../media/image40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Relationship Id="rId5" Type="http://schemas.openxmlformats.org/officeDocument/2006/relationships/image" Target="../media/image408.png"/><Relationship Id="rId6" Type="http://schemas.openxmlformats.org/officeDocument/2006/relationships/image" Target="../media/image409.png"/><Relationship Id="rId7" Type="http://schemas.openxmlformats.org/officeDocument/2006/relationships/image" Target="../media/image410.png"/><Relationship Id="rId8" Type="http://schemas.openxmlformats.org/officeDocument/2006/relationships/image" Target="../media/image41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Relationship Id="rId3" Type="http://schemas.openxmlformats.org/officeDocument/2006/relationships/image" Target="../media/image4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Relationship Id="rId5" Type="http://schemas.openxmlformats.org/officeDocument/2006/relationships/image" Target="../media/image41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Relationship Id="rId4" Type="http://schemas.openxmlformats.org/officeDocument/2006/relationships/image" Target="../media/image42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24.png"/><Relationship Id="rId4" Type="http://schemas.openxmlformats.org/officeDocument/2006/relationships/image" Target="../media/image425.png"/><Relationship Id="rId5" Type="http://schemas.openxmlformats.org/officeDocument/2006/relationships/image" Target="../media/image426.png"/><Relationship Id="rId6" Type="http://schemas.openxmlformats.org/officeDocument/2006/relationships/image" Target="../media/image42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Relationship Id="rId4" Type="http://schemas.openxmlformats.org/officeDocument/2006/relationships/image" Target="../media/image43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5.png"/><Relationship Id="rId4" Type="http://schemas.openxmlformats.org/officeDocument/2006/relationships/image" Target="../media/image437.png"/><Relationship Id="rId5" Type="http://schemas.openxmlformats.org/officeDocument/2006/relationships/image" Target="../media/image380.png"/><Relationship Id="rId6" Type="http://schemas.openxmlformats.org/officeDocument/2006/relationships/image" Target="../media/image438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Relationship Id="rId5" Type="http://schemas.openxmlformats.org/officeDocument/2006/relationships/image" Target="../media/image439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4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Relationship Id="rId4" Type="http://schemas.openxmlformats.org/officeDocument/2006/relationships/image" Target="../media/image44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Relationship Id="rId3" Type="http://schemas.openxmlformats.org/officeDocument/2006/relationships/image" Target="../media/image446.png"/><Relationship Id="rId4" Type="http://schemas.openxmlformats.org/officeDocument/2006/relationships/image" Target="../media/image44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Relationship Id="rId4" Type="http://schemas.openxmlformats.org/officeDocument/2006/relationships/image" Target="../media/image447.png"/><Relationship Id="rId5" Type="http://schemas.openxmlformats.org/officeDocument/2006/relationships/image" Target="../media/image450.png"/><Relationship Id="rId6" Type="http://schemas.openxmlformats.org/officeDocument/2006/relationships/image" Target="../media/image45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Relationship Id="rId4" Type="http://schemas.openxmlformats.org/officeDocument/2006/relationships/image" Target="../media/image45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Relationship Id="rId3" Type="http://schemas.openxmlformats.org/officeDocument/2006/relationships/image" Target="../media/image460.png"/><Relationship Id="rId4" Type="http://schemas.openxmlformats.org/officeDocument/2006/relationships/image" Target="../media/image46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67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Relationship Id="rId3" Type="http://schemas.openxmlformats.org/officeDocument/2006/relationships/image" Target="../media/image469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Relationship Id="rId4" Type="http://schemas.openxmlformats.org/officeDocument/2006/relationships/image" Target="../media/image472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Relationship Id="rId7" Type="http://schemas.openxmlformats.org/officeDocument/2006/relationships/image" Target="../media/image475.png"/><Relationship Id="rId8" Type="http://schemas.openxmlformats.org/officeDocument/2006/relationships/image" Target="../media/image476.png"/><Relationship Id="rId9" Type="http://schemas.openxmlformats.org/officeDocument/2006/relationships/image" Target="../media/image477.png"/><Relationship Id="rId10" Type="http://schemas.openxmlformats.org/officeDocument/2006/relationships/image" Target="../media/image478.png"/><Relationship Id="rId11" Type="http://schemas.openxmlformats.org/officeDocument/2006/relationships/image" Target="../media/image479.png"/><Relationship Id="rId12" Type="http://schemas.openxmlformats.org/officeDocument/2006/relationships/image" Target="../media/image480.png"/><Relationship Id="rId13" Type="http://schemas.openxmlformats.org/officeDocument/2006/relationships/image" Target="../media/image48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34518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3623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12946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91803"/>
            <a:ext cx="844486" cy="2156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2689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535459"/>
            <a:ext cx="152098" cy="1566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76462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3403" y="2533188"/>
            <a:ext cx="131667" cy="154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5070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77477"/>
            <a:ext cx="152098" cy="1566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92763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116" y="3518454"/>
            <a:ext cx="844486" cy="2156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3602" y="3396200"/>
            <a:ext cx="5688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 In a finished answer it always satisfies </a:t>
            </a:r>
          </a:p>
        </p:txBody>
      </p:sp>
      <p:pic>
        <p:nvPicPr>
          <p:cNvPr id="23" name="Picture 22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700" y="3527534"/>
            <a:ext cx="1148683" cy="2065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61079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240405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98678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937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2194560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993136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41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756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3392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79192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9061" y="3399440"/>
            <a:ext cx="5247703" cy="359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676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189" y="3402123"/>
            <a:ext cx="1258268" cy="2977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3120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623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5b336a90532d52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11" y="3322398"/>
            <a:ext cx="2240184" cy="25136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87" y="3809030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451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5bc38d7f5f1bbf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09" y="3293156"/>
            <a:ext cx="2914697" cy="261366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377" y="3845511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9377" y="4305759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4560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3120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1970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375fe00662e453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58" y="2960084"/>
            <a:ext cx="2030253" cy="25136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6834" y="3446716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22d45fd8e21928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7098"/>
            <a:ext cx="1176337" cy="2724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198fb6ef199374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9746"/>
            <a:ext cx="1156525" cy="2724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7472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e7eb40717fc0f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4621"/>
            <a:ext cx="1176337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fbd1eec05c786f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7269"/>
            <a:ext cx="1159002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994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9540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06e43a7c385a4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628" y="3855798"/>
            <a:ext cx="2052351" cy="25136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404" y="4342430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4560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62084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46716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55988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46716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4560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3355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38a98cc775ba9a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151" y="3505721"/>
            <a:ext cx="2777013" cy="261366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219" y="4058076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219" y="4512228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4560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36963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21595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21513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6ede306f727ce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310" y="2927794"/>
            <a:ext cx="2903029" cy="261366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77" y="3480149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6377" y="3934301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4560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857500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031998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857500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769107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2943605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769107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17309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68997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71917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3065" y="217170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841" y="2242185"/>
            <a:ext cx="4534471" cy="3318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5312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827" y="208026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603" y="2145792"/>
            <a:ext cx="4536948" cy="3368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655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06260"/>
            <a:ext cx="2773680" cy="262128"/>
          </a:xfrm>
          <a:prstGeom prst="rect">
            <a:avLst/>
          </a:prstGeom>
        </p:spPr>
      </p:pic>
      <p:pic>
        <p:nvPicPr>
          <p:cNvPr id="14" name="Picture 13" descr="e099433ce822c8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55186"/>
            <a:ext cx="237796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7060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447aa636a4e8a6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985" y="4510847"/>
            <a:ext cx="1400175" cy="259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1587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23277" y="2873430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01200" y="3486078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91803"/>
            <a:ext cx="2186130" cy="2156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9130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1620869" cy="52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63869" y="3451525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4235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48868"/>
            <a:ext cx="82517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 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7622" y="4634799"/>
            <a:ext cx="2093055" cy="301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5033500"/>
            <a:ext cx="601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812" y="5119431"/>
            <a:ext cx="1956847" cy="30192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2194560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873" y="3027584"/>
            <a:ext cx="968517" cy="3004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4391" y="2970276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35" y="3027584"/>
            <a:ext cx="1110710" cy="3004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94411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2194560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377184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122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2194560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993136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3120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3291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ea6a661eb9c799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80" y="3342163"/>
            <a:ext cx="141417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3291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ec0c199cc01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648" y="3796076"/>
            <a:ext cx="1976580" cy="261366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155" y="4302711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508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088335619175ea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702" y="3901375"/>
            <a:ext cx="120181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6519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063011fd4a202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408" y="3857036"/>
            <a:ext cx="1960244" cy="2613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508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e6738f5137934c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478" y="4408963"/>
            <a:ext cx="1211151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6630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0ffcd1c9127d2e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9519" y="4359956"/>
            <a:ext cx="2009251" cy="261366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947" y="4860495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4560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4294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66ed94db7950c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483" y="2977514"/>
            <a:ext cx="991790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4294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4e53ca6ef94821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650" y="3433762"/>
            <a:ext cx="1934575" cy="261366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9158" y="3934301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06cea9a990494b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1351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ba28393e900a87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6713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60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7d5296eed19f35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382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6620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9d812d5ce25c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107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4466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13f318c4be7054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656" y="3872515"/>
            <a:ext cx="141651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4466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978c2af6aaa0f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23" y="4326428"/>
            <a:ext cx="1834229" cy="261366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9330" y="4826967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5559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2afa0ecaaccf2c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997" y="3358515"/>
            <a:ext cx="1481851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5559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effc1051f2cab5f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60" y="3817096"/>
            <a:ext cx="1873900" cy="259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0423" y="4321397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121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873dff747dac94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649" y="3360848"/>
            <a:ext cx="1869233" cy="2123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9121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bb59bb17419b6b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12" y="3814762"/>
            <a:ext cx="2104929" cy="261366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075" y="4324445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4560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845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8d09ea86a9934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649" y="3554727"/>
            <a:ext cx="1022127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845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c7db8ffa94a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816" y="4008641"/>
            <a:ext cx="1946243" cy="261366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323" y="4509180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4560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133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85e851d4ab26f9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322" y="3554727"/>
            <a:ext cx="1199483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133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0bfdc3409913d1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490" y="4008641"/>
            <a:ext cx="1838896" cy="261366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6997" y="4509180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59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896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f8e310da8c2a7a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401" y="3364611"/>
            <a:ext cx="996457" cy="2100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896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ff9e89295ad61d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464" y="3820858"/>
            <a:ext cx="3407092" cy="261366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827" y="4321397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24154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41604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24154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15010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32460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15010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1888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775bb7f5e11f7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4799" y="4029932"/>
            <a:ext cx="1831371" cy="2513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6170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99f2245ca8eda2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7243" y="4029932"/>
            <a:ext cx="234515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1888" y="4603289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973861c4e17ee2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6232" y="4471416"/>
            <a:ext cx="3002565" cy="7209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95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813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488" y="1645920"/>
            <a:ext cx="1263014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8503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322" y="1814703"/>
            <a:ext cx="1171384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1515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639" y="2616708"/>
            <a:ext cx="1015365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9051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726" y="1645920"/>
            <a:ext cx="1258062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4788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8607" y="1814703"/>
            <a:ext cx="1173861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0277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400" y="2616708"/>
            <a:ext cx="1017841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826383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9b1aa9fd86bde0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466891"/>
            <a:ext cx="149352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69120" y="4329303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6cba3e2ec22eaa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2009" y="4417885"/>
            <a:ext cx="1967245" cy="261366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4924520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4037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2194560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6336" y="2967228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524" y="3029902"/>
            <a:ext cx="1212659" cy="29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243709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967228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8092" y="3762756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919" y="3820064"/>
            <a:ext cx="2787507" cy="3568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728" y="1714500"/>
            <a:ext cx="3819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347" y="1784985"/>
            <a:ext cx="128035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25697" y="171450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764" y="1784985"/>
            <a:ext cx="1124331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01095" y="171450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3353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44c2bf593fa02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9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6764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14b23867f6fdf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7830" y="1647825"/>
            <a:ext cx="1302639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0469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2115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87a1fbfe2ae1b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1570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5525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5dd2a15c5c66d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592" y="1647825"/>
            <a:ext cx="1305115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1707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df377020efabce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481" y="3010645"/>
            <a:ext cx="2186606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5087" y="287539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976" y="2963972"/>
            <a:ext cx="1855231" cy="261366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8481" y="3467559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3617" y="3881230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0fcaf31c9964322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5774" y="3974480"/>
            <a:ext cx="1022127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036" y="1714500"/>
            <a:ext cx="29736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90" y="1787461"/>
            <a:ext cx="1448752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2242" y="1714500"/>
            <a:ext cx="3219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1" y="2475738"/>
            <a:ext cx="1624584" cy="27241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7585" y="2400300"/>
            <a:ext cx="3688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8573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08a04405287c78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35" y="1650301"/>
            <a:ext cx="131749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4733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4202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e32de29ecd09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669" y="2333625"/>
            <a:ext cx="1322451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8120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335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c2efbce8eea1c4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997" y="1650301"/>
            <a:ext cx="1319974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5972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2964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6a45577f708de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431" y="2333625"/>
            <a:ext cx="132492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9358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693111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064110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656279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1385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a7946796b3d2e7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4331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8665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6a6c57be53ee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731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015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21b219ba43567f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680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1141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046ade4f82d7b8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208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1492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44e63c88951851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001" y="4226002"/>
            <a:ext cx="1822561" cy="2146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5562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de20136ea86b66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451" y="4179329"/>
            <a:ext cx="1827228" cy="261366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3001" y="4682916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8137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dbc7cf508525fbf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0917" y="5187503"/>
            <a:ext cx="1054798" cy="259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9290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76834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929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0146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67690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0146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33" y="4531469"/>
            <a:ext cx="1554194" cy="25669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5428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04bd18778892b9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489" y="4531469"/>
            <a:ext cx="1227486" cy="25669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529" y="2239708"/>
            <a:ext cx="3236785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5314" y="217170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291" y="2148268"/>
            <a:ext cx="3239262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6553" y="208026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46012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509180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2817" y="217170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18" y="2242185"/>
            <a:ext cx="115404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9167" y="217170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441" y="224218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6798" y="217170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1578" y="208026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80" y="2150745"/>
            <a:ext cx="115652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406" y="208026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679" y="215074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8036" y="208026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bbac96af5f9ecf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360" y="3549346"/>
            <a:ext cx="203025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8613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02" y="3502673"/>
            <a:ext cx="1855231" cy="261366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360" y="4006260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3496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1d4326cbde9a9c9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57" y="4513181"/>
            <a:ext cx="1068800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17170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24218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17170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08026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15074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08026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986" y="3498437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112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21b219ba43567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932" y="3951922"/>
            <a:ext cx="1061799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7358" y="274657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648" y="2819540"/>
            <a:ext cx="1131760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7408" y="274657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274" y="281706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6464" y="274657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6120" y="265513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410" y="2728100"/>
            <a:ext cx="1134237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8647" y="265513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512" y="272562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7702" y="265513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5977" y="4102699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13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973d474b1ce85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11" y="4591331"/>
            <a:ext cx="1295495" cy="3093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74657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864117"/>
            <a:ext cx="1510664" cy="2823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74657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81954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74657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65513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770201"/>
            <a:ext cx="1510664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65513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72810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65513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623811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65836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2327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06040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921429"/>
            <a:ext cx="622014" cy="3564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2976" y="1869550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06061"/>
            <a:ext cx="649255" cy="35640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75041" y="2354182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06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5049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4902373"/>
            <a:ext cx="646985" cy="3564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16824" y="485049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335126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416517"/>
            <a:ext cx="626554" cy="3064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17516" y="5335126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2194560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3057144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40" y="3919728"/>
            <a:ext cx="2825067" cy="4212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5807" y="3901733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32" y="4018065"/>
            <a:ext cx="697547" cy="2414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880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2194560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2194560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2194560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3057144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32278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3057144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3952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2194560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3317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306193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3310127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2323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96031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73071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75991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61207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ac1e77065a05d7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09" y="3035474"/>
            <a:ext cx="1814798" cy="2486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58007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5c398753ce4ec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080" y="2929128"/>
            <a:ext cx="1574482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2768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02c22c2952ba0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32" y="4256529"/>
            <a:ext cx="1864518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2150" y="413841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a48b6ab05ac2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224" y="4150183"/>
            <a:ext cx="1613154" cy="4336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10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b0df40523fe93d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316" y="3032712"/>
            <a:ext cx="3632358" cy="317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8675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1de8963302ad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48" y="2929128"/>
            <a:ext cx="1853469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4480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f5329d2eda710a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242" y="2969133"/>
            <a:ext cx="2947320" cy="306609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344" y="3468624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738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6f0e461534c4fd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146" y="3596495"/>
            <a:ext cx="2198751" cy="254126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24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8582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057b68cb0facbc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7175" cy="7154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0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7f97372ca3358f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698" y="3240023"/>
            <a:ext cx="1157382" cy="7154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6081" y="3369135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4fb0376044ab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382" y="3240023"/>
            <a:ext cx="1325880" cy="715422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8698" y="4083462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717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61989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9094" y="217170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85" y="2207514"/>
            <a:ext cx="861821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1307" y="217170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332" y="208026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0723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0069" y="208026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3988970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32fe0726ff703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24811"/>
            <a:ext cx="2886694" cy="268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4712" y="4491890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06859444d1f0d6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637" y="4547802"/>
            <a:ext cx="1404842" cy="366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633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9704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49081" y="3386399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453" y="2285349"/>
            <a:ext cx="2647997" cy="244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1450" y="217170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994" y="2279983"/>
            <a:ext cx="1336071" cy="244141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0041" y="3078194"/>
            <a:ext cx="2892139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52180" y="2967228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724" y="3080877"/>
            <a:ext cx="1338754" cy="2441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2194560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371088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57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9097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7ac03a8924eefb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204" y="3373119"/>
            <a:ext cx="1549527" cy="315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6731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14243ac5c29f5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620" y="3342782"/>
            <a:ext cx="1089802" cy="366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9097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50cf6f024a53d9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064" y="3925045"/>
            <a:ext cx="2109597" cy="214693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3961" y="4430727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4980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5836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631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eef22e3ceb66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210" y="2957322"/>
            <a:ext cx="1618678" cy="254126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495" y="3498532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42010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490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6003818e495bb7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39533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2430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27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041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17f44b5618a9d3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477" y="4337556"/>
            <a:ext cx="1607629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4675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5531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8589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8d7f8b36a59e9c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168" y="2954559"/>
            <a:ext cx="1524762" cy="254126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3" y="3495484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871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abe72144a9717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490" y="3317224"/>
            <a:ext cx="2482977" cy="259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871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c8750695812e33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981" y="3817810"/>
            <a:ext cx="2672000" cy="261366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735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194560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9823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39ff18f997e09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294" y="3500340"/>
            <a:ext cx="877443" cy="259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9823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1a56c2424612d0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539" y="4052266"/>
            <a:ext cx="1262491" cy="2146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9823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345d1dacfb918c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128" y="4557519"/>
            <a:ext cx="1400175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8467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57304b44759ca8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087" y="3880625"/>
            <a:ext cx="2387298" cy="26136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8467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8824add3414557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4578" y="4385879"/>
            <a:ext cx="702421" cy="256698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3331" y="4932852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db68b18bfb41e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128" y="2925460"/>
            <a:ext cx="1066466" cy="259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595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128" y="3431381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6128" y="398002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3fa91d29a0671f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946" y="3124200"/>
            <a:ext cx="1061799" cy="5157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0745" y="3153465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72b02b515cb1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4530" y="3126533"/>
            <a:ext cx="835437" cy="513397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946" y="3731371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946" y="4337923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71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5069" y="217170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284" y="2194560"/>
            <a:ext cx="1545336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5620" y="217170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43237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60687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43237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3830" y="208026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046" y="2103120"/>
            <a:ext cx="1547812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6858" y="20802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34093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51543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34093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9600" y="4110987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9784f3a1f264e1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619" y="4229097"/>
            <a:ext cx="1033081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7701" y="4110987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a4391d9dd13349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009" y="4122751"/>
            <a:ext cx="3483197" cy="433673"/>
          </a:xfrm>
          <a:prstGeom prst="rect">
            <a:avLst/>
          </a:prstGeom>
        </p:spPr>
      </p:pic>
      <p:pic>
        <p:nvPicPr>
          <p:cNvPr id="19" name="Picture 18" descr="a2ae239b608329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464" y="4724445"/>
            <a:ext cx="870108" cy="3093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4572" y="4661580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330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52078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2195" y="3384026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12389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189545" cy="4971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5453" y="1912389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39859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753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0473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2966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95903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994" y="1993392"/>
            <a:ext cx="1408509" cy="590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7503" y="2059908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327" y="2170874"/>
            <a:ext cx="989980" cy="246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03308" y="2059908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287" y="2173557"/>
            <a:ext cx="869251" cy="2441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23539" y="2059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2506" y="2857944"/>
            <a:ext cx="4856003" cy="590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8509" y="2924460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2394" y="3699636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8860" y="3813286"/>
            <a:ext cx="901446" cy="2387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70306" y="3699636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768" y="3754262"/>
            <a:ext cx="2122154" cy="3621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3923" y="3699636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1347" y="3754262"/>
            <a:ext cx="1397777" cy="2977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472305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28341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99940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36" y="2194560"/>
            <a:ext cx="4128944" cy="4212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280" y="2176565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0392" y="2976959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034" y="3082559"/>
            <a:ext cx="1521190" cy="3112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7224" y="2976959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5079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0377" y="1779936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375" y="173736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16061" y="1779936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0828" y="2531173"/>
            <a:ext cx="1580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841" y="2705671"/>
            <a:ext cx="250126" cy="1684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3967" y="2531173"/>
            <a:ext cx="3836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771" y="2708148"/>
            <a:ext cx="168401" cy="1659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92173" y="2531173"/>
            <a:ext cx="3475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2803" y="3216973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9219" y="3339465"/>
            <a:ext cx="190690" cy="220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59909" y="3216973"/>
            <a:ext cx="7175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0851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9174" y="1642776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590" y="160020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276" y="1642776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ffb5ee49e4e6db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183" y="1765268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0749" y="1642776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fcf34a7dd0413e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339" y="1762791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5866" y="1642776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7936" y="1644015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352" y="1600200"/>
            <a:ext cx="1300162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4514" y="1644015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68a8df29f71021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422" y="1766506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1988" y="1644015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9a281248500791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577" y="1764030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7104" y="1644015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534602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031997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131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030c2bd87e10b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793" y="3356369"/>
            <a:ext cx="865774" cy="2613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5131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24cf65e451cd10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861" y="3905962"/>
            <a:ext cx="1887902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5131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dabb82215e595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2728" y="4408882"/>
            <a:ext cx="2615993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58" y="217170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981" y="2242185"/>
            <a:ext cx="46310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5087" y="217170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604" y="229171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2420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4720" y="208026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743" y="2150745"/>
            <a:ext cx="46558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325" y="208026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843" y="220027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3658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28461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31381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8002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664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7686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123" y="3424664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048" y="3599162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3175" y="3424664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2638" y="3601638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1040" y="342466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60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5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5902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0162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2600" y="3425902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5525" y="3600400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5651" y="3425902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5114" y="3602876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516" y="342590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808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6055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976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69323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90272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1009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c7c93517f0e2c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671" y="3912961"/>
            <a:ext cx="893778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1009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34fe4cc863321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739" y="4462553"/>
            <a:ext cx="1934575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01009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c2fcdbdf825fb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606" y="4965473"/>
            <a:ext cx="1904238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8187" y="2237136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11" y="2194560"/>
            <a:ext cx="804862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9073" y="2237136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591" y="2359628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0231" y="2237136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8589" y="2362104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0190" y="223713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123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691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6949" y="214693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973" y="2103120"/>
            <a:ext cx="807339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0312" y="214693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29" y="2269426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1470" y="2146935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827" y="2271903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1429" y="214693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2226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615449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10979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5350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8974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8267fb8fcdfcb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198" y="3910627"/>
            <a:ext cx="392049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0247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7b1b2eac3aeeeb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4730" y="3912961"/>
            <a:ext cx="1187815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974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ce65cf9872ebd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502" y="4415881"/>
            <a:ext cx="2557653" cy="2613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4344" y="217170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332" y="2207514"/>
            <a:ext cx="864298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9631" y="217170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6820" y="208026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809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7154" y="208026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436951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09474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4744" y="223837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767" y="2194560"/>
            <a:ext cx="839533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301" y="223837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818" y="2363343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9232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6164" y="2350960"/>
            <a:ext cx="651319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7483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4415" y="2363343"/>
            <a:ext cx="609219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3634" y="223837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3506" y="2148173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29" y="2103120"/>
            <a:ext cx="837057" cy="5473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6586" y="2148173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104" y="2273141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517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449" y="2260758"/>
            <a:ext cx="653796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6245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177" y="2273141"/>
            <a:ext cx="61169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4872" y="2148173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318" y="2975038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e81a928ba8ce6d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6461" y="3035141"/>
            <a:ext cx="2872740" cy="309372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7182" y="3631310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db2cb275f08ab7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54624"/>
            <a:ext cx="2919364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ecde91c60d696d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55211"/>
            <a:ext cx="2760678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