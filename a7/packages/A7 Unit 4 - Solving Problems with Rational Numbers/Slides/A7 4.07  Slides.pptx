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read an expression's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expression arrives wrapped in a sentence — and the sentence is not a list of key words.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39725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9161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e7f3f45c7ca263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8376"/>
            <a:ext cx="682752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103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00272"/>
            <a:ext cx="43281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58868" y="361035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8" name="Picture 17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7156" y="3724656"/>
            <a:ext cx="621792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68947" y="36103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252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397252"/>
            <a:ext cx="158800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43779" y="2372868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9161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e7f3f45c7ca263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8376"/>
            <a:ext cx="682752" cy="423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20688" y="2985516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103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00272"/>
            <a:ext cx="432816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58868" y="361035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1" name="Picture 20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7156" y="3724656"/>
            <a:ext cx="621792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68947" y="36103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1" y="361035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cd03183ea8e9c8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104" y="2340864"/>
            <a:ext cx="1493520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76623" y="236829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3" name="Picture 12" descr="f45ae5d7812475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6816" y="2453640"/>
            <a:ext cx="1082040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48856" y="2368296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5" name="Picture 14" descr="e8d56c740c9f4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4" y="2455164"/>
            <a:ext cx="96621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433560" y="236829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7" name="Picture 16" descr="8c021bf12a31ca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860" y="3127248"/>
            <a:ext cx="5163312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3172" y="315468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4975" y="3890772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20" name="Picture 19" descr="54dbe1d08b69c3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0055" y="3979164"/>
            <a:ext cx="1063752" cy="2804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43807" y="3890772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2" name="Picture 21" descr="c0359e68073c5e0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5479" y="3915156"/>
            <a:ext cx="2484120" cy="4084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59600" y="3890772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4" name="Picture 23" descr="8c26aca529f2a8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4904" y="3948684"/>
            <a:ext cx="1691640" cy="3413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7552" y="46634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problems.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51583" y="2318004"/>
            <a:ext cx="8795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2" name="Picture 11" descr="dd671573aa710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239" y="3055620"/>
            <a:ext cx="2225040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08175" y="3689604"/>
            <a:ext cx="94823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4" name="Picture 13" descr="56530a101f600a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427220"/>
            <a:ext cx="2228088" cy="353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51480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5ff1df228809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307" y="2340864"/>
            <a:ext cx="468782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87132" y="236372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2948" y="3095244"/>
            <a:ext cx="5876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468291508904a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332" y="3147060"/>
            <a:ext cx="1661160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3492" y="309524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867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formula with a power in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3808" y="2130552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0" name="Picture 9" descr="cd03183ea8e9c8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336" y="2103120"/>
            <a:ext cx="1493520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72856" y="213055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3619" y="2912364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3" name="Picture 12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107" y="3049524"/>
            <a:ext cx="28346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5571" y="2912364"/>
            <a:ext cx="4331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5" name="Picture 14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620" y="3046476"/>
            <a:ext cx="167640" cy="1889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7260" y="2912364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metres per second.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3772" y="364388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8" name="Picture 17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5444" y="3738371"/>
            <a:ext cx="295656" cy="2682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51100" y="3643884"/>
            <a:ext cx="862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5811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a33bd67212b68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65120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1120" y="1947672"/>
            <a:ext cx="6233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substitute, each value in parentheses</a:t>
            </a:r>
          </a:p>
        </p:txBody>
      </p:sp>
      <p:pic>
        <p:nvPicPr>
          <p:cNvPr id="11" name="Picture 10" descr="6c7812b18e1d1e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06624"/>
            <a:ext cx="2557272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43272" y="27340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power first — it belongs to the 15 alone</a:t>
            </a:r>
          </a:p>
        </p:txBody>
      </p:sp>
      <p:pic>
        <p:nvPicPr>
          <p:cNvPr id="13" name="Picture 12" descr="9f573810e17336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93008"/>
            <a:ext cx="3517392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03392" y="3441192"/>
            <a:ext cx="5580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then the 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2783" y="228752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e2b8bd68bb7d8e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455" y="2194560"/>
            <a:ext cx="1865376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89831" y="2287524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7" y="2336291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99504" y="2287524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400" y="2337816"/>
            <a:ext cx="1203960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65359" y="2287524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2783" y="228752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e2b8bd68bb7d8e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455" y="2194560"/>
            <a:ext cx="1865376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89831" y="2287524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7" y="2336291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99504" y="2287524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400" y="2337816"/>
            <a:ext cx="1203960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65359" y="2287524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577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425 times 144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cost with a rate and a flat fee.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4221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068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3dfe6ba35063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478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10784" y="1895856"/>
            <a:ext cx="58734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area times the per-square-foot prices, then the flat fee</a:t>
            </a:r>
          </a:p>
        </p:txBody>
      </p:sp>
      <p:pic>
        <p:nvPicPr>
          <p:cNvPr id="11" name="Picture 10" descr="aa3ff0a219b6d0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24871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3168" y="25511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area and the rate, each finished</a:t>
            </a:r>
          </a:p>
        </p:txBody>
      </p:sp>
      <p:pic>
        <p:nvPicPr>
          <p:cNvPr id="13" name="Picture 12" descr="0e5661e89197c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742944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8944" y="3150108"/>
            <a:ext cx="53553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multiply, then 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1185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36(4.25) then add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792" y="21717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984" y="2229612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3336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120" y="226009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3872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792" y="20802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984" y="2138171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333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120" y="216865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3872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503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cyclist of mass  </a:t>
            </a:r>
          </a:p>
        </p:txBody>
      </p:sp>
      <p:pic>
        <p:nvPicPr>
          <p:cNvPr id="10" name="Picture 9" descr="cf577f11d8a35f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032" y="2260092"/>
            <a:ext cx="10820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7072" y="217170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rides at  </a:t>
            </a:r>
          </a:p>
        </p:txBody>
      </p:sp>
      <p:pic>
        <p:nvPicPr>
          <p:cNvPr id="12" name="Picture 11" descr="e9f90958d544e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5784" y="2258568"/>
            <a:ext cx="752856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8640" y="217170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2843" y="3482671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her kinetic energy,  </a:t>
            </a:r>
          </a:p>
        </p:txBody>
      </p:sp>
      <p:pic>
        <p:nvPicPr>
          <p:cNvPr id="16" name="Picture 15" descr="cd03183ea8e9c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300" y="3455239"/>
            <a:ext cx="1493520" cy="5120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3820" y="348267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787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63415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503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cyclist of mass  </a:t>
            </a:r>
          </a:p>
        </p:txBody>
      </p:sp>
      <p:pic>
        <p:nvPicPr>
          <p:cNvPr id="10" name="Picture 9" descr="cf577f11d8a35f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032" y="2168652"/>
            <a:ext cx="10820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7072" y="2080260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rides at  </a:t>
            </a:r>
          </a:p>
        </p:txBody>
      </p:sp>
      <p:pic>
        <p:nvPicPr>
          <p:cNvPr id="12" name="Picture 11" descr="e9f90958d544e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5784" y="2167127"/>
            <a:ext cx="752856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8640" y="208026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2843" y="3391231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her kinetic energy,  </a:t>
            </a:r>
          </a:p>
        </p:txBody>
      </p:sp>
      <p:pic>
        <p:nvPicPr>
          <p:cNvPr id="16" name="Picture 15" descr="cd03183ea8e9c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300" y="3363799"/>
            <a:ext cx="1493520" cy="5120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3820" y="339123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959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35 times 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274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happens six times?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15 + 4(6)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price depends on the area?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1980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64(3.50) + 60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3375" y="2221991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9d164b63d834f8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567" y="2194560"/>
            <a:ext cx="829056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92623" y="2221991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408" y="2310383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1448" y="2221991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2310383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543288" y="222199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809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3890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3375" y="213055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9d164b63d834f8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567" y="2103120"/>
            <a:ext cx="829056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92623" y="21305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408" y="2218944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1448" y="2130552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2218944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543288" y="213055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89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5582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55582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24162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4162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474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2635" y="2217420"/>
            <a:ext cx="6048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724" y="219456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95284" y="221742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Round once, at the end.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2635" y="2125979"/>
            <a:ext cx="6048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724" y="210312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95284" y="2125979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009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 × 14.1421…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1964" y="221437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ed90138cce431c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2156" y="2194560"/>
            <a:ext cx="697992" cy="4968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0148" y="221437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932" y="2307336"/>
            <a:ext cx="77419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61124" y="2214372"/>
            <a:ext cx="725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9388" y="2301240"/>
            <a:ext cx="78333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32724" y="2214372"/>
            <a:ext cx="725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0988" y="2301240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64700" y="221437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1964" y="2122931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ed90138cce431c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2156" y="2103120"/>
            <a:ext cx="697992" cy="4968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0148" y="2122931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932" y="2215896"/>
            <a:ext cx="77419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61124" y="2122931"/>
            <a:ext cx="725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9388" y="2209800"/>
            <a:ext cx="78333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32724" y="2122931"/>
            <a:ext cx="725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0988" y="2209800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64700" y="212293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91998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45 over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The same three numbers, the same words.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39 and 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