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learned to write numbers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add and subtract them — the powers must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8" name="Picture 17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7504" y="176022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2" name="Picture 11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461260"/>
            <a:ext cx="8900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480" y="237286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4" name="Picture 13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458212"/>
            <a:ext cx="905256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92692" y="23728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027" y="237286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8" name="Picture 17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59816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1" name="Picture 20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706368"/>
            <a:ext cx="1298448" cy="24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83373" y="359816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20" y="2340864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375660"/>
            <a:ext cx="4538472" cy="335280"/>
          </a:xfrm>
          <a:prstGeom prst="rect">
            <a:avLst/>
          </a:prstGeom>
        </p:spPr>
      </p:pic>
      <p:pic>
        <p:nvPicPr>
          <p:cNvPr id="13" name="Picture 12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4050791"/>
            <a:ext cx="820216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73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2340864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3028188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5079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340864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3026664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712464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6896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742944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622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6692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power, and the answer is not finished.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50352" y="1892808"/>
            <a:ext cx="3233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add the coefficients</a:t>
            </a:r>
          </a:p>
        </p:txBody>
      </p:sp>
      <p:pic>
        <p:nvPicPr>
          <p:cNvPr id="11" name="Picture 10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8360" y="2543556"/>
            <a:ext cx="5455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14.5 is not less than 10: point one place left, exponent up one</a:t>
            </a:r>
          </a:p>
        </p:txBody>
      </p:sp>
      <p:pic>
        <p:nvPicPr>
          <p:cNvPr id="13" name="Picture 12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4152" y="31607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Different powers, and a subtraction.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9864" y="1868424"/>
            <a:ext cx="56144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rewrite over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pic>
        <p:nvPicPr>
          <p:cNvPr id="11" name="Picture 10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7616" y="2525268"/>
            <a:ext cx="30266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subtract the coefficients</a:t>
            </a:r>
          </a:p>
        </p:txBody>
      </p:sp>
      <p:pic>
        <p:nvPicPr>
          <p:cNvPr id="13" name="Picture 12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3174492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58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0.09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comes off 5.6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add the coefficients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+ 3.5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 either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one of them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6.4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0.64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the answer over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1.02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10.2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mistakes, then the sum.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mistake in the coefficients, one in the exponents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