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add and subtract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learned to write numbers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two of them together — and the powers of ten have to match first.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1" name="Picture 10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3" name="Picture 12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18" name="Picture 17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7504" y="1760220"/>
            <a:ext cx="1546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2" name="Picture 11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4" name="Picture 13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8027" y="2372868"/>
            <a:ext cx="100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8" name="Picture 17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21" name="Picture 20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3373" y="3598164"/>
            <a:ext cx="82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of ten is a place value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74520" y="2340864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f39e13154060a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3375660"/>
            <a:ext cx="4538472" cy="335280"/>
          </a:xfrm>
          <a:prstGeom prst="rect">
            <a:avLst/>
          </a:prstGeom>
        </p:spPr>
      </p:pic>
      <p:pic>
        <p:nvPicPr>
          <p:cNvPr id="13" name="Picture 12" descr="09bdd4fb91237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5" y="4050791"/>
            <a:ext cx="8202168" cy="356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773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1eddec5041a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2340864"/>
            <a:ext cx="5666232" cy="411480"/>
          </a:xfrm>
          <a:prstGeom prst="rect">
            <a:avLst/>
          </a:prstGeom>
        </p:spPr>
      </p:pic>
      <p:pic>
        <p:nvPicPr>
          <p:cNvPr id="11" name="Picture 10" descr="84f16e9d72a5c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48" y="3028188"/>
            <a:ext cx="7583424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079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fa01ffb8792c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340864"/>
            <a:ext cx="3819144" cy="411480"/>
          </a:xfrm>
          <a:prstGeom prst="rect">
            <a:avLst/>
          </a:prstGeom>
        </p:spPr>
      </p:pic>
      <p:pic>
        <p:nvPicPr>
          <p:cNvPr id="11" name="Picture 10" descr="cfbb3562680e8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68" y="3026664"/>
            <a:ext cx="6806184" cy="411480"/>
          </a:xfrm>
          <a:prstGeom prst="rect">
            <a:avLst/>
          </a:prstGeom>
        </p:spPr>
      </p:pic>
      <p:pic>
        <p:nvPicPr>
          <p:cNvPr id="12" name="Picture 11" descr="783fbc1bfea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359" y="3712464"/>
            <a:ext cx="606552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879" y="36896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4" name="Picture 13" descr="23b08f458fe34a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792" y="3742944"/>
            <a:ext cx="142036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66928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power, and the answer is not finished.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b322f8f789aa0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6168"/>
            <a:ext cx="3816095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78e26f3a087b3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864352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0352" y="1892808"/>
            <a:ext cx="3233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add the coefficients</a:t>
            </a:r>
          </a:p>
        </p:txBody>
      </p:sp>
      <p:pic>
        <p:nvPicPr>
          <p:cNvPr id="11" name="Picture 10" descr="1cb28e2e28999f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6896"/>
            <a:ext cx="364236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8360" y="2543556"/>
            <a:ext cx="54559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14.5 is not less than 10: point one place left, exponent up one</a:t>
            </a:r>
          </a:p>
        </p:txBody>
      </p:sp>
      <p:pic>
        <p:nvPicPr>
          <p:cNvPr id="13" name="Picture 12" descr="ce53c7f1db8afd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1735"/>
            <a:ext cx="197815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4152" y="31607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ae36fee79b20f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ab37c3d4cb37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Different powers, and a subtraction.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549981a84cc8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312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0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0ba903ac78fff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838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864" y="1868424"/>
            <a:ext cx="56144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rewrite over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pic>
        <p:nvPicPr>
          <p:cNvPr id="11" name="Picture 10" descr="aed5738787927d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607161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7616" y="2525268"/>
            <a:ext cx="30266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subtract the coefficients</a:t>
            </a:r>
          </a:p>
        </p:txBody>
      </p:sp>
      <p:pic>
        <p:nvPicPr>
          <p:cNvPr id="13" name="Picture 12" descr="7c3a73d2cb750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5349240" cy="338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3174492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6.85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4f0a8415ed569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6ee0cf26c6675a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0.09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comes off 5.6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5.51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3cd7ad48ef74b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e4a44f0bcfa9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add the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3a4ce939f4597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7003"/>
            <a:ext cx="1161288" cy="286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4993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cf4775b41686db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49652"/>
            <a:ext cx="1152144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1881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2626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6c4bcb516da5e5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705" y="1938527"/>
            <a:ext cx="1164336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8041" y="1851660"/>
            <a:ext cx="28979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9524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959b0ab7310b4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737" y="2551176"/>
            <a:ext cx="1155192" cy="283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4929" y="2464308"/>
            <a:ext cx="6354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+ 3.5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1e04974dac9e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39" y="2194560"/>
            <a:ext cx="359664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d662bd9034d4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916" y="2103120"/>
            <a:ext cx="359968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40f3053f599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450f0cef92f51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 either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d60eac1f99916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3.413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420607bc24c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3.413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600c7d1ad07bb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1c6b03d538cb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1.23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996c8675edf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194560"/>
            <a:ext cx="420624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one of them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150b4a7c88f61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104643"/>
            <a:ext cx="42092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6.4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0.64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7.16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bd13eb8faf9a4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07" y="2194560"/>
            <a:ext cx="5556504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860547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97707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860547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the answer over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98fdf47dd4ead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03120"/>
            <a:ext cx="55595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766060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03220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7660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1.02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10.2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5.7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846" y="2173224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82e722a216f1a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49" y="2194560"/>
            <a:ext cx="5657088" cy="414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7237" y="217322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Two mistakes, then the sum.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322" y="2080260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6a5bd63b1555e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25" y="2103120"/>
            <a:ext cx="566013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876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mistake in the coefficients, one in the exponents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