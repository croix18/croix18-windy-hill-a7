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powers of ten had to match before you could add.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do not have to match at all — and they can be as far apart as they like.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6" name="Picture 15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06421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00884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11d175e68347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46939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0197" y="2372868"/>
            <a:ext cx="6525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4154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265932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4379" y="324154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30396"/>
            <a:ext cx="3474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9" name="Picture 18" descr="57c14efe461957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75" y="3877056"/>
            <a:ext cx="417576" cy="563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7791" y="3854196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Multiplying: regroup, then use the laws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3d98347d24a5e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683" y="2340864"/>
            <a:ext cx="7312152" cy="411480"/>
          </a:xfrm>
          <a:prstGeom prst="rect">
            <a:avLst/>
          </a:prstGeom>
        </p:spPr>
      </p:pic>
      <p:pic>
        <p:nvPicPr>
          <p:cNvPr id="12" name="Picture 11" descr="cac393ebd07bc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41" y="3058668"/>
            <a:ext cx="111556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7509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 </a:t>
            </a:r>
          </a:p>
        </p:txBody>
      </p:sp>
      <p:pic>
        <p:nvPicPr>
          <p:cNvPr id="14" name="Picture 13" descr="d56fc73065e54a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706" y="3057144"/>
            <a:ext cx="126187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a3a168722c51c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616" y="2340864"/>
            <a:ext cx="5352288" cy="819912"/>
          </a:xfrm>
          <a:prstGeom prst="rect">
            <a:avLst/>
          </a:prstGeom>
        </p:spPr>
      </p:pic>
      <p:pic>
        <p:nvPicPr>
          <p:cNvPr id="11" name="Picture 10" descr="a2db9260e26591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40" y="3435095"/>
            <a:ext cx="542544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5963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c79c2afc3e471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88" y="2340864"/>
            <a:ext cx="6409944" cy="411480"/>
          </a:xfrm>
          <a:prstGeom prst="rect">
            <a:avLst/>
          </a:prstGeom>
        </p:spPr>
      </p:pic>
      <p:pic>
        <p:nvPicPr>
          <p:cNvPr id="11" name="Picture 10" descr="6e3a2fa74bbe54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44" y="3026664"/>
            <a:ext cx="6123432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Multiplying, and the answer needs finishing.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7b4ae14dd86922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03120"/>
            <a:ext cx="331012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55f5ba7a254ef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6960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5608" y="1895856"/>
            <a:ext cx="232867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</a:t>
            </a:r>
          </a:p>
        </p:txBody>
      </p:sp>
      <p:pic>
        <p:nvPicPr>
          <p:cNvPr id="11" name="Picture 10" descr="6f84424baa83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5201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8016" y="25511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coefficients, add the exponents</a:t>
            </a:r>
          </a:p>
        </p:txBody>
      </p:sp>
      <p:pic>
        <p:nvPicPr>
          <p:cNvPr id="13" name="Picture 12" descr="faf479a8541eeb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3166872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2872" y="3179064"/>
            <a:ext cx="593140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27 is not less than 10: point one place left, exponent up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45d13953f7af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91" y="2194560"/>
            <a:ext cx="413613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2a20b923801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68" y="2194560"/>
            <a:ext cx="4139183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Multiplication and division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d048c7fc436d6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96" y="2103120"/>
            <a:ext cx="3157728" cy="886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30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6b3f0849106cd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6156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7560" y="1897380"/>
            <a:ext cx="4236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top, regrouped</a:t>
            </a:r>
          </a:p>
        </p:txBody>
      </p:sp>
      <p:pic>
        <p:nvPicPr>
          <p:cNvPr id="11" name="Picture 10" descr="1c6ad9425b8dfd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3139440" cy="8260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5440" y="2790444"/>
            <a:ext cx="59588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the coefficients, subtract the exponents</a:t>
            </a:r>
          </a:p>
        </p:txBody>
      </p:sp>
      <p:pic>
        <p:nvPicPr>
          <p:cNvPr id="13" name="Picture 12" descr="6aefb1689d23fb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06368"/>
            <a:ext cx="3133344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19344" y="3654552"/>
            <a:ext cx="59649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d9eedbeb2084b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284" y="2194560"/>
            <a:ext cx="3806952" cy="1109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914658bc6d4d6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2194560"/>
            <a:ext cx="3803904" cy="1109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240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a47a82f506d1e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Multiply the fronts, add the backs.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31fb752d70c62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813d8c5430374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2208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4215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39bd69d20e0cf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824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00df9fb5b7ec9f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07" y="1938527"/>
            <a:ext cx="90525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263" y="1851660"/>
            <a:ext cx="27288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1927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a80742e4b94b4b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22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79714" y="2464308"/>
            <a:ext cx="5488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f43a30d4653d0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146304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f69d270b84b83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2103120"/>
            <a:ext cx="1459992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9.6 ÷ 1.2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854a4a598c652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028" y="2194560"/>
            <a:ext cx="1807464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8bc77f296de0c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552" y="2103120"/>
            <a:ext cx="18044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c0f8266fbc796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64c6147c2ce0e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125fe26b9d13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ffd33f95921b2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08" y="2103120"/>
            <a:ext cx="281330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525d712acf4b1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3" y="2194560"/>
            <a:ext cx="1353312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bottom, and the bottom is negative.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dd4e224a7fe9f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8 − (−4)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f1acb8271e6df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1" y="2194560"/>
            <a:ext cx="3328416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265931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403091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265931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coefficients alone.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9829e386e3352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028" y="2103120"/>
            <a:ext cx="333146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3171444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3308604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3171444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2582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8.4 ÷ n =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8140" y="2378964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497afcee60275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51" y="2194560"/>
            <a:ext cx="1463040" cy="826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8791" y="2378964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a61c108a2c4f32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011" y="2430780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4964" y="3272028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5029bb2e4362f2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971" y="3325367"/>
            <a:ext cx="124358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980687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905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368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Each one got exactly one half right.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9664" y="2284475"/>
            <a:ext cx="954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11453e40830bd3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75" y="2103120"/>
            <a:ext cx="1459992" cy="819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7267" y="2284475"/>
            <a:ext cx="29213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9220e587e3708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487" y="2336291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3440" y="3174491"/>
            <a:ext cx="2985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6afd167257bcd6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47" y="3227831"/>
            <a:ext cx="1246632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83151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5008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wrong in front, one wrong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1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numbers written in scientific notation — YZU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