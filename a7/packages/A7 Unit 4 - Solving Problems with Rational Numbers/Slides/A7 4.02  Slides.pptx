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do not have to match at all — and they can be as far apart as they like.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6421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0197" y="237286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32415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7791" y="385419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2340864"/>
            <a:ext cx="7312152" cy="411480"/>
          </a:xfrm>
          <a:prstGeom prst="rect">
            <a:avLst/>
          </a:prstGeom>
        </p:spPr>
      </p:pic>
      <p:pic>
        <p:nvPicPr>
          <p:cNvPr id="12" name="Picture 11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3058668"/>
            <a:ext cx="111556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7509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3057144"/>
            <a:ext cx="126187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2340864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435095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5963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2340864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3026664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5608" y="1895856"/>
            <a:ext cx="23286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11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7380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5440" y="2790444"/>
            <a:ext cx="59588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654552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40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9526" y="2171700"/>
            <a:ext cx="30425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957" y="2225040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90525" y="2171700"/>
            <a:ext cx="2938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5585" y="2857500"/>
            <a:ext cx="2070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596" y="291236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65060" y="2857500"/>
            <a:ext cx="5928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Rate times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9526" y="2080260"/>
            <a:ext cx="30425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112c6d7561d1ce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957" y="2133599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90525" y="2080260"/>
            <a:ext cx="2938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5585" y="2766060"/>
            <a:ext cx="2070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5f24531f1f0318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596" y="282092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65060" y="2766060"/>
            <a:ext cx="5928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258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368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500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81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