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that contains square roots, cube roots and integer exponents.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number was a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radical sign comes back — and its bar is a grouping symbol.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1" name="Picture 10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0958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54259" y="2372868"/>
            <a:ext cx="1302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7710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radical bar is a grouping symbol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6f10aaba5b6e76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40864"/>
            <a:ext cx="5586984" cy="502920"/>
          </a:xfrm>
          <a:prstGeom prst="rect">
            <a:avLst/>
          </a:prstGeom>
        </p:spPr>
      </p:pic>
      <p:pic>
        <p:nvPicPr>
          <p:cNvPr id="12" name="Picture 11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459" y="3118104"/>
            <a:ext cx="3276600" cy="502920"/>
          </a:xfrm>
          <a:prstGeom prst="rect">
            <a:avLst/>
          </a:prstGeom>
        </p:spPr>
      </p:pic>
      <p:pic>
        <p:nvPicPr>
          <p:cNvPr id="13" name="Picture 12" descr="38c1b22d8ba50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715" y="3895344"/>
            <a:ext cx="329488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6603" y="39182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5" name="Picture 14" descr="af23067c54651c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516" y="4002024"/>
            <a:ext cx="780288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736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1ccef74cf5a6c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2" y="2340864"/>
            <a:ext cx="1420368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3500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099a845693bde0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340864"/>
            <a:ext cx="143256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2051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a0a2abe2b8b88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43" y="2340864"/>
            <a:ext cx="1990344" cy="502920"/>
          </a:xfrm>
          <a:prstGeom prst="rect">
            <a:avLst/>
          </a:prstGeom>
        </p:spPr>
      </p:pic>
      <p:pic>
        <p:nvPicPr>
          <p:cNvPr id="15" name="Picture 14" descr="5dc53ddc22961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292" y="3122676"/>
            <a:ext cx="1289304" cy="813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6596" y="330098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7" name="Picture 16" descr="0b3fc4acebe111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87" y="3118104"/>
            <a:ext cx="169164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2793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44afa7466e491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04" y="2340864"/>
            <a:ext cx="2374392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3696" y="2482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32485dda09a64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87" y="2459736"/>
            <a:ext cx="3462528" cy="502920"/>
          </a:xfrm>
          <a:prstGeom prst="rect">
            <a:avLst/>
          </a:prstGeom>
        </p:spPr>
      </p:pic>
      <p:pic>
        <p:nvPicPr>
          <p:cNvPr id="13" name="Picture 12" descr="1c083a55a6db1a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3355848"/>
            <a:ext cx="4700016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799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bb1c8a15b2d7b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103120"/>
            <a:ext cx="29352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8f9d60545f0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8554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1544" y="2029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square the whole base, sign included</a:t>
            </a:r>
          </a:p>
        </p:txBody>
      </p:sp>
      <p:pic>
        <p:nvPicPr>
          <p:cNvPr id="11" name="Picture 10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27660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62600" y="2894075"/>
            <a:ext cx="58216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under the bar, then take the root</a:t>
            </a:r>
          </a:p>
        </p:txBody>
      </p:sp>
      <p:pic>
        <p:nvPicPr>
          <p:cNvPr id="13" name="Picture 12" descr="bdab02e30458e0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48455"/>
            <a:ext cx="1655064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1064" y="3759707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853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51716e95210e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728" y="2194560"/>
            <a:ext cx="3560064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80aa59125558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75" y="2194560"/>
            <a:ext cx="3553968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4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1/9 minus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−17/9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radical inside a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7530fef4a5f2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03120"/>
            <a:ext cx="3532632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394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922b0a873b8b5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459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1992" y="1943100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two innermost pieces</a:t>
            </a:r>
          </a:p>
        </p:txBody>
      </p:sp>
      <p:pic>
        <p:nvPicPr>
          <p:cNvPr id="11" name="Picture 10" descr="eb44f304539690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97480"/>
            <a:ext cx="3849624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35624" y="2720340"/>
            <a:ext cx="52486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root, then the product</a:t>
            </a:r>
          </a:p>
        </p:txBody>
      </p:sp>
      <p:pic>
        <p:nvPicPr>
          <p:cNvPr id="13" name="Picture 12" descr="1e8b8e5b31eeb1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74720"/>
            <a:ext cx="19903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6344" y="33863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8a08d8a76531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88" y="2194560"/>
            <a:ext cx="450494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03f17111b774a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94560"/>
            <a:ext cx="4507992" cy="661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6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−2 plus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bba822fb928b2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79" y="2194560"/>
            <a:ext cx="105156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times itself?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a01c60804f5366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1" y="2103120"/>
            <a:ext cx="104241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 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√169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 feet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a4ee34a66ada29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94560"/>
            <a:ext cx="13258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number, three times?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ce12ee5f035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03120"/>
            <a:ext cx="131978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(−5)(−5)(−5)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127ed15696c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563" y="2194560"/>
            <a:ext cx="16123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under the bar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42a74bac5138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12" y="2103120"/>
            <a:ext cx="160629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+ 17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abe49e5e12103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c30f316583cb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32" y="2103120"/>
            <a:ext cx="1438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6e1bf63989c69b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28" y="2194560"/>
            <a:ext cx="112166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e2d33019ea26f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52" y="2103120"/>
            <a:ext cx="11186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−4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a9ee2603fdcbc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019" y="2194560"/>
            <a:ext cx="1935480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and bottom each get the root.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641b2a864f99c5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103120"/>
            <a:ext cx="1929384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30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1/3 and 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2/3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2ee0db6a490ed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9456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each piece, then multiply.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a56781a24b5677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0312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times one hundred twenty-fifth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364" y="2217420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81cf988981787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75" y="2194560"/>
            <a:ext cx="1121664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5339" y="2217420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66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root is he thinking of?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3888" y="2125979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1d8dbae407898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199" y="2103120"/>
            <a:ext cx="1118616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815" y="2125979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7583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cube root is not a square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7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