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that contains square roots, cube roots and integer exponents.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number was a measurement.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radical sign comes back — and its bar is a grouping symbol.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6530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2432304"/>
            <a:ext cx="244144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8551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3009900"/>
            <a:ext cx="85344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98164"/>
            <a:ext cx="2640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5" name="Picture 14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7944" y="3710940"/>
            <a:ext cx="1155192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6530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39020" y="1760220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2432304"/>
            <a:ext cx="244144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97220" y="2372868"/>
            <a:ext cx="156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3009900"/>
            <a:ext cx="853440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1376" y="2985516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98164"/>
            <a:ext cx="2640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8" name="Picture 17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7944" y="3710940"/>
            <a:ext cx="1155192" cy="2316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81776" y="3598164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all three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radical bar is a grouping symbol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2de9e5184c98bc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5744" y="2340864"/>
            <a:ext cx="5590032" cy="502920"/>
          </a:xfrm>
          <a:prstGeom prst="rect">
            <a:avLst/>
          </a:prstGeom>
        </p:spPr>
      </p:pic>
      <p:pic>
        <p:nvPicPr>
          <p:cNvPr id="12" name="Picture 11" descr="e40c05bb1358ce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459" y="3118104"/>
            <a:ext cx="3276600" cy="502920"/>
          </a:xfrm>
          <a:prstGeom prst="rect">
            <a:avLst/>
          </a:prstGeom>
        </p:spPr>
      </p:pic>
      <p:pic>
        <p:nvPicPr>
          <p:cNvPr id="13" name="Picture 12" descr="5018f30a2d72b9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0520" y="3895344"/>
            <a:ext cx="3297936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88455" y="3918204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5" name="Picture 14" descr="9a504c67d34b82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3759" y="4000500"/>
            <a:ext cx="777240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73659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7593606fb2dc3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979" y="2340864"/>
            <a:ext cx="1420368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92347" y="2363724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ef0fd82066a02c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540" y="2340864"/>
            <a:ext cx="1429512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12052" y="2363724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1905c59e110073e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244" y="2340864"/>
            <a:ext cx="1987296" cy="502920"/>
          </a:xfrm>
          <a:prstGeom prst="rect">
            <a:avLst/>
          </a:prstGeom>
        </p:spPr>
      </p:pic>
      <p:pic>
        <p:nvPicPr>
          <p:cNvPr id="15" name="Picture 14" descr="f9e46f778edd7d7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6547" y="3118104"/>
            <a:ext cx="1167384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43931" y="3211068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7" name="Picture 16" descr="37b1b7896b2c22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4123" y="3118104"/>
            <a:ext cx="1450848" cy="643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40995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a42086a59a917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984" y="2340864"/>
            <a:ext cx="2084831" cy="5577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6816" y="2391156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38738d0c460c39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7008" y="2368296"/>
            <a:ext cx="3462528" cy="502920"/>
          </a:xfrm>
          <a:prstGeom prst="rect">
            <a:avLst/>
          </a:prstGeom>
        </p:spPr>
      </p:pic>
      <p:pic>
        <p:nvPicPr>
          <p:cNvPr id="13" name="Picture 12" descr="a85ecce954e084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0104" y="3172968"/>
            <a:ext cx="4401312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7822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and a radical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3d9e5bffa18e1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3" y="2103120"/>
            <a:ext cx="2816352" cy="5608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668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9e77a7987789f8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11808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7808" y="194919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square the whole base, sign included</a:t>
            </a:r>
          </a:p>
        </p:txBody>
      </p:sp>
      <p:pic>
        <p:nvPicPr>
          <p:cNvPr id="11" name="Picture 10" descr="e40c05bb1358ce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09672"/>
            <a:ext cx="327660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62600" y="2732532"/>
            <a:ext cx="58216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 under the bar, then take the root</a:t>
            </a:r>
          </a:p>
        </p:txBody>
      </p:sp>
      <p:pic>
        <p:nvPicPr>
          <p:cNvPr id="13" name="Picture 12" descr="5e0a5c40fa70e7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86912"/>
            <a:ext cx="1478280" cy="515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64280" y="35158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combine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8dc2de9a2f7be1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403" y="2194560"/>
            <a:ext cx="3410712" cy="7071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8dc2de9a2f7be1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403" y="2194560"/>
            <a:ext cx="3410712" cy="707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217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1/9 minus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−17/9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radical inside a product.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7530fef4a5f2d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03120"/>
            <a:ext cx="3532632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394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71052b92f8ae69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45992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1992" y="1943100"/>
            <a:ext cx="53522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two innermost pieces</a:t>
            </a:r>
          </a:p>
        </p:txBody>
      </p:sp>
      <p:pic>
        <p:nvPicPr>
          <p:cNvPr id="11" name="Picture 10" descr="da0807cbbccc72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97480"/>
            <a:ext cx="3849624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35624" y="2720340"/>
            <a:ext cx="524865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root, then the product</a:t>
            </a:r>
          </a:p>
        </p:txBody>
      </p:sp>
      <p:pic>
        <p:nvPicPr>
          <p:cNvPr id="13" name="Picture 12" descr="adacafcdf286c6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74720"/>
            <a:ext cx="1987296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3296" y="338632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8a08d8a76531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288" y="2194560"/>
            <a:ext cx="4504944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98a08d8a76531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288" y="2194560"/>
            <a:ext cx="4504944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2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−2 plus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bba822fb928b2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9" y="2194560"/>
            <a:ext cx="105156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times itself?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bba822fb928b2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9" y="2103120"/>
            <a:ext cx="105156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11 ·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431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A square's side is the root of its area.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5287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7347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√169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 feet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a4ee34a66ada29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94560"/>
            <a:ext cx="132588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number, three times?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a4ee34a66ada29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(−5)(−5)(−5)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f127ed15696cd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563" y="2194560"/>
            <a:ext cx="1612392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under the bar first.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3f127ed15696cd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563" y="2103120"/>
            <a:ext cx="1612392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+ 17 = 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3abe49e5e12103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abe49e5e12103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03120"/>
            <a:ext cx="144780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6e1bf63989c69b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928" y="2194560"/>
            <a:ext cx="112166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6e1bf63989c69b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928" y="2103120"/>
            <a:ext cx="112166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−4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−4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fcd56d20f3cf9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507" y="2194560"/>
            <a:ext cx="1746504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and bottom each get the root.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fcd56d20f3cf9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507" y="2103120"/>
            <a:ext cx="1746504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6628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1/3 and 1/3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2/3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2ee0db6a490ede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94560"/>
            <a:ext cx="237134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each piece, then multiply.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2ee0db6a490ede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03120"/>
            <a:ext cx="237134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times one hundred twenty-fifth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2696" y="2217420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10" name="Picture 9" descr="81cf988981787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816" y="2194560"/>
            <a:ext cx="1121664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0" y="2217420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466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root is he thinking of?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2696" y="2125979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10" name="Picture 9" descr="81cf988981787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816" y="2103120"/>
            <a:ext cx="1121664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0" y="2125979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07583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cube root is not a square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073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