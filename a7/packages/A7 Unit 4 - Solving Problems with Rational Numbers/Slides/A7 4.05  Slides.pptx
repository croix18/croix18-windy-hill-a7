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number was a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radical sign comes back — and its bar is a grouping symbol.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5" name="Picture 14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0958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432304"/>
            <a:ext cx="244144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54259" y="237286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9816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8" name="Picture 17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710940"/>
            <a:ext cx="1155192" cy="2316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7710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all three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2340864"/>
            <a:ext cx="5586984" cy="502920"/>
          </a:xfrm>
          <a:prstGeom prst="rect">
            <a:avLst/>
          </a:prstGeom>
        </p:spPr>
      </p:pic>
      <p:pic>
        <p:nvPicPr>
          <p:cNvPr id="12" name="Picture 11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3118104"/>
            <a:ext cx="3276600" cy="502920"/>
          </a:xfrm>
          <a:prstGeom prst="rect">
            <a:avLst/>
          </a:prstGeom>
        </p:spPr>
      </p:pic>
      <p:pic>
        <p:nvPicPr>
          <p:cNvPr id="13" name="Picture 12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895344"/>
            <a:ext cx="3294888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6603" y="3918204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5" name="Picture 14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4002024"/>
            <a:ext cx="780288" cy="289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2340864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2340864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3637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2340864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3122676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330098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3118104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2793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2340864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4825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459736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355848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7997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and a radical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1544" y="2029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square the whole base, sign included</a:t>
            </a:r>
          </a:p>
        </p:txBody>
      </p:sp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62600" y="2894075"/>
            <a:ext cx="58216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 under the bar, then take the root</a:t>
            </a:r>
          </a:p>
        </p:txBody>
      </p:sp>
      <p:pic>
        <p:nvPicPr>
          <p:cNvPr id="13" name="Picture 12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41064" y="375970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combine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4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1/9 minus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radical inside a product.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1992" y="1943100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two innermost pieces</a:t>
            </a:r>
          </a:p>
        </p:txBody>
      </p:sp>
      <p:pic>
        <p:nvPicPr>
          <p:cNvPr id="11" name="Picture 10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35624" y="2720340"/>
            <a:ext cx="524865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root, then the product</a:t>
            </a:r>
          </a:p>
        </p:txBody>
      </p:sp>
      <p:pic>
        <p:nvPicPr>
          <p:cNvPr id="13" name="Picture 12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6344" y="3386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subtract 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−2 plus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times itself?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11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 square's side is the root of its area.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√169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number, three times?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(−5)(−5)(−5)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under the bar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+ 17 =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and bottom each get the root.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30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1/3 and 1/3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each piece, then multiply.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260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times one hundred twenty-fifth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root is he thinking of?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10" name="Picture 9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7583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cube root is not a square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7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