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Real-World Problems and Significant Digits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solve a real-world problem with numbers in scientific notation and report the answer with the right number of significant digits.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you multiplied and divided in scientific notation.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 numbers are measurements — and a measurement only knows so much.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2" name="Picture 11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72060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aa1e7ea664b07d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965" y="1821180"/>
            <a:ext cx="2441448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48053" y="1760220"/>
            <a:ext cx="145170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372868"/>
            <a:ext cx="72681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</a:t>
            </a:r>
          </a:p>
        </p:txBody>
      </p:sp>
      <p:pic>
        <p:nvPicPr>
          <p:cNvPr id="13" name="Picture 12" descr="8ddd66cd0c0fdca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4171" y="2433828"/>
            <a:ext cx="3099816" cy="335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12627" y="2372868"/>
            <a:ext cx="163717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5.89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2985516"/>
            <a:ext cx="59977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Write  0.00902  in scientific notation.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3709" y="2985516"/>
            <a:ext cx="174366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9.02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3598164"/>
            <a:ext cx="646162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Round  4.738  to the nearest hundredth.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47623" y="3598164"/>
            <a:ext cx="8296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4.74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the table.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Which digits are significant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285999" y="2340864"/>
          <a:ext cx="7589520" cy="1920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1188720"/>
                <a:gridCol w="4389120"/>
              </a:tblGrid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Measurement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Digits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1A1A1A"/>
                          </a:solidFill>
                          <a:latin typeface="Century Schoolbook"/>
                        </a:rPr>
                        <a:t>Why</a:t>
                      </a:r>
                    </a:p>
                  </a:txBody>
                  <a:tcPr marL="73152" marR="73152" marT="27432" marB="27432" anchor="ctr">
                    <a:solidFill>
                      <a:srgbClr val="D9D9D9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4,207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the middle zero counts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0.0058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leading zeros never count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3.200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trailing zeros count after a decimal 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52,000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1A1A1A"/>
                          </a:solidFill>
                          <a:latin typeface="Century Schoolbook"/>
                        </a:rPr>
                        <a:t>no decimal point, so they do 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 cap="flat" cmpd="sng" algn="ctr">
                      <a:solidFill>
                        <a:srgbClr val="1A1A1A"/>
                      </a:solidFill>
                      <a:prstDash val="solid"/>
                    </a:lnL>
                    <a:lnR w="9525" cap="flat" cmpd="sng" algn="ctr">
                      <a:solidFill>
                        <a:srgbClr val="1A1A1A"/>
                      </a:solidFill>
                      <a:prstDash val="solid"/>
                    </a:lnR>
                    <a:lnT w="9525" cap="flat" cmpd="sng" algn="ctr">
                      <a:solidFill>
                        <a:srgbClr val="1A1A1A"/>
                      </a:solidFill>
                      <a:prstDash val="solid"/>
                    </a:lnT>
                    <a:lnB w="9525" cap="flat" cmpd="sng" algn="ctr">
                      <a:solidFill>
                        <a:srgbClr val="1A1A1A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Multiplying or dividing: count the digits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3a738e44a54142c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3428" y="2340864"/>
            <a:ext cx="6074664" cy="4114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05746" y="3003804"/>
            <a:ext cx="830644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2 significant digits and 3, so the answer keeps 2:   </a:t>
            </a:r>
          </a:p>
        </p:txBody>
      </p:sp>
      <p:pic>
        <p:nvPicPr>
          <p:cNvPr id="12" name="Picture 11" descr="46d10cc3baed6a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5029" y="3055620"/>
            <a:ext cx="1380744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52" y="3776472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or divide: the answer takes the smaller of the two significant-digit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all three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Adding or subtracting: a different rule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19428082cb99cf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643" y="2377440"/>
            <a:ext cx="338023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94714" y="3003804"/>
            <a:ext cx="870925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1,234 stops at the ones place;  5.6 stops at the tenths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1688" y="3689604"/>
            <a:ext cx="60785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stops at the ones place:   </a:t>
            </a:r>
          </a:p>
        </p:txBody>
      </p:sp>
      <p:pic>
        <p:nvPicPr>
          <p:cNvPr id="14" name="Picture 13" descr="4090bfd67d1032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3063" y="3718560"/>
            <a:ext cx="3096768" cy="3992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4462272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Add or subtract: the answer stops at the leftmost of the two last-digit places.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product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68" y="2080260"/>
            <a:ext cx="417523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solar array measures  </a:t>
            </a:r>
          </a:p>
        </p:txBody>
      </p:sp>
      <p:pic>
        <p:nvPicPr>
          <p:cNvPr id="10" name="Picture 9" descr="7ad9bfb61548f81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447" y="2135124"/>
            <a:ext cx="159410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41551" y="208026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82188a05fd74b54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2133599"/>
            <a:ext cx="1389888" cy="35052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875996" y="208026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346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5661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Give the answer to the correct number of significant digits.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8831760cab574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15112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437120" y="1895856"/>
            <a:ext cx="394716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in full</a:t>
            </a:r>
          </a:p>
        </p:txBody>
      </p:sp>
      <p:pic>
        <p:nvPicPr>
          <p:cNvPr id="11" name="Picture 10" descr="30f7ea4290ce65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2992"/>
            <a:ext cx="5010912" cy="3657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96912" y="2557272"/>
            <a:ext cx="4087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answer keeps 2</a:t>
            </a:r>
          </a:p>
        </p:txBody>
      </p:sp>
      <p:pic>
        <p:nvPicPr>
          <p:cNvPr id="13" name="Picture 12" descr="ae705d3f714a20a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43072"/>
            <a:ext cx="45171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03136" y="3215640"/>
            <a:ext cx="4581143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once, at the 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8695" y="2186940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d18dbc9ddd0d98f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2969" y="2194560"/>
            <a:ext cx="1786128" cy="441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79097" y="2186940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e2afadd128af9cb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3653" y="2194560"/>
            <a:ext cx="2033015" cy="441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6669" y="2186940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65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27171" y="2185415"/>
            <a:ext cx="310143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field measures  </a:t>
            </a:r>
          </a:p>
        </p:txBody>
      </p:sp>
      <p:pic>
        <p:nvPicPr>
          <p:cNvPr id="10" name="Picture 9" descr="2ea2d2cafb18840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445" y="2194560"/>
            <a:ext cx="1789176" cy="4389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80621" y="2185415"/>
            <a:ext cx="13817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798bb70a13d738f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177" y="2194560"/>
            <a:ext cx="2033015" cy="4389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58193" y="2185415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953512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What is its area?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9261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108,100, kept to two significant digits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 difference of two measurements.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3513" y="2080260"/>
            <a:ext cx="324562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container holds  </a:t>
            </a:r>
          </a:p>
        </p:txBody>
      </p:sp>
      <p:pic>
        <p:nvPicPr>
          <p:cNvPr id="10" name="Picture 9" descr="2cd8b9426e72708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1977" y="2133599"/>
            <a:ext cx="1804416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86393" y="2080260"/>
            <a:ext cx="343877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of liquid.</a:t>
            </a:r>
          </a:p>
        </p:txBody>
      </p:sp>
      <p:pic>
        <p:nvPicPr>
          <p:cNvPr id="12" name="Picture 11" descr="96c6bbe36750af3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029" y="2863596"/>
            <a:ext cx="2008632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25661" y="2811780"/>
            <a:ext cx="385598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cubic feet evaporates.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4904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How much is left? Give the answer with the correct precision.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99fbcd94df55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5946648" cy="289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32648" y="1836420"/>
            <a:ext cx="3151631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subtract in full</a:t>
            </a:r>
          </a:p>
        </p:txBody>
      </p:sp>
      <p:pic>
        <p:nvPicPr>
          <p:cNvPr id="11" name="Picture 10" descr="22b44a67be12e9b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484120"/>
            <a:ext cx="3867912" cy="4297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53912" y="2470404"/>
            <a:ext cx="523036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leftmost last-digit place</a:t>
            </a:r>
          </a:p>
        </p:txBody>
      </p:sp>
      <p:pic>
        <p:nvPicPr>
          <p:cNvPr id="13" name="Picture 12" descr="4629515b15c2b4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188207"/>
            <a:ext cx="595579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1792" y="3134868"/>
            <a:ext cx="3142487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round there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cubic feet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6fe96bec245088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2844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e7c28ca8c59a9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419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2844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12463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88002" y="2183892"/>
            <a:ext cx="185046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road is  </a:t>
            </a:r>
          </a:p>
        </p:txBody>
      </p:sp>
      <p:pic>
        <p:nvPicPr>
          <p:cNvPr id="10" name="Picture 9" descr="8579fbd842756a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1310" y="2194560"/>
            <a:ext cx="2011680" cy="4358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12990" y="2183892"/>
            <a:ext cx="15976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93365" y="2941320"/>
            <a:ext cx="188264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section  </a:t>
            </a:r>
          </a:p>
        </p:txBody>
      </p:sp>
      <p:pic>
        <p:nvPicPr>
          <p:cNvPr id="13" name="Picture 12" descr="522cffef3ffba4d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8855" y="2950464"/>
            <a:ext cx="2033015" cy="4389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71871" y="2941320"/>
            <a:ext cx="3333443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 long is repaved.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70941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1A1A1A"/>
                </a:solidFill>
                <a:latin typeface="Century Schoolbook"/>
              </a:rPr>
              <a:t>How much of the road is not repaved?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48514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3,576, stopped at the tens 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0492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3.58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Leading zeros, then trailing zeros.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0.00470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7237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4, 7 and the last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69f46df5ecb064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dd823fb368db84d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7003"/>
            <a:ext cx="1127760" cy="2865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59677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851660"/>
            <a:ext cx="435240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A pond's surface measures  </a:t>
            </a:r>
          </a:p>
        </p:txBody>
      </p:sp>
      <p:pic>
        <p:nvPicPr>
          <p:cNvPr id="10" name="Picture 9" descr="877de329d13d7e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681" y="1938527"/>
            <a:ext cx="1127760" cy="2834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77441" y="1851660"/>
            <a:ext cx="12916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 by  </a:t>
            </a:r>
          </a:p>
        </p:txBody>
      </p:sp>
      <p:pic>
        <p:nvPicPr>
          <p:cNvPr id="12" name="Picture 11" descr="98384e6b1ba1215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1917" y="1938527"/>
            <a:ext cx="1130808" cy="2834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862725" y="1851660"/>
            <a:ext cx="76698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487168"/>
            <a:ext cx="1005840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0" i="0">
                <a:solidFill>
                  <a:srgbClr val="1A1A1A"/>
                </a:solidFill>
                <a:latin typeface="Century Schoolbook"/>
              </a:rPr>
              <a:t>The pond is 3 meters deep.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26266"/>
            <a:ext cx="10058400" cy="8587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Find the surface area. Round to the correct number of significant digits.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8617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11,900, kept to two digits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17695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4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square meters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9290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f1f759a641dda94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74472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9290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40156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count wins?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Two measurements are multiplied. One has 3 significant digits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1793" y="2601468"/>
            <a:ext cx="69977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the other has 5. The exact product is  </a:t>
            </a:r>
          </a:p>
        </p:txBody>
      </p:sp>
      <p:pic>
        <p:nvPicPr>
          <p:cNvPr id="11" name="Picture 10" descr="b1203184ca7f2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370" y="2653284"/>
            <a:ext cx="2026920" cy="3535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439290" y="2601468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10128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should the answer be written?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93072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the smaller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7.41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3f644ac48482c8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02" y="2194560"/>
            <a:ext cx="4020312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09614" y="217170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Where does each one's last digit sit?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da2ed7f30b8d3f5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778" y="2104643"/>
            <a:ext cx="4023360" cy="408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11138" y="2080260"/>
            <a:ext cx="429976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 meters, both measured.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Write the sum with the correct precision.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095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2,500 stops at the hundreds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608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525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significant digits are in  0.03080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7694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3414" y="217170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64bbdc30301628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466" y="2226564"/>
            <a:ext cx="1423416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2882" y="217170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feb742ea3ba69b7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2830" y="222656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6558" y="217170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8803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466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23247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38319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1890" y="2080260"/>
            <a:ext cx="39032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rectangle measures  </a:t>
            </a:r>
          </a:p>
        </p:txBody>
      </p:sp>
      <p:pic>
        <p:nvPicPr>
          <p:cNvPr id="10" name="Picture 9" descr="2040ebaec58d50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942" y="2135124"/>
            <a:ext cx="1426464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744406" y="2080260"/>
            <a:ext cx="153710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 by  </a:t>
            </a:r>
          </a:p>
        </p:txBody>
      </p:sp>
      <p:pic>
        <p:nvPicPr>
          <p:cNvPr id="12" name="Picture 11" descr="7f74096cc598f7b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4354" y="2135124"/>
            <a:ext cx="1633728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9778082" y="2080260"/>
            <a:ext cx="96870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7889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area, to the correct significant digits?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26.1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4552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B.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2.6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4141039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2.61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 cm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14687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B — 2.6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cm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17170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a0c3ce9052e643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22656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17170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88036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Count both measurements.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53822" y="2080260"/>
            <a:ext cx="245630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car travels  </a:t>
            </a:r>
          </a:p>
        </p:txBody>
      </p:sp>
      <p:pic>
        <p:nvPicPr>
          <p:cNvPr id="10" name="Picture 9" descr="cb8dbdba9896e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972" y="2135124"/>
            <a:ext cx="1633728" cy="3474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06700" y="2080260"/>
            <a:ext cx="323815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km in  3.0 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88920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What is its average speed, to the right number of significant digits?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35584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140 exactly, kept to two digits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1.4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2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km/h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7016" y="274657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56b3c95944d229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73" y="2799919"/>
            <a:ext cx="140817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4449" y="274657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05f1b129363955b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9316" y="279991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8348" y="274657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Divide, then count.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A measured length times a measured width gives an area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5492" y="2655139"/>
            <a:ext cx="6964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of  </a:t>
            </a:r>
          </a:p>
        </p:txBody>
      </p:sp>
      <p:pic>
        <p:nvPicPr>
          <p:cNvPr id="11" name="Picture 10" descr="7257295b37188a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4749" y="2708479"/>
            <a:ext cx="1411224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765973" y="2655139"/>
            <a:ext cx="4662027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</a:t>
            </a:r>
            <a:r>
              <a:rPr sz="2600" b="0" i="0" baseline="30000">
                <a:solidFill>
                  <a:srgbClr val="1A1A1A"/>
                </a:solidFill>
                <a:latin typeface="Century Schoolbook"/>
              </a:rPr>
              <a:t>2</a:t>
            </a:r>
            <a:r>
              <a:rPr sz="2600" b="0" i="0">
                <a:solidFill>
                  <a:srgbClr val="1A1A1A"/>
                </a:solidFill>
                <a:latin typeface="Century Schoolbook"/>
              </a:rPr>
              <a:t>. The length measured  </a:t>
            </a:r>
          </a:p>
        </p:txBody>
      </p:sp>
      <p:pic>
        <p:nvPicPr>
          <p:cNvPr id="13" name="Picture 12" descr="94cb33e0822841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0840" y="2708479"/>
            <a:ext cx="1399032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89872" y="2655139"/>
            <a:ext cx="81331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What did the width measure, to two significant digits?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3,600 ÷ 90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4.0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</a:t>
            </a:r>
            <a:r>
              <a:rPr sz="3200" b="1" i="0">
                <a:solidFill>
                  <a:srgbClr val="9E1B32"/>
                </a:solidFill>
                <a:latin typeface="Century Schoolbook"/>
              </a:rPr>
              <a:t> 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74657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705d48a90c77f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80601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74657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a57ee4fc40528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9991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74657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5523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Which rule is for which operation?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Ellis says: 1,234 has 4 significant digits and 5.6 has 2,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728" y="2655139"/>
            <a:ext cx="214689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so the sum  </a:t>
            </a:r>
          </a:p>
        </p:txBody>
      </p:sp>
      <p:pic>
        <p:nvPicPr>
          <p:cNvPr id="11" name="Picture 10" descr="a825a716d0b1ce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5462" y="2714575"/>
            <a:ext cx="1764792" cy="3383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60254" y="2655139"/>
            <a:ext cx="440151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must be written with 2:  </a:t>
            </a:r>
          </a:p>
        </p:txBody>
      </p:sp>
      <p:pic>
        <p:nvPicPr>
          <p:cNvPr id="13" name="Picture 12" descr="1d3c8ee25f946d9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4611" y="2708479"/>
            <a:ext cx="1380744" cy="3505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05355" y="2655139"/>
            <a:ext cx="307595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no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63799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Explain why he is wrong, and give the correct sum.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984398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products count digits; sums count places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15918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1,240 = 1.240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 4 — Real-World Problems and Significant Digits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Add, subtract, multiply, and divide numbers written in scientific notation: word problems — D5S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