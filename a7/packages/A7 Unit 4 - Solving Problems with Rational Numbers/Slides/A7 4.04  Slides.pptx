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multiplied and divided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numbers are measurements — and a measurement only knows so much.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243382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98164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97220" y="1760220"/>
            <a:ext cx="1735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2433828"/>
            <a:ext cx="3099816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587" y="2372868"/>
            <a:ext cx="1904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9560" y="2985516"/>
            <a:ext cx="20739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9560" y="3598164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285999" y="2340864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d0e9527c3bedb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2" y="2340864"/>
            <a:ext cx="6071616" cy="41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3655" y="3006852"/>
            <a:ext cx="9310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d5cd97bbf2239f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120" y="3058668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795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b931b36d54fc95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377440"/>
            <a:ext cx="338023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22324" y="3003804"/>
            <a:ext cx="96540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3424" y="3689604"/>
            <a:ext cx="6735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4" name="Picture 13" descr="8fd148ddf8796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1327" y="3720084"/>
            <a:ext cx="3096768" cy="396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622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product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8363" y="2080260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10" name="Picture 9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2412" y="2135124"/>
            <a:ext cx="159410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6516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3300" y="2133599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13188" y="208026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566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01ed0ff20501b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4807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34071" y="1897380"/>
            <a:ext cx="39502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in full</a:t>
            </a:r>
          </a:p>
        </p:txBody>
      </p:sp>
      <p:pic>
        <p:nvPicPr>
          <p:cNvPr id="11" name="Picture 10" descr="ca6e9973d314df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010912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6912" y="2561844"/>
            <a:ext cx="4087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answer keeps 2</a:t>
            </a:r>
          </a:p>
        </p:txBody>
      </p:sp>
      <p:pic>
        <p:nvPicPr>
          <p:cNvPr id="13" name="Picture 12" descr="a95157ba00554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9168"/>
            <a:ext cx="4517136" cy="396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03136" y="3218688"/>
            <a:ext cx="45811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once, at the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5899" y="218694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94560"/>
            <a:ext cx="1786128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35851" y="218694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635" y="2194560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15651" y="218694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5899" y="218694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94560"/>
            <a:ext cx="1786128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35851" y="218694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635" y="2194560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15651" y="218694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95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108,100, kept to two significant digits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difference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6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10" name="Picture 9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144" y="2133599"/>
            <a:ext cx="18044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560" y="208026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2" name="Picture 11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420" y="2863596"/>
            <a:ext cx="200863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88052" y="2811780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020e59f43e04a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3600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1836420"/>
            <a:ext cx="31546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in full</a:t>
            </a:r>
          </a:p>
        </p:txBody>
      </p:sp>
      <p:pic>
        <p:nvPicPr>
          <p:cNvPr id="11" name="Picture 10" descr="8d5532fbedc87e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1816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7816" y="2470404"/>
            <a:ext cx="52364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leftmost last-digit place</a:t>
            </a:r>
          </a:p>
        </p:txBody>
      </p:sp>
      <p:pic>
        <p:nvPicPr>
          <p:cNvPr id="13" name="Picture 12" descr="510517ae70cd41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2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38744" y="3134868"/>
            <a:ext cx="31455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4728" y="2183892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624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8304" y="2183892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9688" y="2942844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584" y="2950464"/>
            <a:ext cx="2033015" cy="44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4599" y="2942844"/>
            <a:ext cx="3644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4728" y="2183892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624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8304" y="2183892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9688" y="2942844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584" y="2950464"/>
            <a:ext cx="2033015" cy="44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4599" y="2942844"/>
            <a:ext cx="3644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5156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3,576, stopped at the tens 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735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Leading zeros, then trailing zeros.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4, 7 and the last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1391" y="2171700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ba81893977cc2e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551" y="2226564"/>
            <a:ext cx="13929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33488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11dc73e4b84c6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0272" y="2225040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70160" y="217170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pond is 3 metres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the surface area, to the right number of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Two digits each.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1391" y="2080260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ba81893977cc2e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551" y="2135124"/>
            <a:ext cx="13929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33488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11dc73e4b84c6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0272" y="2133599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70160" y="208026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pond is 3 metres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the surface area, to the right number of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11,900, kept to two digits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659" y="2692908"/>
            <a:ext cx="7593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084" y="274472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00004" y="2692908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count wins?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659" y="2601468"/>
            <a:ext cx="7593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084" y="265328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00004" y="2601468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smaller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727" y="2194560"/>
            <a:ext cx="402031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08039" y="217170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metres,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Where does each one's last digit sit?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727" y="2103120"/>
            <a:ext cx="402031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08039" y="208026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metres,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2,500 stops at the hundreds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1787" y="2171700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427" y="2226564"/>
            <a:ext cx="142341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5843" y="217170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331" y="222656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8060" y="2171700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1787" y="2080260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427" y="2135124"/>
            <a:ext cx="142341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5843" y="208026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331" y="213512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8060" y="2080260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5924" y="217170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636" y="222656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68364" y="2171700"/>
            <a:ext cx="3644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Count both measurements.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5924" y="208026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636" y="213512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68364" y="2080260"/>
            <a:ext cx="3644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140 exactly, kept to two digits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2607" y="2746579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75" y="2799919"/>
            <a:ext cx="1408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30751" y="274657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79991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38944" y="2746579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Divide, then count.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2607" y="2655139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75" y="2708479"/>
            <a:ext cx="1408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30751" y="265513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70847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38944" y="2655139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3,600 ÷ 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184" y="2746579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784" y="280601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62576" y="274657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1736" y="279991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52480" y="2746579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rule is for which operation?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184" y="2655139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784" y="271457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62576" y="265513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1736" y="270847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52480" y="2655139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products count digits; sums count 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