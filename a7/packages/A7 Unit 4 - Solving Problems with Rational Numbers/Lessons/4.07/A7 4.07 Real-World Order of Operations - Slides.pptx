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read an expression's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expression is in a sentence — not in key words.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586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8376"/>
            <a:ext cx="780288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74446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834384"/>
            <a:ext cx="43281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60611" y="374446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8" name="Picture 17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858768"/>
            <a:ext cx="621792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4005" y="374446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085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158800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081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586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8376"/>
            <a:ext cx="780288" cy="5577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31227" y="298551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4446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834384"/>
            <a:ext cx="432816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60611" y="374446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1" name="Picture 20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858768"/>
            <a:ext cx="621792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74005" y="374446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1880" y="374446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adc02d1493e5a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665" y="2340864"/>
            <a:ext cx="1557528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23193" y="2449068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3" name="Picture 12" descr="c5ae5c8435316f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888" y="2534412"/>
            <a:ext cx="1082040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92928" y="2449068"/>
            <a:ext cx="1403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5" name="Picture 14" descr="93a35f9de365d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202" y="2535936"/>
            <a:ext cx="966216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5418" y="24490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7" name="Picture 16" descr="d74aec1c3ec8a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5734" y="3288792"/>
            <a:ext cx="5285232" cy="673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70966" y="3396996"/>
            <a:ext cx="1441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0315" y="4213859"/>
            <a:ext cx="1233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20" name="Picture 19" descr="470a2cb670592e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159" y="4302251"/>
            <a:ext cx="1063752" cy="2804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19911" y="4213859"/>
            <a:ext cx="6967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2" name="Picture 21" descr="8b91d3b79ed4a5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9482" y="4239767"/>
            <a:ext cx="2484120" cy="4053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63602" y="4213859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4" name="Picture 23" descr="e047b6631084f9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516" y="4271771"/>
            <a:ext cx="1694688" cy="3413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7552" y="49865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problems.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19924" y="2318004"/>
            <a:ext cx="78588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2" name="Picture 11" descr="df4025967bb63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3057144"/>
            <a:ext cx="22219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46180" y="3689604"/>
            <a:ext cx="82063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4" name="Picture 13" descr="d2efbf0da391d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428744"/>
            <a:ext cx="222808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51480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9481ee0e154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339" y="2340864"/>
            <a:ext cx="46908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0211" y="2363724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7423" y="3095244"/>
            <a:ext cx="5087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e6ef06ed6a80f4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920" y="3148584"/>
            <a:ext cx="16642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2128" y="3095244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867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formula with a power in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1151" y="2211323"/>
            <a:ext cx="3131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0" name="Picture 9" descr="69f338afbe2042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452" y="2103120"/>
            <a:ext cx="1554480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69932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8839" y="3073908"/>
            <a:ext cx="16747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3" name="Picture 12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04" y="3211068"/>
            <a:ext cx="28346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89868" y="3073908"/>
            <a:ext cx="41655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5" name="Picture 14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219" y="3208020"/>
            <a:ext cx="167640" cy="1889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5859" y="3073908"/>
            <a:ext cx="3743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meters per second.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9688" y="3805427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8" name="Picture 17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676" y="3899915"/>
            <a:ext cx="295656" cy="2682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884332" y="3805427"/>
            <a:ext cx="77546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42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75f9c90e035e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60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2080" y="2028444"/>
            <a:ext cx="617219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substitute, each value in parentheses</a:t>
            </a:r>
          </a:p>
        </p:txBody>
      </p:sp>
      <p:pic>
        <p:nvPicPr>
          <p:cNvPr id="11" name="Picture 10" descr="97f8b90e9d71c5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618232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04232" y="29763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power first — it belongs to the 15 alone</a:t>
            </a:r>
          </a:p>
        </p:txBody>
      </p:sp>
      <p:pic>
        <p:nvPicPr>
          <p:cNvPr id="13" name="Picture 12" descr="a0f52d5d0e25f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351739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03392" y="3762756"/>
            <a:ext cx="5580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then the 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38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8372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87c9946de92fdd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60" y="2194560"/>
            <a:ext cx="1941576" cy="850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3960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87638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5324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ccc487dd163a7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312" y="2194560"/>
            <a:ext cx="1944623" cy="850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5bea3106422a07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412fe3e32d9c15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7008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90686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649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425 times 144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cost with a rate and a flat fee.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4221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068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8a80bd66be46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7832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13831" y="1894332"/>
            <a:ext cx="58704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area times the per-square-foot prices, then the flat fee</a:t>
            </a:r>
          </a:p>
        </p:txBody>
      </p:sp>
      <p:pic>
        <p:nvPicPr>
          <p:cNvPr id="11" name="Picture 10" descr="01bf3bc2e6345c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2484120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0120" y="25466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area and the rate, each finished</a:t>
            </a:r>
          </a:p>
        </p:txBody>
      </p:sp>
      <p:pic>
        <p:nvPicPr>
          <p:cNvPr id="13" name="Picture 12" descr="6a57c082688f8b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3745992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1992" y="3142488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multiply, then add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1185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36(4.25) then add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5999" y="217170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662" y="2229612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4014" y="217170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332" y="226009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5084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Substitute in parentheses.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4475" y="208026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dfb9a8ed903d4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138" y="2138171"/>
            <a:ext cx="533400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5538" y="208026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a9ba365712c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56" y="216865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6608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7807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2" name="Picture 11" descr="8419d3078da366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5860" y="3427807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4" name="Picture 13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1731"/>
            <a:ext cx="231648" cy="149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51204" y="3427807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6" name="Picture 15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0207"/>
            <a:ext cx="13716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86198" y="3427807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13189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387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331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2" name="Picture 11" descr="2b860bf135a1b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516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5860" y="3429331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4" name="Picture 13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3255"/>
            <a:ext cx="231648" cy="1493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51204" y="3429331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6" name="Picture 15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1731"/>
            <a:ext cx="13716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86198" y="3429331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13494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76548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35 times 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700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happens six times?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15 + 4(6)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price depends on the area?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1980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64(3.50) + 60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7790" y="2302764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0c3f0450f52693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453" y="2194560"/>
            <a:ext cx="89001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5469" y="2302764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787" y="2391156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4827" y="230276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533" y="2391156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23293" y="230276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42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004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6266" y="2211323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9a895d34bc456d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929" y="2103120"/>
            <a:ext cx="893064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6993" y="2211323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311" y="2299715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6351" y="2211323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057" y="2299715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24817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090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6309" y="2217420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310" y="219456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8870" y="2217420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Round once, at the end.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0881" y="2125979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12e2a7d6e4336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82" y="2103120"/>
            <a:ext cx="1042415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4298" y="2125979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009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 × 14.1421…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603" y="229362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63c59621754cfc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94560"/>
            <a:ext cx="993648" cy="655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1914" y="229362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232" y="2386584"/>
            <a:ext cx="77419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8342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428" y="2380487"/>
            <a:ext cx="78333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176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380487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40480" y="22936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603" y="2200655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e228efb5a3a6a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03120"/>
            <a:ext cx="987552" cy="652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65818" y="2200655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9ac445d0700059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36" y="2293620"/>
            <a:ext cx="777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80376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d05130d66ecf91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380" y="2287524"/>
            <a:ext cx="786384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1764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23b44b96e0891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287524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40480" y="2200655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0754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45 over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The same three numbers, the same words.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124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39 and 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