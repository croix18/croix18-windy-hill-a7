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5" name="Picture 14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7" name="Picture 16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08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0819" y="205282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3122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8" name="Picture 17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0" name="Picture 19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1880" y="34244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1993392"/>
            <a:ext cx="1557528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23193" y="2101596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186940"/>
            <a:ext cx="1082040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2928" y="2101596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4" name="Picture 13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188464"/>
            <a:ext cx="96621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25418" y="210159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6" name="Picture 15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2941320"/>
            <a:ext cx="5285232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70966" y="3049524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0315" y="3866388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19" name="Picture 18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3954780"/>
            <a:ext cx="1063752" cy="280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9911" y="3866388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1" name="Picture 20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3892296"/>
            <a:ext cx="2484120" cy="4053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63602" y="3866388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3" name="Picture 22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3924300"/>
            <a:ext cx="1694688" cy="3413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90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9924" y="1970532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1" name="Picture 10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2709672"/>
            <a:ext cx="22219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46180" y="3342132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3" name="Picture 12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081271"/>
            <a:ext cx="222808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1993392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01625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2747772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2801112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274777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5204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1151" y="184556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9" name="Picture 8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1737360"/>
            <a:ext cx="15544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69932" y="184556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8839" y="270814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2" name="Picture 11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04" y="2845308"/>
            <a:ext cx="28346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89868" y="270814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4" name="Picture 13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219" y="2842260"/>
            <a:ext cx="167640" cy="1889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85859" y="2708148"/>
            <a:ext cx="3743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9688" y="3439668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7" name="Picture 16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534156"/>
            <a:ext cx="295656" cy="26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84332" y="3439668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6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pic>
        <p:nvPicPr>
          <p:cNvPr id="9" name="Picture 8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pic>
        <p:nvPicPr>
          <p:cNvPr id="10" name="Picture 9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pic>
        <p:nvPicPr>
          <p:cNvPr id="9" name="Picture 8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pic>
        <p:nvPicPr>
          <p:cNvPr id="10" name="Picture 9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7807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8419d3078da366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7807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1731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7807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0207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7807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189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387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9331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2b860bf135a1b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516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9331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3255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9331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1731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9331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494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692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