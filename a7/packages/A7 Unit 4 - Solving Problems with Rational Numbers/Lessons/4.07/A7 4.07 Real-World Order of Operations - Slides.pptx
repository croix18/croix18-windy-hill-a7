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6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69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6 gigabytes.</a:t>
            </a:r>
          </a:p>
        </p:txBody>
      </p:sp>
      <p:pic>
        <p:nvPicPr>
          <p:cNvPr id="10" name="Picture 9" descr="d6367224d1a034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083" y="3405278"/>
            <a:ext cx="1423416" cy="252984"/>
          </a:xfrm>
          <a:prstGeom prst="rect">
            <a:avLst/>
          </a:prstGeom>
        </p:spPr>
      </p:pic>
      <p:pic>
        <p:nvPicPr>
          <p:cNvPr id="11" name="Picture 10" descr="83ec447ebad373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83" y="3944774"/>
            <a:ext cx="17830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1720" y="220522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750d442da50ecc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38" y="2194560"/>
            <a:ext cx="10972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1818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4768" y="2113788"/>
            <a:ext cx="55499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fence runs along 6 sides, each  </a:t>
            </a:r>
          </a:p>
        </p:txBody>
      </p:sp>
      <p:pic>
        <p:nvPicPr>
          <p:cNvPr id="9" name="Picture 8" descr="9fb9dd87cc4e7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586" y="2103120"/>
            <a:ext cx="10911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8770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total length, to the nearest hundredth of a foot.</a:t>
            </a:r>
          </a:p>
        </p:txBody>
      </p:sp>
      <p:pic>
        <p:nvPicPr>
          <p:cNvPr id="12" name="Picture 11" descr="53d1d92fd3181f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8680" y="3504007"/>
            <a:ext cx="2526792" cy="432816"/>
          </a:xfrm>
          <a:prstGeom prst="rect">
            <a:avLst/>
          </a:prstGeom>
        </p:spPr>
      </p:pic>
      <p:pic>
        <p:nvPicPr>
          <p:cNvPr id="13" name="Picture 12" descr="61dd79c9e3470d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680" y="4142563"/>
            <a:ext cx="29138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plan:  </a:t>
            </a:r>
          </a:p>
        </p:txBody>
      </p:sp>
      <p:pic>
        <p:nvPicPr>
          <p:cNvPr id="12" name="Picture 11" descr="9c06497c855717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168" y="3838956"/>
            <a:ext cx="298399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327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plan:  </a:t>
            </a:r>
          </a:p>
        </p:txBody>
      </p:sp>
      <p:pic>
        <p:nvPicPr>
          <p:cNvPr id="14" name="Picture 13" descr="328175c9b0fe1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276" y="4341876"/>
            <a:ext cx="2843784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