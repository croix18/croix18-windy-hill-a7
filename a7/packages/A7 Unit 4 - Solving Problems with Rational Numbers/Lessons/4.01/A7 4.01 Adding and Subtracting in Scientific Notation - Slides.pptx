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3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c04d76b961c1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97608"/>
            <a:ext cx="348996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d250897723b649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5" y="2106168"/>
            <a:ext cx="3493008" cy="405384"/>
          </a:xfrm>
          <a:prstGeom prst="rect">
            <a:avLst/>
          </a:prstGeom>
        </p:spPr>
      </p:pic>
      <p:pic>
        <p:nvPicPr>
          <p:cNvPr id="9" name="Picture 8" descr="c38ae5169a791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099" y="2939796"/>
            <a:ext cx="1380744" cy="256032"/>
          </a:xfrm>
          <a:prstGeom prst="rect">
            <a:avLst/>
          </a:prstGeom>
        </p:spPr>
      </p:pic>
      <p:pic>
        <p:nvPicPr>
          <p:cNvPr id="10" name="Picture 9" descr="5cb78aa020bc08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099" y="3454908"/>
            <a:ext cx="30510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0675f3b4cff73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2196083"/>
            <a:ext cx="375818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4.7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4.7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3.413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3.53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be676fcb052be6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0144" y="2104643"/>
            <a:ext cx="376123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1785" y="3414091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c61c1bacc44cd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582" y="3514675"/>
            <a:ext cx="2743200" cy="256032"/>
          </a:xfrm>
          <a:prstGeom prst="rect">
            <a:avLst/>
          </a:prstGeom>
        </p:spPr>
      </p:pic>
      <p:pic>
        <p:nvPicPr>
          <p:cNvPr id="12" name="Picture 11" descr="a4dc9a96cb3f31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6649" y="4038931"/>
            <a:ext cx="2389632" cy="213360"/>
          </a:xfrm>
          <a:prstGeom prst="rect">
            <a:avLst/>
          </a:prstGeom>
        </p:spPr>
      </p:pic>
      <p:pic>
        <p:nvPicPr>
          <p:cNvPr id="13" name="Picture 12" descr="c561023f683a97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649" y="4520515"/>
            <a:ext cx="139293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3.413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3833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ba8039e00841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956" y="2196083"/>
            <a:ext cx="55717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68700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2309" y="208026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f9b73d3410d61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432" y="2104643"/>
            <a:ext cx="5574792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0224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4091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c61c1bacc44cd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43200" cy="256032"/>
          </a:xfrm>
          <a:prstGeom prst="rect">
            <a:avLst/>
          </a:prstGeom>
        </p:spPr>
      </p:pic>
      <p:pic>
        <p:nvPicPr>
          <p:cNvPr id="14" name="Picture 13" descr="a4dc9a96cb3f31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1851"/>
            <a:ext cx="238963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98728" y="4419931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c561023f683a97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4653" y="4520515"/>
            <a:ext cx="1392936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3.413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