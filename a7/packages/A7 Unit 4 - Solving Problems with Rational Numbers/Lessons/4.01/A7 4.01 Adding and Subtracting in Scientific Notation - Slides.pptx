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0" name="Picture 9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2" name="Picture 11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5" name="Picture 14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7" name="Picture 16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99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7504" y="1440180"/>
            <a:ext cx="1546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5731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464" y="214122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00480" y="2052828"/>
            <a:ext cx="12241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436" y="213817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192692" y="2052828"/>
            <a:ext cx="4338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38027" y="2052828"/>
            <a:ext cx="1007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0649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7" name="Picture 16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299" y="2689860"/>
            <a:ext cx="853440" cy="4084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04379" y="2665476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898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0" name="Picture 19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6285" y="3386328"/>
            <a:ext cx="1298448" cy="24079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483373" y="3278124"/>
            <a:ext cx="82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f39e13154060a8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028188"/>
            <a:ext cx="4538472" cy="335280"/>
          </a:xfrm>
          <a:prstGeom prst="rect">
            <a:avLst/>
          </a:prstGeom>
        </p:spPr>
      </p:pic>
      <p:pic>
        <p:nvPicPr>
          <p:cNvPr id="12" name="Picture 11" descr="09bdd4fb912377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3703320"/>
            <a:ext cx="8202168" cy="3566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42569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1eddec5041a2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644" y="1993392"/>
            <a:ext cx="5666232" cy="411480"/>
          </a:xfrm>
          <a:prstGeom prst="rect">
            <a:avLst/>
          </a:prstGeom>
        </p:spPr>
      </p:pic>
      <p:pic>
        <p:nvPicPr>
          <p:cNvPr id="11" name="Picture 10" descr="84f16e9d72a5c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9048" y="2680716"/>
            <a:ext cx="7583424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16052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efa01ffb8792c2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1993392"/>
            <a:ext cx="3819144" cy="411480"/>
          </a:xfrm>
          <a:prstGeom prst="rect">
            <a:avLst/>
          </a:prstGeom>
        </p:spPr>
      </p:pic>
      <p:pic>
        <p:nvPicPr>
          <p:cNvPr id="11" name="Picture 10" descr="cfbb3562680e85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2679192"/>
            <a:ext cx="6806184" cy="411480"/>
          </a:xfrm>
          <a:prstGeom prst="rect">
            <a:avLst/>
          </a:prstGeom>
        </p:spPr>
      </p:pic>
      <p:pic>
        <p:nvPicPr>
          <p:cNvPr id="12" name="Picture 11" descr="783fbc1bfea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6359" y="3364992"/>
            <a:ext cx="606552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31879" y="3342132"/>
            <a:ext cx="18800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23b08f458fe34a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4792" y="3395472"/>
            <a:ext cx="1420368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8" name="Picture 7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8" name="Picture 7" descr="78e26f3a087b33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4352" cy="402336"/>
          </a:xfrm>
          <a:prstGeom prst="rect">
            <a:avLst/>
          </a:prstGeom>
        </p:spPr>
      </p:pic>
      <p:pic>
        <p:nvPicPr>
          <p:cNvPr id="9" name="Picture 8" descr="1cb28e2e28999f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6896"/>
            <a:ext cx="3642360" cy="350520"/>
          </a:xfrm>
          <a:prstGeom prst="rect">
            <a:avLst/>
          </a:prstGeom>
        </p:spPr>
      </p:pic>
      <p:pic>
        <p:nvPicPr>
          <p:cNvPr id="10" name="Picture 9" descr="ce53c7f1db8afd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1735"/>
            <a:ext cx="1978152" cy="335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8" name="Picture 7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095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8" name="Picture 7" descr="dab37c3d4cb37a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151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2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8" name="Picture 7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8" name="Picture 7" descr="0ba903ac78fff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3864" cy="353568"/>
          </a:xfrm>
          <a:prstGeom prst="rect">
            <a:avLst/>
          </a:prstGeom>
        </p:spPr>
      </p:pic>
      <p:pic>
        <p:nvPicPr>
          <p:cNvPr id="9" name="Picture 8" descr="aed5738787927d4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1480"/>
          </a:xfrm>
          <a:prstGeom prst="rect">
            <a:avLst/>
          </a:prstGeom>
        </p:spPr>
      </p:pic>
      <p:pic>
        <p:nvPicPr>
          <p:cNvPr id="10" name="Picture 9" descr="7c3a73d2cb750c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534924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8" name="Picture 7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56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8" name="Picture 7" descr="6ee0cf26c6675a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1860" y="2194560"/>
            <a:ext cx="5257800" cy="52120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186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8" name="Picture 7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8" name="Picture 7" descr="2e4a44f0bcfa93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3a4ce939f4597d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7003"/>
            <a:ext cx="1161288" cy="286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4993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cf4775b41686db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49652"/>
            <a:ext cx="1152144" cy="2865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1881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626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9" name="Picture 8" descr="6c4bcb516da5e5c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705" y="1938527"/>
            <a:ext cx="1164336" cy="2834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88041" y="1851660"/>
            <a:ext cx="2897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24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2" name="Picture 11" descr="959b0ab7310b4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737" y="2551176"/>
            <a:ext cx="1155192" cy="283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4929" y="2464308"/>
            <a:ext cx="6354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8" name="Picture 7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8" name="Picture 7" descr="d662bd9034d4b2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0916" y="2103120"/>
            <a:ext cx="3599688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8" name="Picture 7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8" name="Picture 7" descr="2450f0cef92f51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4643"/>
            <a:ext cx="381914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8" name="Picture 7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8" name="Picture 7" descr="f420607bc24c70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C.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C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8" name="Picture 7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8" name="Picture 7" descr="11c6b03d538cb7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4552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1410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1468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8" name="Picture 7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8" name="Picture 7" descr="0150b4a7c88f61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6115" y="2104643"/>
            <a:ext cx="420928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8" name="Picture 7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860547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97707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860547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8" name="Picture 7" descr="98fdf47dd4ead5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0984" y="2103120"/>
            <a:ext cx="55595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7100" y="2766060"/>
            <a:ext cx="3546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0" name="Picture 9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6567" y="2903220"/>
            <a:ext cx="192024" cy="1828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18591" y="2766060"/>
            <a:ext cx="462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3846" y="2173224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49" y="2194560"/>
            <a:ext cx="5657088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7237" y="2173224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72322" y="2080260"/>
            <a:ext cx="25234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9" name="Picture 8" descr="6a5bd63b1555e6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8625" y="2103120"/>
            <a:ext cx="566013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18761" y="2080260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