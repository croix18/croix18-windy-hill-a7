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50.png"/><Relationship Id="rId7" Type="http://schemas.openxmlformats.org/officeDocument/2006/relationships/image" Target="../media/image51.png"/><Relationship Id="rId8" Type="http://schemas.openxmlformats.org/officeDocument/2006/relationships/image" Target="../media/image5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Adding and Subtracting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add and subtract two numbers written in scientific notation, and write the answer in scientific notation.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991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 0.00062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4573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How many times larger is  </a:t>
            </a:r>
          </a:p>
        </p:txBody>
      </p:sp>
      <p:pic>
        <p:nvPicPr>
          <p:cNvPr id="10" name="Picture 9" descr="6e4449454b7e3e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0464" y="2141220"/>
            <a:ext cx="890016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00480" y="2052828"/>
            <a:ext cx="12241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7da0da260d230a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7436" y="2138172"/>
            <a:ext cx="905256" cy="2865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192692" y="2052828"/>
            <a:ext cx="433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5" name="Picture 14" descr="c100c4232230d0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2689860"/>
            <a:ext cx="853440" cy="4084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278124"/>
            <a:ext cx="28989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Find the sum:  </a:t>
            </a:r>
          </a:p>
        </p:txBody>
      </p:sp>
      <p:pic>
        <p:nvPicPr>
          <p:cNvPr id="17" name="Picture 16" descr="bdc1cddc07790a7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6285" y="3386328"/>
            <a:ext cx="1298448" cy="24079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991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 0.00062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7504" y="1440180"/>
            <a:ext cx="15461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6.2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4573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How many times larger is  </a:t>
            </a:r>
          </a:p>
        </p:txBody>
      </p:sp>
      <p:pic>
        <p:nvPicPr>
          <p:cNvPr id="11" name="Picture 10" descr="6e4449454b7e3e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0464" y="2141220"/>
            <a:ext cx="890016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00480" y="2052828"/>
            <a:ext cx="12241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3" name="Picture 12" descr="7da0da260d230a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7436" y="2138172"/>
            <a:ext cx="905256" cy="2865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192692" y="2052828"/>
            <a:ext cx="433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38027" y="2052828"/>
            <a:ext cx="10073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665476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7" name="Picture 16" descr="c100c4232230d0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2689860"/>
            <a:ext cx="853440" cy="40843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204379" y="2665476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278124"/>
            <a:ext cx="28989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Find the sum:  </a:t>
            </a:r>
          </a:p>
        </p:txBody>
      </p:sp>
      <p:pic>
        <p:nvPicPr>
          <p:cNvPr id="20" name="Picture 19" descr="bdc1cddc07790a7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6285" y="3386328"/>
            <a:ext cx="1298448" cy="24079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83373" y="3278124"/>
            <a:ext cx="8218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1.69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A power of ten is a place value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874520" y="1993392"/>
          <a:ext cx="841248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6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6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6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6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ten 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hundred 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millions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f39e13154060a8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1523" y="3028188"/>
            <a:ext cx="4538472" cy="335280"/>
          </a:xfrm>
          <a:prstGeom prst="rect">
            <a:avLst/>
          </a:prstGeom>
        </p:spPr>
      </p:pic>
      <p:pic>
        <p:nvPicPr>
          <p:cNvPr id="12" name="Picture 11" descr="09bdd4fb912377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9675" y="3703320"/>
            <a:ext cx="8202168" cy="3566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442569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Two numbers can be added only when they carry the same power of ten.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Same power: add or subtract the coefficients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6f1eddec5041a2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644" y="1993392"/>
            <a:ext cx="5666232" cy="411480"/>
          </a:xfrm>
          <a:prstGeom prst="rect">
            <a:avLst/>
          </a:prstGeom>
        </p:spPr>
      </p:pic>
      <p:pic>
        <p:nvPicPr>
          <p:cNvPr id="11" name="Picture 10" descr="84f16e9d72a5ca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9048" y="2680716"/>
            <a:ext cx="7583424" cy="408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4290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Add or subtract the coefficients. The power of ten does not change.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416052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Then check the coefficient: if it is not between 1 and 10, the answer is not finished.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Different powers: rewrite one of them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efa01ffb8792c2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188" y="1993392"/>
            <a:ext cx="3819144" cy="411480"/>
          </a:xfrm>
          <a:prstGeom prst="rect">
            <a:avLst/>
          </a:prstGeom>
        </p:spPr>
      </p:pic>
      <p:pic>
        <p:nvPicPr>
          <p:cNvPr id="11" name="Picture 10" descr="cfbb3562680e85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7668" y="2679192"/>
            <a:ext cx="6806184" cy="411480"/>
          </a:xfrm>
          <a:prstGeom prst="rect">
            <a:avLst/>
          </a:prstGeom>
        </p:spPr>
      </p:pic>
      <p:pic>
        <p:nvPicPr>
          <p:cNvPr id="12" name="Picture 11" descr="783fbc1bfea8bc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6359" y="3364992"/>
            <a:ext cx="6065520" cy="4114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531879" y="3342132"/>
            <a:ext cx="18800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never   </a:t>
            </a:r>
          </a:p>
        </p:txBody>
      </p:sp>
      <p:pic>
        <p:nvPicPr>
          <p:cNvPr id="14" name="Picture 13" descr="23b08f458fe34a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4792" y="3395472"/>
            <a:ext cx="1420368" cy="3505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1148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Rewrite one number so both carry the same power of ten, then add or subtract the coefficients.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532180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Exponent up one, decimal point one place left. The value does not move.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8" name="Picture 7" descr="b322f8f789aa08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06168"/>
            <a:ext cx="3816095" cy="405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Add. Write the answer in scientific notation.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8" name="Picture 7" descr="78e26f3a087b33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864352" cy="402336"/>
          </a:xfrm>
          <a:prstGeom prst="rect">
            <a:avLst/>
          </a:prstGeom>
        </p:spPr>
      </p:pic>
      <p:pic>
        <p:nvPicPr>
          <p:cNvPr id="9" name="Picture 8" descr="1cb28e2e28999f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96896"/>
            <a:ext cx="3642360" cy="350520"/>
          </a:xfrm>
          <a:prstGeom prst="rect">
            <a:avLst/>
          </a:prstGeom>
        </p:spPr>
      </p:pic>
      <p:pic>
        <p:nvPicPr>
          <p:cNvPr id="10" name="Picture 9" descr="ce53c7f1db8afdc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21735"/>
            <a:ext cx="1978152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1.45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8" name="Picture 7" descr="2ae36fee79b20f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3383" y="2194560"/>
            <a:ext cx="5254752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095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Add. Write the answer in scientific notation.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8" name="Picture 7" descr="dab37c3d4cb37a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1860" y="2194560"/>
            <a:ext cx="5257800" cy="5151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1259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Add.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1.23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8" name="Picture 7" descr="4549981a84cc89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03120"/>
            <a:ext cx="3816095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205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Subtract. Write the answer in scientific notation.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8" name="Picture 7" descr="0ba903ac78fff3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483864" cy="353568"/>
          </a:xfrm>
          <a:prstGeom prst="rect">
            <a:avLst/>
          </a:prstGeom>
        </p:spPr>
      </p:pic>
      <p:pic>
        <p:nvPicPr>
          <p:cNvPr id="9" name="Picture 8" descr="aed5738787927d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8128"/>
            <a:ext cx="6071616" cy="411480"/>
          </a:xfrm>
          <a:prstGeom prst="rect">
            <a:avLst/>
          </a:prstGeom>
        </p:spPr>
      </p:pic>
      <p:pic>
        <p:nvPicPr>
          <p:cNvPr id="10" name="Picture 9" descr="7c3a73d2cb750c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3928"/>
            <a:ext cx="5349240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6.85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8" name="Picture 7" descr="e4f0a8415ed569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3383" y="2194560"/>
            <a:ext cx="5254752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156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Subtract. Write the answer in scientific notation.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8" name="Picture 7" descr="6ee0cf26c6675a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1860" y="2194560"/>
            <a:ext cx="5257800" cy="52120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186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Subtract.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5.51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8" name="Picture 7" descr="3cd7ad48ef74b5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94560"/>
            <a:ext cx="3816095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8" name="Picture 7" descr="2e4a44f0bcfa93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188" y="2103120"/>
            <a:ext cx="3819144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7.3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6264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stadium sold  </a:t>
            </a:r>
          </a:p>
        </p:txBody>
      </p:sp>
      <p:pic>
        <p:nvPicPr>
          <p:cNvPr id="9" name="Picture 8" descr="3a4ce939f4597d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3705" y="1937003"/>
            <a:ext cx="1161288" cy="286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84993" y="1851660"/>
            <a:ext cx="2897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tickets on Friday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9524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and  </a:t>
            </a:r>
          </a:p>
        </p:txBody>
      </p:sp>
      <p:pic>
        <p:nvPicPr>
          <p:cNvPr id="12" name="Picture 11" descr="cf4775b41686db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9737" y="2549652"/>
            <a:ext cx="1152144" cy="2865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01881" y="2464308"/>
            <a:ext cx="63540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on Saturday. Each ticket cost 38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tickets were sold on the two days?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6264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stadium sold  </a:t>
            </a:r>
          </a:p>
        </p:txBody>
      </p:sp>
      <p:pic>
        <p:nvPicPr>
          <p:cNvPr id="9" name="Picture 8" descr="6c4bcb516da5e5c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3705" y="1938527"/>
            <a:ext cx="1164336" cy="283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88041" y="1851660"/>
            <a:ext cx="2897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tickets on Friday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9524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and  </a:t>
            </a:r>
          </a:p>
        </p:txBody>
      </p:sp>
      <p:pic>
        <p:nvPicPr>
          <p:cNvPr id="12" name="Picture 11" descr="959b0ab7310b42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9737" y="2551176"/>
            <a:ext cx="1155192" cy="2834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04929" y="2464308"/>
            <a:ext cx="63540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on Saturday. Each ticket cost 38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tickets were sold on the two days?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7.7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8" name="Picture 7" descr="01e04974dac9eb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2439" y="2194560"/>
            <a:ext cx="3596640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8" name="Picture 7" descr="d662bd9034d4b28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0916" y="2103120"/>
            <a:ext cx="3599688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8" name="Picture 7" descr="340f3053f5991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94560"/>
            <a:ext cx="3816095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8" name="Picture 7" descr="2450f0cef92f51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188" y="2104643"/>
            <a:ext cx="3819144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8" name="Picture 7" descr="d60eac1f99916e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94560"/>
            <a:ext cx="3816095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34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sum?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4.7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4.7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3.413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3.53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4136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8" name="Picture 7" descr="f420607bc24c70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188" y="2103120"/>
            <a:ext cx="3819144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sum?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4.7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4.7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3.413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3.53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468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3.413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8" name="Picture 7" descr="f600c7d1ad07bb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94560"/>
            <a:ext cx="3816095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34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sum,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1.23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1.23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4136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8" name="Picture 7" descr="11c6b03d538cb7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188" y="2103120"/>
            <a:ext cx="3819144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sum,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1.23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1.23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468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1.23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8" name="Picture 7" descr="7996c8675edf51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39" y="2194560"/>
            <a:ext cx="4206240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8" name="Picture 7" descr="0150b4a7c88f61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115" y="2104643"/>
            <a:ext cx="4209288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7.16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8" name="Picture 7" descr="cbd13eb8faf9a4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2507" y="2194560"/>
            <a:ext cx="5556504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7100" y="2860547"/>
            <a:ext cx="3546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What is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6567" y="2997707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18591" y="2860547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8" name="Picture 7" descr="98fdf47dd4ead5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0984" y="2103120"/>
            <a:ext cx="5559552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7100" y="2766060"/>
            <a:ext cx="3546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What is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6567" y="2903220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18591" y="27660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 = 5.7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73846" y="2173224"/>
            <a:ext cx="25234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Devon writes  </a:t>
            </a:r>
          </a:p>
        </p:txBody>
      </p:sp>
      <p:pic>
        <p:nvPicPr>
          <p:cNvPr id="9" name="Picture 8" descr="82e722a216f1ae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0149" y="2194560"/>
            <a:ext cx="5657088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017237" y="2173224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34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Name the two mistakes he made, and give the correct sum.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72322" y="2080260"/>
            <a:ext cx="25234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Devon writes  </a:t>
            </a:r>
          </a:p>
        </p:txBody>
      </p:sp>
      <p:pic>
        <p:nvPicPr>
          <p:cNvPr id="9" name="Picture 8" descr="6a5bd63b1555e6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8625" y="2103120"/>
            <a:ext cx="5660136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018761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Name the two mistakes he made, and give the correct sum.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3.413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pic>
        <p:nvPicPr>
          <p:cNvPr id="9" name="Picture 8" descr="e81dee220f24ebf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56004"/>
            <a:ext cx="309981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pic>
        <p:nvPicPr>
          <p:cNvPr id="11" name="Picture 10" descr="fa1915b6839e7f5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50363"/>
            <a:ext cx="3416808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pic>
        <p:nvPicPr>
          <p:cNvPr id="13" name="Picture 12" descr="2f46d52c85ca19a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44723"/>
            <a:ext cx="3099816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4.</a:t>
            </a:r>
          </a:p>
        </p:txBody>
      </p:sp>
      <p:pic>
        <p:nvPicPr>
          <p:cNvPr id="15" name="Picture 14" descr="5dc73e64bd03696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39083"/>
            <a:ext cx="3099816" cy="3352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5.</a:t>
            </a:r>
          </a:p>
        </p:txBody>
      </p:sp>
      <p:pic>
        <p:nvPicPr>
          <p:cNvPr id="17" name="Picture 16" descr="3a711642b46c3c5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3933444"/>
            <a:ext cx="3416808" cy="3352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466844"/>
            <a:ext cx="9673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Find </a:t>
            </a:r>
          </a:p>
        </p:txBody>
      </p:sp>
      <p:pic>
        <p:nvPicPr>
          <p:cNvPr id="20" name="Picture 19" descr="0afe177f69dd5e0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84711" y="4620768"/>
            <a:ext cx="155448" cy="14935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540159" y="4466844"/>
            <a:ext cx="468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.  </a:t>
            </a:r>
          </a:p>
        </p:txBody>
      </p:sp>
      <p:pic>
        <p:nvPicPr>
          <p:cNvPr id="22" name="Picture 21" descr="ab2d69d2d2abe41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71561" y="4527804"/>
            <a:ext cx="4639056" cy="33528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Add and subtract numbers written in scientific notation — HUR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