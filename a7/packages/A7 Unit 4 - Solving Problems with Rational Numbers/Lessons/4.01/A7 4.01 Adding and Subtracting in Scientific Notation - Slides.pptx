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3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6083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44368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56431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6083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1973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27f7e9522e6b3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770" y="3514675"/>
            <a:ext cx="2782824" cy="262128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37" y="4041979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6837" y="4520515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9261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384" y="2196083"/>
            <a:ext cx="55808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3272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7737" y="2081783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860" y="2103120"/>
            <a:ext cx="558393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4796" y="208178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7139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73680" cy="262128"/>
          </a:xfrm>
          <a:prstGeom prst="rect">
            <a:avLst/>
          </a:prstGeom>
        </p:spPr>
      </p:pic>
      <p:pic>
        <p:nvPicPr>
          <p:cNvPr id="14" name="Picture 13" descr="0920ee9ba6d56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4899"/>
            <a:ext cx="238048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9584" y="4422979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bab4917e6b979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5509" y="4523563"/>
            <a:ext cx="1399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