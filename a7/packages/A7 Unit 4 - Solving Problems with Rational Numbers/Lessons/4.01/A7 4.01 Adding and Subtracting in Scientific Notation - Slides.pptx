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3032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number written as </a:t>
            </a:r>
          </a:p>
        </p:txBody>
      </p:sp>
      <p:pic>
        <p:nvPicPr>
          <p:cNvPr id="10" name="Picture 9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202" y="1953370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2058" y="1869550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1118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where </a:t>
            </a:r>
          </a:p>
        </p:txBody>
      </p:sp>
      <p:pic>
        <p:nvPicPr>
          <p:cNvPr id="13" name="Picture 12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63" y="2477626"/>
            <a:ext cx="204216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28579" y="2354182"/>
            <a:ext cx="4774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at least 1 and less than 10 and </a:t>
            </a:r>
          </a:p>
        </p:txBody>
      </p:sp>
      <p:pic>
        <p:nvPicPr>
          <p:cNvPr id="15" name="Picture 14" descr="f14fce7cf077cd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520" y="2479150"/>
            <a:ext cx="176784" cy="207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42304" y="2354182"/>
            <a:ext cx="1981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an integer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coefficient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6200"/>
            <a:ext cx="16348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factor </a:t>
            </a:r>
          </a:p>
        </p:txBody>
      </p:sp>
      <p:pic>
        <p:nvPicPr>
          <p:cNvPr id="19" name="Picture 18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65" y="3519644"/>
            <a:ext cx="204216" cy="210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44881" y="3396200"/>
            <a:ext cx="613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in </a:t>
            </a:r>
          </a:p>
        </p:txBody>
      </p:sp>
      <p:pic>
        <p:nvPicPr>
          <p:cNvPr id="21" name="Picture 20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233" y="3480020"/>
            <a:ext cx="1133856" cy="289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55089" y="3396200"/>
            <a:ext cx="2744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880832"/>
            <a:ext cx="55453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a finished answer it always satisfies </a:t>
            </a:r>
          </a:p>
        </p:txBody>
      </p:sp>
      <p:pic>
        <p:nvPicPr>
          <p:cNvPr id="24" name="Picture 23" descr="bfdcfbaf2cf7a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71" y="3970748"/>
            <a:ext cx="154228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5163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common power of 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45711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matching power that two numbers are written over before they are added or subtracted — the place value they 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6083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44368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56431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6083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1973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27f7e9522e6b3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770" y="3514675"/>
            <a:ext cx="2782824" cy="262128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37" y="4041979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837" y="4520515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261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384" y="2196083"/>
            <a:ext cx="55808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3272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7737" y="2081783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860" y="2103120"/>
            <a:ext cx="558393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4796" y="208178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7139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73680" cy="262128"/>
          </a:xfrm>
          <a:prstGeom prst="rect">
            <a:avLst/>
          </a:prstGeom>
        </p:spPr>
      </p:pic>
      <p:pic>
        <p:nvPicPr>
          <p:cNvPr id="14" name="Picture 13" descr="0920ee9ba6d56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4899"/>
            <a:ext cx="238048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9584" y="4422979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bab4917e6b979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5509" y="4523563"/>
            <a:ext cx="1399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