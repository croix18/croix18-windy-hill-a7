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34518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3623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12946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91803"/>
            <a:ext cx="844486" cy="2156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2689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535459"/>
            <a:ext cx="152098" cy="1566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76462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3403" y="2533188"/>
            <a:ext cx="131667" cy="154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5070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77477"/>
            <a:ext cx="152098" cy="1566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92763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116" y="3518454"/>
            <a:ext cx="844486" cy="2156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3602" y="3396200"/>
            <a:ext cx="5688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 In a finished answer it always satisfies </a:t>
            </a:r>
          </a:p>
        </p:txBody>
      </p:sp>
      <p:pic>
        <p:nvPicPr>
          <p:cNvPr id="23" name="Picture 22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700" y="3527534"/>
            <a:ext cx="1148683" cy="2065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61079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240405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98678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937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2194560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993136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41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756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3392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79192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9061" y="3399440"/>
            <a:ext cx="5247703" cy="359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676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189" y="3402123"/>
            <a:ext cx="1258268" cy="2977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3120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623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5b336a90532d52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11" y="3322398"/>
            <a:ext cx="2240184" cy="25136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87" y="3809030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451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5bc38d7f5f1bbf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09" y="3293156"/>
            <a:ext cx="2914697" cy="261366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377" y="3845511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9377" y="4305759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4560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3120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1970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375fe00662e453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58" y="2960084"/>
            <a:ext cx="2030253" cy="25136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6834" y="3446716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22d45fd8e21928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7098"/>
            <a:ext cx="1176337" cy="2724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198fb6ef199374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9746"/>
            <a:ext cx="1156525" cy="2724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7472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e7eb40717fc0f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4621"/>
            <a:ext cx="1176337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fbd1eec05c786f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7269"/>
            <a:ext cx="1159002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994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9540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06e43a7c385a4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628" y="3855798"/>
            <a:ext cx="2052351" cy="25136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404" y="4342430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4560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62084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46716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55988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46716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4560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3355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38a98cc775ba9a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151" y="3505721"/>
            <a:ext cx="2777013" cy="261366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219" y="4058076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219" y="4512228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4560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36963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21595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21513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6ede306f727ce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310" y="2927794"/>
            <a:ext cx="2903029" cy="261366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77" y="3480149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6377" y="3934301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4560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857500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031998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857500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769107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2943605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769107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17309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68997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71917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3065" y="217170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841" y="2242185"/>
            <a:ext cx="4534471" cy="3318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5312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827" y="208026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603" y="2145792"/>
            <a:ext cx="4536948" cy="3368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655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06260"/>
            <a:ext cx="2773680" cy="262128"/>
          </a:xfrm>
          <a:prstGeom prst="rect">
            <a:avLst/>
          </a:prstGeom>
        </p:spPr>
      </p:pic>
      <p:pic>
        <p:nvPicPr>
          <p:cNvPr id="14" name="Picture 13" descr="e099433ce822c8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55186"/>
            <a:ext cx="237796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7060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447aa636a4e8a6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985" y="4510847"/>
            <a:ext cx="1400175" cy="259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