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0" name="Picture 9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112264"/>
            <a:ext cx="24414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2" name="Picture 11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4" name="Picture 13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39090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958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11226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259" y="2052828"/>
            <a:ext cx="1302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7" name="Picture 16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390900"/>
            <a:ext cx="11551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7710" y="327812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0aaba5b6e76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1993392"/>
            <a:ext cx="5586984" cy="502920"/>
          </a:xfrm>
          <a:prstGeom prst="rect">
            <a:avLst/>
          </a:prstGeom>
        </p:spPr>
      </p:pic>
      <p:pic>
        <p:nvPicPr>
          <p:cNvPr id="11" name="Picture 10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2770632"/>
            <a:ext cx="3276600" cy="502920"/>
          </a:xfrm>
          <a:prstGeom prst="rect">
            <a:avLst/>
          </a:prstGeom>
        </p:spPr>
      </p:pic>
      <p:pic>
        <p:nvPicPr>
          <p:cNvPr id="12" name="Picture 11" descr="38c1b22d8ba50c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715" y="3547872"/>
            <a:ext cx="3294888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6603" y="3570732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af23067c54651c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3654552"/>
            <a:ext cx="780288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891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ccef74cf5a6c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32" y="1993392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3500" y="20162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99a845693bde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1993392"/>
            <a:ext cx="14325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1" y="20162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a0a2abe2b8b88c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043" y="1993392"/>
            <a:ext cx="1990344" cy="502920"/>
          </a:xfrm>
          <a:prstGeom prst="rect">
            <a:avLst/>
          </a:prstGeom>
        </p:spPr>
      </p:pic>
      <p:pic>
        <p:nvPicPr>
          <p:cNvPr id="15" name="Picture 14" descr="5dc53ddc22961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7292" y="2775204"/>
            <a:ext cx="1289304" cy="8138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6596" y="295351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0b3fc4acebe11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587" y="2770632"/>
            <a:ext cx="169164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9319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44afa7466e491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304" y="1993392"/>
            <a:ext cx="237439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3696" y="2135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2485dda09a64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87" y="2112264"/>
            <a:ext cx="3462528" cy="502920"/>
          </a:xfrm>
          <a:prstGeom prst="rect">
            <a:avLst/>
          </a:prstGeom>
        </p:spPr>
      </p:pic>
      <p:pic>
        <p:nvPicPr>
          <p:cNvPr id="13" name="Picture 12" descr="1c083a55a6db1a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3008376"/>
            <a:ext cx="4700016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325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bb1c8a15b2d7b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103120"/>
            <a:ext cx="2935224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88f9d60545f0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85544" cy="676656"/>
          </a:xfrm>
          <a:prstGeom prst="rect">
            <a:avLst/>
          </a:prstGeom>
        </p:spPr>
      </p:pic>
      <p:pic>
        <p:nvPicPr>
          <p:cNvPr id="9" name="Picture 8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276600" cy="502920"/>
          </a:xfrm>
          <a:prstGeom prst="rect">
            <a:avLst/>
          </a:prstGeom>
        </p:spPr>
      </p:pic>
      <p:pic>
        <p:nvPicPr>
          <p:cNvPr id="10" name="Picture 9" descr="bdab02e30458e0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48455"/>
            <a:ext cx="1655064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53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951716e95210e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728" y="2194560"/>
            <a:ext cx="3560064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7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80aa59125558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5" y="2194560"/>
            <a:ext cx="3553968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7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922b0a873b8b5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pic>
        <p:nvPicPr>
          <p:cNvPr id="9" name="Picture 8" descr="eb44f30453969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pic>
        <p:nvPicPr>
          <p:cNvPr id="10" name="Picture 9" descr="1e8b8e5b31eeb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9034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55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03f17111b774a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4507992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588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a01c60804f5366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1" y="2103120"/>
            <a:ext cx="1042415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9ce12ee5f035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e42a74bac5138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612" y="2103120"/>
            <a:ext cx="160629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3c30f316583cb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32" y="2103120"/>
            <a:ext cx="143865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e2d33019ea26f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452" y="2103120"/>
            <a:ext cx="111861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a9ee2603fdcbc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19" y="2194560"/>
            <a:ext cx="1935480" cy="813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641b2a864f99c5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8" y="2103120"/>
            <a:ext cx="1929384" cy="819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a56781a24b5677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364" y="2217420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9" name="Picture 8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75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5339" y="2217420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3888" y="2125979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9" name="Picture 8" descr="1d8dbae4078985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199" y="2103120"/>
            <a:ext cx="111861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815" y="2125979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6917906ce23243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19428"/>
            <a:ext cx="85344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1" name="Picture 10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3787"/>
            <a:ext cx="914400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3" name="Picture 12" descr="9d8d0abecd2df0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08147"/>
            <a:ext cx="13106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4030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15" name="Picture 14" descr="89915d7fda969e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3880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2241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17" name="Picture 16" descr="45776c96e77cc39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46804"/>
            <a:ext cx="1466088" cy="4084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853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pic>
        <p:nvPicPr>
          <p:cNvPr id="19" name="Picture 18" descr="db016c3e3a507b5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9640"/>
            <a:ext cx="238658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