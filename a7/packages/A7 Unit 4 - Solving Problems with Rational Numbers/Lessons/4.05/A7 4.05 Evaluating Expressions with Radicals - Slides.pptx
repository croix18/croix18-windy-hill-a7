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0" name="Picture 9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958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259" y="205282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7710" y="327812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1993392"/>
            <a:ext cx="5586984" cy="502920"/>
          </a:xfrm>
          <a:prstGeom prst="rect">
            <a:avLst/>
          </a:prstGeom>
        </p:spPr>
      </p:pic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2770632"/>
            <a:ext cx="3276600" cy="502920"/>
          </a:xfrm>
          <a:prstGeom prst="rect">
            <a:avLst/>
          </a:prstGeom>
        </p:spPr>
      </p:pic>
      <p:pic>
        <p:nvPicPr>
          <p:cNvPr id="12" name="Picture 11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547872"/>
            <a:ext cx="3294888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6603" y="35707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3654552"/>
            <a:ext cx="780288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891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1993392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1993392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1993392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2775204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295351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2770632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9319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1993392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135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112264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008376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325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pic>
        <p:nvPicPr>
          <p:cNvPr id="9" name="Picture 8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pic>
        <p:nvPicPr>
          <p:cNvPr id="10" name="Picture 9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pic>
        <p:nvPicPr>
          <p:cNvPr id="9" name="Picture 8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pic>
        <p:nvPicPr>
          <p:cNvPr id="10" name="Picture 9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5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88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