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7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81399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9357" y="3409188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347" y="2060448"/>
            <a:ext cx="300837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0723" y="19705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268" y="2060448"/>
            <a:ext cx="1517904" cy="277368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139" y="2744724"/>
            <a:ext cx="32857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57883" y="26563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8428" y="2746248"/>
            <a:ext cx="1520952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1993392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060192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58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5478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f6d02763ee13a4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84" y="3358498"/>
            <a:ext cx="1548384" cy="313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1968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54e49d4ca9d85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857" y="3331066"/>
            <a:ext cx="1091184" cy="3688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5478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e7c4e03b1a0743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444" y="3911710"/>
            <a:ext cx="2109216" cy="213360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342" y="4414630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8c31237e42b53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863" y="2261616"/>
            <a:ext cx="138379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0cd271b4ffb079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863" y="2170175"/>
            <a:ext cx="138379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2602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2908f8b113149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605" y="2941320"/>
            <a:ext cx="1389888" cy="252984"/>
          </a:xfrm>
          <a:prstGeom prst="rect">
            <a:avLst/>
          </a:prstGeom>
        </p:spPr>
      </p:pic>
      <p:pic>
        <p:nvPicPr>
          <p:cNvPr id="11" name="Picture 10" descr="be3a0b78acc2ca7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0890" y="3482340"/>
            <a:ext cx="1127760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97c530a75d29d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4429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7193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8dd3731dd90336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38200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109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46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260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b92290561e20c8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8" y="4322792"/>
            <a:ext cx="1609344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599215668496d9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261616"/>
            <a:ext cx="1560576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599215668496d9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70175"/>
            <a:ext cx="1560576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2310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ed3cc0ad086b14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889" y="2939796"/>
            <a:ext cx="1417320" cy="256032"/>
          </a:xfrm>
          <a:prstGeom prst="rect">
            <a:avLst/>
          </a:prstGeom>
        </p:spPr>
      </p:pic>
      <p:pic>
        <p:nvPicPr>
          <p:cNvPr id="11" name="Picture 10" descr="2f02af02afef75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7174" y="3479291"/>
            <a:ext cx="121005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0e3ec2124e9cdb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067" y="2194560"/>
            <a:ext cx="1167384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bba9a177d472d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03120"/>
            <a:ext cx="1164336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03452" y="3220212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e89a91682f16b5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072" y="3320795"/>
            <a:ext cx="203606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03452" y="3723131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2d871f17c6a68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9563" y="3820668"/>
            <a:ext cx="2511552" cy="262128"/>
          </a:xfrm>
          <a:prstGeom prst="rect">
            <a:avLst/>
          </a:prstGeom>
        </p:spPr>
      </p:pic>
      <p:pic>
        <p:nvPicPr>
          <p:cNvPr id="13" name="Picture 12" descr="cf247a514e7944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8316" y="4248912"/>
            <a:ext cx="633984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11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229612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38171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490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6bee3a4a6e9671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61" y="3513151"/>
            <a:ext cx="880872" cy="259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70490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521cfcdc4e443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205" y="4038931"/>
            <a:ext cx="1255776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490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c52f3646b6945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795" y="4541851"/>
            <a:ext cx="139903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658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f5cf47236f59d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77" y="3889579"/>
            <a:ext cx="2389632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7658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b8964d2fa5cae6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3768" y="4397071"/>
            <a:ext cx="697992" cy="252984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22" y="4919803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068d9a19700e1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52" y="2938272"/>
            <a:ext cx="1066800" cy="25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1952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152" y="3413759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5152" y="396697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dcdd245aeaaf1b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755" y="3124200"/>
            <a:ext cx="105765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5411" y="3153156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91dc20afadb1ae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9196" y="3124200"/>
            <a:ext cx="829056" cy="515112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755" y="3730752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7755" y="4337304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65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986" y="221589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507" y="2194560"/>
            <a:ext cx="1901952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7459" y="221589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87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52077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64573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52077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659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4462" y="212445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983" y="2103120"/>
            <a:ext cx="1905000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8983" y="212445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7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42933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55429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42933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8076" y="4198951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da0bec38e3107c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095" y="4302583"/>
            <a:ext cx="1036320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9415" y="4198951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c90e576750902f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8723" y="4211143"/>
            <a:ext cx="3477768" cy="432816"/>
          </a:xfrm>
          <a:prstGeom prst="rect">
            <a:avLst/>
          </a:prstGeom>
        </p:spPr>
      </p:pic>
      <p:pic>
        <p:nvPicPr>
          <p:cNvPr id="19" name="Picture 18" descr="ff74c5c7fd2cbb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2940" y="4825315"/>
            <a:ext cx="868680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1620" y="4749115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206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