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3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464564"/>
            <a:ext cx="114300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3710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2" name="Picture 11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8336"/>
            <a:ext cx="795528" cy="5547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42138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4" name="Picture 13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534156"/>
            <a:ext cx="1088136" cy="231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535c314b8c201a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464564"/>
            <a:ext cx="114300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9605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127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791" y="2052828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37104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4" name="Picture 13" descr="70fd4f7c195b27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299" y="2688336"/>
            <a:ext cx="795528" cy="5547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46467" y="2665476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421380"/>
            <a:ext cx="22765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Evaluate:  </a:t>
            </a:r>
          </a:p>
        </p:txBody>
      </p:sp>
      <p:pic>
        <p:nvPicPr>
          <p:cNvPr id="17" name="Picture 16" descr="9720c4bedb33ef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3878" y="3534156"/>
            <a:ext cx="1088136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0654" y="34213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entury Schoolbook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entury Schoolbook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5470b2ad78cf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001" y="2058924"/>
            <a:ext cx="296265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0657" y="1970532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2" name="Picture 11" descr="0c14e80cd2eaab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0854" y="2055876"/>
            <a:ext cx="1502664" cy="286512"/>
          </a:xfrm>
          <a:prstGeom prst="rect">
            <a:avLst/>
          </a:prstGeom>
        </p:spPr>
      </p:pic>
      <p:pic>
        <p:nvPicPr>
          <p:cNvPr id="13" name="Picture 12" descr="c6cb11828cf70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2261" y="2737104"/>
            <a:ext cx="3343656" cy="2956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65917" y="2656332"/>
            <a:ext cx="197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 never   </a:t>
            </a:r>
          </a:p>
        </p:txBody>
      </p:sp>
      <p:pic>
        <p:nvPicPr>
          <p:cNvPr id="15" name="Picture 14" descr="3d97c3435e5f92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6114" y="2744724"/>
            <a:ext cx="153314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52b1d3b1e5b1c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4796" y="1993392"/>
            <a:ext cx="2471928" cy="810768"/>
          </a:xfrm>
          <a:prstGeom prst="rect">
            <a:avLst/>
          </a:prstGeom>
        </p:spPr>
      </p:pic>
      <p:pic>
        <p:nvPicPr>
          <p:cNvPr id="11" name="Picture 10" descr="ffadcec50e54c8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4532" y="3078480"/>
            <a:ext cx="5172456" cy="8717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885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4b1ef9fa2dcb4d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036" y="2103120"/>
            <a:ext cx="3965448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353dd49f16316f6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31136" cy="405384"/>
          </a:xfrm>
          <a:prstGeom prst="rect">
            <a:avLst/>
          </a:prstGeom>
        </p:spPr>
      </p:pic>
      <p:pic>
        <p:nvPicPr>
          <p:cNvPr id="9" name="Picture 8" descr="340b208cd1f743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6973824" cy="350520"/>
          </a:xfrm>
          <a:prstGeom prst="rect">
            <a:avLst/>
          </a:prstGeom>
        </p:spPr>
      </p:pic>
      <p:pic>
        <p:nvPicPr>
          <p:cNvPr id="10" name="Picture 9" descr="90bf680791a0f6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2944368" cy="295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−1.44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dcc7e91a07786a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2194560"/>
            <a:ext cx="4538472" cy="630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28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7d9dafa919c33a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571" y="2194560"/>
            <a:ext cx="4532376" cy="630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28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9657b87afa13d5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727" y="2103120"/>
            <a:ext cx="2798064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77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184a5d14892d37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676144" cy="810768"/>
          </a:xfrm>
          <a:prstGeom prst="rect">
            <a:avLst/>
          </a:prstGeom>
        </p:spPr>
      </p:pic>
      <p:pic>
        <p:nvPicPr>
          <p:cNvPr id="9" name="Picture 8" descr="d857c92eedcaec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627120" cy="813816"/>
          </a:xfrm>
          <a:prstGeom prst="rect">
            <a:avLst/>
          </a:prstGeom>
        </p:spPr>
      </p:pic>
      <p:pic>
        <p:nvPicPr>
          <p:cNvPr id="10" name="Picture 9" descr="72e6766a18ceae4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93464"/>
            <a:ext cx="1984248" cy="67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2303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−1/4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c8e5417f2d59a8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9747" y="2194560"/>
            <a:ext cx="4002024" cy="10850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82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7dacaa3a652d27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271" y="2194560"/>
            <a:ext cx="3998975" cy="1088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8561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6f2b5e6da5da13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260092"/>
            <a:ext cx="134112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2fd862883ce8c3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199" y="2168652"/>
            <a:ext cx="134112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63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9" name="Picture 8" descr="9fe57fc54286b2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591" y="1876043"/>
            <a:ext cx="853440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57031" y="1851660"/>
            <a:ext cx="22338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63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square tile has side  </a:t>
            </a:r>
          </a:p>
        </p:txBody>
      </p:sp>
      <p:pic>
        <p:nvPicPr>
          <p:cNvPr id="9" name="Picture 8" descr="538eaa100b231b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591" y="1876043"/>
            <a:ext cx="847344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550935" y="1851660"/>
            <a:ext cx="22338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0bd57d1fcf1bcf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253996"/>
            <a:ext cx="1533144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e06ac948f72f4e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187" y="2164080"/>
            <a:ext cx="1533144" cy="289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4a8f8f45b07cb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2495" y="2194560"/>
            <a:ext cx="1176528" cy="816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19aa5c3e206c11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810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1/3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0e9d178742cadf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223516"/>
            <a:ext cx="1371600" cy="3535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d34694b9b55f63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59" y="2133599"/>
            <a:ext cx="1371600" cy="35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076eeeb065b720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04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398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256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151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db4460c0abb0f5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03120"/>
            <a:ext cx="969264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53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5311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370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d135167dce315e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687" y="2196083"/>
            <a:ext cx="191414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43cce3e34e7bfb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2164" y="2106168"/>
            <a:ext cx="191719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cafb332c72f7d8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503" y="2194560"/>
            <a:ext cx="2572512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11864b2915a669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03120"/>
            <a:ext cx="2575560" cy="6766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17/6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1691" y="2232660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9" name="Picture 8" descr="71ab7e8131bab8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94560"/>
            <a:ext cx="1969008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1687" y="2232660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022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3913" y="3554299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3" name="Picture 12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691459"/>
            <a:ext cx="19202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0138" y="3554299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001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41691" y="2139696"/>
            <a:ext cx="30681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Roscoe says that  </a:t>
            </a:r>
          </a:p>
        </p:txBody>
      </p:sp>
      <p:pic>
        <p:nvPicPr>
          <p:cNvPr id="9" name="Picture 8" descr="3cbcfcb0399747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679" y="2103120"/>
            <a:ext cx="196900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1687" y="2139696"/>
            <a:ext cx="331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077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3913" y="3459811"/>
            <a:ext cx="46413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Is he right? Give a value of </a:t>
            </a:r>
          </a:p>
        </p:txBody>
      </p:sp>
      <p:pic>
        <p:nvPicPr>
          <p:cNvPr id="13" name="Picture 12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114" y="3596971"/>
            <a:ext cx="19202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10138" y="3459811"/>
            <a:ext cx="25746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pic>
        <p:nvPicPr>
          <p:cNvPr id="9" name="Picture 8" descr="1f329a86f16255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01723"/>
            <a:ext cx="1639824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pic>
        <p:nvPicPr>
          <p:cNvPr id="11" name="Picture 10" descr="dc0a4f2891ed41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202179"/>
            <a:ext cx="1112520" cy="23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pic>
        <p:nvPicPr>
          <p:cNvPr id="13" name="Picture 12" descr="f18144c08071bc4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1624584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4076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pic>
        <p:nvPicPr>
          <p:cNvPr id="15" name="Picture 14" descr="121faca76136a4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792480" cy="670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315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pic>
        <p:nvPicPr>
          <p:cNvPr id="17" name="Picture 16" descr="c4b87d1c3f303e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92524"/>
            <a:ext cx="1554480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2592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pic>
        <p:nvPicPr>
          <p:cNvPr id="19" name="Picture 18" descr="ffa7e16a200ba39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50308"/>
            <a:ext cx="2258568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radical expressions — D8J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