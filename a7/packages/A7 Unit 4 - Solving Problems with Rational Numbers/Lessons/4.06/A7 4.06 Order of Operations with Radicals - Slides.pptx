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3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 multi-step expression with rational numbers, exponents and radicals by reading its structure.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radical bar grouped whatever sat under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all the grouping symbols — structure sets the order.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114300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812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05714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70fd4f7c195b27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3008376"/>
            <a:ext cx="795528" cy="5547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741420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5" name="Picture 14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854196"/>
            <a:ext cx="1088136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114300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49605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812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791" y="2372868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05714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70fd4f7c195b27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3008376"/>
            <a:ext cx="795528" cy="5547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46467" y="2985516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9/4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741420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8" name="Picture 17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854196"/>
            <a:ext cx="1088136" cy="2316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50654" y="37414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structure, not a mnemonic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103120" y="2340864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87552" y="4553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75470b2ad78cf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001" y="2406396"/>
            <a:ext cx="296265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0657" y="2318004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2" name="Picture 11" descr="0c14e80cd2eaab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0854" y="2403348"/>
            <a:ext cx="1502664" cy="286512"/>
          </a:xfrm>
          <a:prstGeom prst="rect">
            <a:avLst/>
          </a:prstGeom>
        </p:spPr>
      </p:pic>
      <p:pic>
        <p:nvPicPr>
          <p:cNvPr id="13" name="Picture 12" descr="c6cb11828cf70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2261" y="3084576"/>
            <a:ext cx="3343656" cy="2956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5917" y="3003804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5" name="Picture 14" descr="3d97c3435e5f92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6114" y="3092196"/>
            <a:ext cx="153314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52b1d3b1e5b1c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4796" y="2340864"/>
            <a:ext cx="2471928" cy="810768"/>
          </a:xfrm>
          <a:prstGeom prst="rect">
            <a:avLst/>
          </a:prstGeom>
        </p:spPr>
      </p:pic>
      <p:pic>
        <p:nvPicPr>
          <p:cNvPr id="11" name="Picture 10" descr="ffadcec50e54c8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532" y="3425952"/>
            <a:ext cx="5172456" cy="8717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6360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grouping symbol inside a grouping symbol.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4b1ef9fa2dcb4d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036" y="2103120"/>
            <a:ext cx="3965448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53dd49f16316f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31136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17136" y="189433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innermost: the power inside the parentheses</a:t>
            </a:r>
          </a:p>
        </p:txBody>
      </p:sp>
      <p:pic>
        <p:nvPicPr>
          <p:cNvPr id="11" name="Picture 10" descr="340b208cd1f743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6973824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59824" y="2546604"/>
            <a:ext cx="212445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 the parentheses, then multiply</a:t>
            </a:r>
          </a:p>
        </p:txBody>
      </p:sp>
      <p:pic>
        <p:nvPicPr>
          <p:cNvPr id="13" name="Picture 12" descr="90bf680791a0f6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2944368" cy="2956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30368" y="3144011"/>
            <a:ext cx="615391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cube root is 5; add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−1.44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dcc7e91a07786a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2194560"/>
            <a:ext cx="4538472" cy="6309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7d9dafa919c33a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571" y="2194560"/>
            <a:ext cx="4532376" cy="630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455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3(0.99) + 7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fraction bar and a radical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9657b87afa13d5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727" y="2103120"/>
            <a:ext cx="2798064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77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84a5d14892d37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676144" cy="810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62144" y="209702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numerator and denominator, each finished</a:t>
            </a:r>
          </a:p>
        </p:txBody>
      </p:sp>
      <p:pic>
        <p:nvPicPr>
          <p:cNvPr id="11" name="Picture 10" descr="d857c92eedcaec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627120" cy="813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13120" y="3183636"/>
            <a:ext cx="547115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under the bar, then the root</a:t>
            </a:r>
          </a:p>
        </p:txBody>
      </p:sp>
      <p:pic>
        <p:nvPicPr>
          <p:cNvPr id="13" name="Picture 12" descr="72e6766a18ceae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93464"/>
            <a:ext cx="1984248" cy="6797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0248" y="42047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03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−1/4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8e5417f2d59a8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9747" y="2194560"/>
            <a:ext cx="4002024" cy="10850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7dacaa3a652d27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271" y="2194560"/>
            <a:ext cx="3998975" cy="1088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027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half plus a half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6f2b5e6da5da13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260092"/>
            <a:ext cx="134112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Left to right.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fd862883ce8c3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68652"/>
            <a:ext cx="134112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12 ÷ 3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6063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10" name="Picture 9" descr="9fe57fc54286b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591" y="1876043"/>
            <a:ext cx="85344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7031" y="1851660"/>
            <a:ext cx="22338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diagonal is about 19.8 centimeters.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6063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10" name="Picture 9" descr="538eaa100b231b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591" y="1876043"/>
            <a:ext cx="847344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0935" y="1851660"/>
            <a:ext cx="22338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diagonal is about 19.8 centimeters.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sides of 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0bd57d1fcf1bc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253996"/>
            <a:ext cx="1533144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Left to right.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06ac948f72f4e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164080"/>
            <a:ext cx="1533144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10 − 4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a8f8f45b07cb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2495" y="2194560"/>
            <a:ext cx="1176528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top and the bottom.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19aa5c3e206c11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810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39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over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0e9d178742cadf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223516"/>
            <a:ext cx="1371600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d34694b9b55f63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133599"/>
            <a:ext cx="1371600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076eeeb065b72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35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398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398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56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56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151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db4460c0abb0f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03120"/>
            <a:ext cx="969264" cy="801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90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5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5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11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11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370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d135167dce315e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687" y="2196083"/>
            <a:ext cx="191414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is each exponent attached to?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43cce3e34e7bfb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2164" y="2106168"/>
            <a:ext cx="1917192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and +4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afb332c72f7d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503" y="2194560"/>
            <a:ext cx="2572512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Inside first.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11864b2915a669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03120"/>
            <a:ext cx="2575560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998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one eighth plus one ninth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1691" y="2232660"/>
            <a:ext cx="3068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10" name="Picture 9" descr="71ab7e8131bab8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679" y="2194560"/>
            <a:ext cx="1969008" cy="533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1687" y="2232660"/>
            <a:ext cx="331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022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3913" y="3554299"/>
            <a:ext cx="4641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4" name="Picture 13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114" y="3691459"/>
            <a:ext cx="19202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10138" y="3554299"/>
            <a:ext cx="2574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001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84751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Try to make the inside zero.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1691" y="2139696"/>
            <a:ext cx="3068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10" name="Picture 9" descr="3cbcfcb0399747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679" y="2103120"/>
            <a:ext cx="1969008" cy="530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1687" y="2139696"/>
            <a:ext cx="331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077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3913" y="3459811"/>
            <a:ext cx="4641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4" name="Picture 13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114" y="3596971"/>
            <a:ext cx="19202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10138" y="3459811"/>
            <a:ext cx="2574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2141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never negative is not the same as always positive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4571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