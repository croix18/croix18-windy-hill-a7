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4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image" Target="../media/image7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Relationship Id="rId6" Type="http://schemas.openxmlformats.org/officeDocument/2006/relationships/image" Target="../media/image86.png"/><Relationship Id="rId7" Type="http://schemas.openxmlformats.org/officeDocument/2006/relationships/image" Target="../media/image8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Relationship Id="rId6" Type="http://schemas.openxmlformats.org/officeDocument/2006/relationships/image" Target="../media/image92.png"/><Relationship Id="rId7" Type="http://schemas.openxmlformats.org/officeDocument/2006/relationships/image" Target="../media/image93.png"/><Relationship Id="rId8" Type="http://schemas.openxmlformats.org/officeDocument/2006/relationships/image" Target="../media/image9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5" name="Picture 14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5185" y="1440180"/>
            <a:ext cx="1436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4423" y="2052828"/>
            <a:ext cx="682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0647" y="2900172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8" name="Picture 17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20362" y="351282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product of powers law</a:t>
            </a:r>
          </a:p>
        </p:txBody>
      </p:sp>
      <p:pic>
        <p:nvPicPr>
          <p:cNvPr id="9" name="Picture 8" descr="50a410785dbdd9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53370"/>
            <a:ext cx="2935224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78224" y="1869550"/>
            <a:ext cx="30076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— the law from 3.01,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54182"/>
            <a:ext cx="57641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now doing the work on the powers of 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quotient of powers law</a:t>
            </a:r>
          </a:p>
        </p:txBody>
      </p:sp>
      <p:pic>
        <p:nvPicPr>
          <p:cNvPr id="13" name="Picture 12" descr="5b8488cf2680dc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419060"/>
            <a:ext cx="2176272" cy="701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19272" y="3540980"/>
            <a:ext cx="44544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— top minus bottom, from 3.02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212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regrouping a product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727779"/>
            <a:ext cx="8173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using the commutative and associative properties to write</a:t>
            </a:r>
          </a:p>
        </p:txBody>
      </p:sp>
      <p:pic>
        <p:nvPicPr>
          <p:cNvPr id="17" name="Picture 16" descr="030f336ef028bc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5238319"/>
            <a:ext cx="2810256" cy="4053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953256" y="5212411"/>
            <a:ext cx="6807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as </a:t>
            </a:r>
          </a:p>
        </p:txBody>
      </p:sp>
      <p:pic>
        <p:nvPicPr>
          <p:cNvPr id="19" name="Picture 18" descr="b19aa5f8730d72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6849" y="5238319"/>
            <a:ext cx="2627376" cy="4053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Multiplying: regroup, then use the laws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4f6cc700f631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112" y="1993392"/>
            <a:ext cx="7321295" cy="414528"/>
          </a:xfrm>
          <a:prstGeom prst="rect">
            <a:avLst/>
          </a:prstGeom>
        </p:spPr>
      </p:pic>
      <p:pic>
        <p:nvPicPr>
          <p:cNvPr id="11" name="Picture 10" descr="d894b08558ca6c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387" y="2717292"/>
            <a:ext cx="110032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94715" y="2659380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 </a:t>
            </a:r>
          </a:p>
        </p:txBody>
      </p:sp>
      <p:pic>
        <p:nvPicPr>
          <p:cNvPr id="13" name="Picture 12" descr="f59bf4b41a85ed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260" y="2717292"/>
            <a:ext cx="1261872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2047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efa08aa797f44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380" y="1993392"/>
            <a:ext cx="5318760" cy="798576"/>
          </a:xfrm>
          <a:prstGeom prst="rect">
            <a:avLst/>
          </a:prstGeom>
        </p:spPr>
      </p:pic>
      <p:pic>
        <p:nvPicPr>
          <p:cNvPr id="11" name="Picture 10" descr="44f28ecf0a9cf8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3066288"/>
            <a:ext cx="5193792" cy="795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0551c03da2c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268" y="1993392"/>
            <a:ext cx="6348984" cy="414528"/>
          </a:xfrm>
          <a:prstGeom prst="rect">
            <a:avLst/>
          </a:prstGeom>
        </p:spPr>
      </p:pic>
      <p:pic>
        <p:nvPicPr>
          <p:cNvPr id="11" name="Picture 10" descr="acee3a8d1b6720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80" y="2682240"/>
            <a:ext cx="5928360" cy="801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822191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c7ebac9815df2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2104643"/>
            <a:ext cx="32826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5f7ed4f25353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72656" cy="408432"/>
          </a:xfrm>
          <a:prstGeom prst="rect">
            <a:avLst/>
          </a:prstGeom>
        </p:spPr>
      </p:pic>
      <p:pic>
        <p:nvPicPr>
          <p:cNvPr id="9" name="Picture 8" descr="54ffb222fc56be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09344" cy="338328"/>
          </a:xfrm>
          <a:prstGeom prst="rect">
            <a:avLst/>
          </a:prstGeom>
        </p:spPr>
      </p:pic>
      <p:pic>
        <p:nvPicPr>
          <p:cNvPr id="10" name="Picture 9" descr="bb053a1b635793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5640"/>
            <a:ext cx="3108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28d7c387e5fd6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816312d3d4d789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505" y="3204574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04263b59ab134a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695" y="3326494"/>
            <a:ext cx="1414272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2505" y="3707494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2e6e8e2b001e1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862" y="3805030"/>
            <a:ext cx="1981199" cy="262128"/>
          </a:xfrm>
          <a:prstGeom prst="rect">
            <a:avLst/>
          </a:prstGeom>
        </p:spPr>
      </p:pic>
      <p:pic>
        <p:nvPicPr>
          <p:cNvPr id="14" name="Picture 13" descr="52d05dcb8358be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7369" y="4310998"/>
            <a:ext cx="217322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9e2cda0670996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103120"/>
            <a:ext cx="316382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4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e1f7b5cd77abb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58512" cy="414528"/>
          </a:xfrm>
          <a:prstGeom prst="rect">
            <a:avLst/>
          </a:prstGeom>
        </p:spPr>
      </p:pic>
      <p:pic>
        <p:nvPicPr>
          <p:cNvPr id="9" name="Picture 8" descr="cef6ad8a508151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3102864" cy="801624"/>
          </a:xfrm>
          <a:prstGeom prst="rect">
            <a:avLst/>
          </a:prstGeom>
        </p:spPr>
      </p:pic>
      <p:pic>
        <p:nvPicPr>
          <p:cNvPr id="10" name="Picture 9" descr="06feb2f012fdd5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85031"/>
            <a:ext cx="305714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af033f99401fce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7" y="1600200"/>
            <a:ext cx="3773424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6065c2d5f71d0c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1600200"/>
            <a:ext cx="3767328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4773" y="376845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a056522f38be10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393" y="3891898"/>
            <a:ext cx="1203960" cy="210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98353" y="376845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d07cb81e712af3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242" y="3865990"/>
            <a:ext cx="1965960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34773" y="4271374"/>
            <a:ext cx="1427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Divide:  </a:t>
            </a:r>
          </a:p>
        </p:txBody>
      </p:sp>
      <p:pic>
        <p:nvPicPr>
          <p:cNvPr id="15" name="Picture 14" descr="5bba082eb9d248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169" y="4393294"/>
            <a:ext cx="1213104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38273" y="427137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256bb6140aa7aee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162" y="4368910"/>
            <a:ext cx="2011680" cy="262128"/>
          </a:xfrm>
          <a:prstGeom prst="rect">
            <a:avLst/>
          </a:prstGeom>
        </p:spPr>
      </p:pic>
      <p:pic>
        <p:nvPicPr>
          <p:cNvPr id="18" name="Picture 17" descr="28b3729f21e06a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9637" y="4871830"/>
            <a:ext cx="957072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345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71829a44e81d10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823" y="2196083"/>
            <a:ext cx="278587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a64fed63dd04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2103120"/>
            <a:ext cx="2788920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23841" y="284225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0" name="Picture 9" descr="515cb46100c899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031" y="2964179"/>
            <a:ext cx="987552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3841" y="334517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2" name="Picture 11" descr="b08638df285abc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198" y="3442715"/>
            <a:ext cx="1941576" cy="262128"/>
          </a:xfrm>
          <a:prstGeom prst="rect">
            <a:avLst/>
          </a:prstGeom>
        </p:spPr>
      </p:pic>
      <p:pic>
        <p:nvPicPr>
          <p:cNvPr id="13" name="Picture 12" descr="f2052183a017b1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705" y="3945635"/>
            <a:ext cx="93268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63d362095a3f3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1352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143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9fc66bb1f34c49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36904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8792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e21453500b5879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440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7191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dcfe01e2266e7d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4300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24888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2609" y="3734926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6" name="Picture 15" descr="4841b499496deb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5799" y="3856846"/>
            <a:ext cx="141732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72609" y="4237846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8" name="Picture 17" descr="a2fcaba2a23dd2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966" y="4335382"/>
            <a:ext cx="1840991" cy="262128"/>
          </a:xfrm>
          <a:prstGeom prst="rect">
            <a:avLst/>
          </a:prstGeom>
        </p:spPr>
      </p:pic>
      <p:pic>
        <p:nvPicPr>
          <p:cNvPr id="19" name="Picture 18" descr="2a1f3e18aef4b3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7473" y="4838302"/>
            <a:ext cx="2127504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aa8aaa91edd783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3b2db2bf563f5f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908" y="2103120"/>
            <a:ext cx="1441704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3725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68d052e64ee558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163" y="3345180"/>
            <a:ext cx="1481328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03725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93ba4e388683b6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26" y="3826763"/>
            <a:ext cx="1880616" cy="256032"/>
          </a:xfrm>
          <a:prstGeom prst="rect">
            <a:avLst/>
          </a:prstGeom>
        </p:spPr>
      </p:pic>
      <p:pic>
        <p:nvPicPr>
          <p:cNvPr id="13" name="Picture 12" descr="c6369a2a18532f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8589" y="4329683"/>
            <a:ext cx="84734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ffdc47127232dd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276" y="2194560"/>
            <a:ext cx="164896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0912071a11b6e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323" y="2103120"/>
            <a:ext cx="1642872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89425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b4106f1670f349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863" y="3345180"/>
            <a:ext cx="1865376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89425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006020145e4625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926" y="3823716"/>
            <a:ext cx="2109216" cy="262128"/>
          </a:xfrm>
          <a:prstGeom prst="rect">
            <a:avLst/>
          </a:prstGeom>
        </p:spPr>
      </p:pic>
      <p:pic>
        <p:nvPicPr>
          <p:cNvPr id="13" name="Picture 12" descr="c559c147ffe46a9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4289" y="4329683"/>
            <a:ext cx="288950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3853590bf44167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536" y="2196083"/>
            <a:ext cx="282244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172da9cf6bf1b7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03120"/>
            <a:ext cx="282549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7745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441dd60a023e07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935" y="3540583"/>
            <a:ext cx="1021080" cy="210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17745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579cc9c9ffeab55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6102" y="4017595"/>
            <a:ext cx="1950720" cy="262128"/>
          </a:xfrm>
          <a:prstGeom prst="rect">
            <a:avLst/>
          </a:prstGeom>
        </p:spPr>
      </p:pic>
      <p:pic>
        <p:nvPicPr>
          <p:cNvPr id="14" name="Picture 13" descr="10c89d61f9e09d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609" y="4520515"/>
            <a:ext cx="954023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811d128c9a4cb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96083"/>
            <a:ext cx="28254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d3ea7b9b7f4f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487" y="2103120"/>
            <a:ext cx="282854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2609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95ecba0795db8e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799" y="3539059"/>
            <a:ext cx="1197864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72609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d8f8e59949bbed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966" y="4017595"/>
            <a:ext cx="1840991" cy="262128"/>
          </a:xfrm>
          <a:prstGeom prst="rect">
            <a:avLst/>
          </a:prstGeom>
        </p:spPr>
      </p:pic>
      <p:pic>
        <p:nvPicPr>
          <p:cNvPr id="14" name="Picture 13" descr="a7b20829de9c08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7473" y="4520515"/>
            <a:ext cx="227380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c4bdb38362d4e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117d387ca555e4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632" y="2103120"/>
            <a:ext cx="1286256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37153" y="3229356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e20244de15a0b9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591" y="3352800"/>
            <a:ext cx="996696" cy="2103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37153" y="3732275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03a763d23ef38b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3654" y="3829812"/>
            <a:ext cx="3416808" cy="262128"/>
          </a:xfrm>
          <a:prstGeom prst="rect">
            <a:avLst/>
          </a:prstGeom>
        </p:spPr>
      </p:pic>
      <p:pic>
        <p:nvPicPr>
          <p:cNvPr id="13" name="Picture 12" descr="9b9b4517e7c627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2017" y="4332732"/>
            <a:ext cx="91744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6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dfc728df3a4406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94560"/>
            <a:ext cx="331012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24154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36651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24154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594e88537557c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172" y="2103120"/>
            <a:ext cx="331317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15010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27507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15010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0887" y="3909059"/>
            <a:ext cx="16400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Fronts:  </a:t>
            </a:r>
          </a:p>
        </p:txBody>
      </p:sp>
      <p:pic>
        <p:nvPicPr>
          <p:cNvPr id="13" name="Picture 12" descr="e920add2c6370e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3799" y="4011168"/>
            <a:ext cx="183489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78695" y="3909059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8691e6c5c0ab48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768" y="4011168"/>
            <a:ext cx="234696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40887" y="4602480"/>
            <a:ext cx="160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7" name="Picture 16" descr="dedb3e2327f40b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5232" y="4471416"/>
            <a:ext cx="3002280" cy="719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3279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9107" y="1816608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60ccdbf7926155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2134" y="1645920"/>
            <a:ext cx="1554480" cy="798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6614" y="1816608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7f9ab9ea310fee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0708" y="1876044"/>
            <a:ext cx="1441704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59724" y="2695956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f48b4bb2456d35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2115" y="2753868"/>
            <a:ext cx="1249680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461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50631" y="1816608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eb274165a95bf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658" y="1645920"/>
            <a:ext cx="1548384" cy="798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2042" y="1816608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031963a342c3fd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6136" y="1876044"/>
            <a:ext cx="144475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58200" y="2695956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f762cb430573f2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0591" y="2753868"/>
            <a:ext cx="125272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461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0736" y="3976115"/>
            <a:ext cx="88572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Marcus subtracted the fronts. Sara added the exponents.</a:t>
            </a:r>
          </a:p>
        </p:txBody>
      </p:sp>
      <p:pic>
        <p:nvPicPr>
          <p:cNvPr id="16" name="Picture 15" descr="da3880d2244724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5600" y="4600956"/>
            <a:ext cx="149656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72168" y="4479035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8" name="Picture 17" descr="e5d4b81feea7d9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5057" y="4576572"/>
            <a:ext cx="1972056" cy="262128"/>
          </a:xfrm>
          <a:prstGeom prst="rect">
            <a:avLst/>
          </a:prstGeom>
        </p:spPr>
      </p:pic>
      <p:pic>
        <p:nvPicPr>
          <p:cNvPr id="19" name="Picture 18" descr="9fe0ce93fe0b7e9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5600" y="5082539"/>
            <a:ext cx="841248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534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6e0be8365ac4f5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9051"/>
            <a:ext cx="229209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20522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2a20c5f23ea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12263"/>
            <a:ext cx="1167384" cy="643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91541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d61c32ba4971b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977895"/>
            <a:ext cx="2407920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62559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8867f8a3b1816d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532631"/>
            <a:ext cx="1155192" cy="643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4546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b725906188c6ae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358639"/>
            <a:ext cx="1060704" cy="649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5167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67883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531266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5167883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7bf46933a52690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5228844"/>
            <a:ext cx="3621024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numbers written in scientific notation — YZU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