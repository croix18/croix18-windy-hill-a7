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0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Relationship Id="rId5" Type="http://schemas.openxmlformats.org/officeDocument/2006/relationships/image" Target="../media/image87.png"/><Relationship Id="rId6" Type="http://schemas.openxmlformats.org/officeDocument/2006/relationships/image" Target="../media/image88.png"/><Relationship Id="rId7" Type="http://schemas.openxmlformats.org/officeDocument/2006/relationships/image" Target="../media/image89.png"/><Relationship Id="rId8" Type="http://schemas.openxmlformats.org/officeDocument/2006/relationships/image" Target="../media/image9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4423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0647" y="2900172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0362" y="351282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1993392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387" y="2717292"/>
            <a:ext cx="110032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94715" y="265938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260" y="2717292"/>
            <a:ext cx="1261872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1993392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066288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1993392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682240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221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4643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505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4263b59ab134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695" y="3326494"/>
            <a:ext cx="1414272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2505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2e6e8e2b001e1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862" y="3805030"/>
            <a:ext cx="1981199" cy="262128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369" y="4310998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477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a056522f38be10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393" y="3891898"/>
            <a:ext cx="120396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8353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d07cb81e712af3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42" y="3865990"/>
            <a:ext cx="1965960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477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5bba082eb9d248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169" y="4393294"/>
            <a:ext cx="1213104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8273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256bb6140aa7ae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162" y="4368910"/>
            <a:ext cx="2011680" cy="262128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637" y="4871830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71829a44e81d1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3" y="2196083"/>
            <a:ext cx="278587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9a64fed63dd04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103120"/>
            <a:ext cx="278892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3841" y="284225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515cb46100c899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031" y="2964179"/>
            <a:ext cx="987552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3841" y="334517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b08638df285abc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198" y="3442715"/>
            <a:ext cx="1941576" cy="262128"/>
          </a:xfrm>
          <a:prstGeom prst="rect">
            <a:avLst/>
          </a:prstGeom>
        </p:spPr>
      </p:pic>
      <p:pic>
        <p:nvPicPr>
          <p:cNvPr id="13" name="Picture 12" descr="f2052183a017b1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705" y="3945635"/>
            <a:ext cx="93268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63d362095a3f3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1352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9fc66bb1f34c49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3690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79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e21453500b5879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440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7191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cfe01e2266e7d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4300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488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2609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4841b499496deb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799" y="3856846"/>
            <a:ext cx="141732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2609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a2fcaba2a23dd2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966" y="4335382"/>
            <a:ext cx="1840991" cy="262128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473" y="4838302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37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68d052e64ee558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163" y="3345180"/>
            <a:ext cx="1481328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37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93ba4e388683b6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26" y="3826763"/>
            <a:ext cx="1880616" cy="256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8589" y="4329683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ffdc47127232dd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276" y="2194560"/>
            <a:ext cx="164896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0912071a11b6e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323" y="2103120"/>
            <a:ext cx="1642872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94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b4106f1670f349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863" y="3345180"/>
            <a:ext cx="186537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894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06020145e4625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26" y="3823716"/>
            <a:ext cx="2109216" cy="262128"/>
          </a:xfrm>
          <a:prstGeom prst="rect">
            <a:avLst/>
          </a:prstGeom>
        </p:spPr>
      </p:pic>
      <p:pic>
        <p:nvPicPr>
          <p:cNvPr id="13" name="Picture 12" descr="c559c147ffe46a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289" y="4329683"/>
            <a:ext cx="288950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3853590bf4416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536" y="2196083"/>
            <a:ext cx="282244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72da9cf6bf1b7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03120"/>
            <a:ext cx="282549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745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441dd60a023e0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935" y="3540583"/>
            <a:ext cx="102108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17745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579cc9c9ffeab55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102" y="4017595"/>
            <a:ext cx="1950720" cy="262128"/>
          </a:xfrm>
          <a:prstGeom prst="rect">
            <a:avLst/>
          </a:prstGeom>
        </p:spPr>
      </p:pic>
      <p:pic>
        <p:nvPicPr>
          <p:cNvPr id="14" name="Picture 13" descr="10c89d61f9e09d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609" y="4520515"/>
            <a:ext cx="954023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6083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60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95ecba0795db8e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99" y="3539059"/>
            <a:ext cx="119786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60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d8f8e59949bbed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966" y="4017595"/>
            <a:ext cx="1840991" cy="262128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473" y="4520515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c4bdb38362d4e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17d387ca555e4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2103120"/>
            <a:ext cx="128625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37153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e20244de15a0b9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591" y="3352800"/>
            <a:ext cx="996696" cy="2103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37153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3a763d23ef38b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654" y="3829812"/>
            <a:ext cx="3416808" cy="262128"/>
          </a:xfrm>
          <a:prstGeom prst="rect">
            <a:avLst/>
          </a:prstGeom>
        </p:spPr>
      </p:pic>
      <p:pic>
        <p:nvPicPr>
          <p:cNvPr id="13" name="Picture 12" descr="9b9b4517e7c62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2017" y="4332732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24154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36651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24154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15010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27507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15010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887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e920add2c6370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799" y="4011168"/>
            <a:ext cx="183489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8695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8691e6c5c0ab48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768" y="4011168"/>
            <a:ext cx="23469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0887" y="4602480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dedb3e2327f40b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232" y="4471416"/>
            <a:ext cx="3002280" cy="719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79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8731" y="1815084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3c0f930fcb43c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758" y="1645920"/>
            <a:ext cx="1481328" cy="795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3086" y="1815084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201859fe582e56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180" y="1876044"/>
            <a:ext cx="14356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71916" y="2692908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af7ef3b3737f0a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4307" y="2750819"/>
            <a:ext cx="1225296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15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1779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727390f8bf6207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4806" y="1645920"/>
            <a:ext cx="1475232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038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9573c279596073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4132" y="1877568"/>
            <a:ext cx="14356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70392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efd4e5357231d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2783" y="2753868"/>
            <a:ext cx="1228344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976115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da3880d2244724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600956"/>
            <a:ext cx="149656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72168" y="4479035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7db60f7f6057b1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057" y="4576572"/>
            <a:ext cx="1892807" cy="262128"/>
          </a:xfrm>
          <a:prstGeom prst="rect">
            <a:avLst/>
          </a:prstGeom>
        </p:spPr>
      </p:pic>
      <p:pic>
        <p:nvPicPr>
          <p:cNvPr id="19" name="Picture 18" descr="b42c305db1deb8a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5082539"/>
            <a:ext cx="838200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53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