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Multiplying and Dividing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multiply and divide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7655f1be3ef338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501140"/>
            <a:ext cx="309981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80844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1" name="Picture 10" descr="911d175e683476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075688"/>
            <a:ext cx="469392" cy="6675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92150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3" name="Picture 12" descr="d68e6e8f02f1f5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2945892"/>
            <a:ext cx="853440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610356"/>
            <a:ext cx="3474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quotient:  </a:t>
            </a:r>
          </a:p>
        </p:txBody>
      </p:sp>
      <p:pic>
        <p:nvPicPr>
          <p:cNvPr id="15" name="Picture 14" descr="57c14efe461957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1575" y="3557016"/>
            <a:ext cx="417576" cy="5638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7655f1be3ef338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501140"/>
            <a:ext cx="309981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06421" y="1440180"/>
            <a:ext cx="14594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6.2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80844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2" name="Picture 11" descr="911d175e683476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075688"/>
            <a:ext cx="469392" cy="667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60197" y="2052828"/>
            <a:ext cx="6525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2150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5" name="Picture 14" descr="d68e6e8f02f1f5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2945892"/>
            <a:ext cx="853440" cy="408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04379" y="292150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610356"/>
            <a:ext cx="3474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quotient:  </a:t>
            </a:r>
          </a:p>
        </p:txBody>
      </p:sp>
      <p:pic>
        <p:nvPicPr>
          <p:cNvPr id="18" name="Picture 17" descr="57c14efe461957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1575" y="3557016"/>
            <a:ext cx="417576" cy="563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77791" y="3534156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Multiplying: regroup, then use the laws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d98347d24a5e7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4683" y="1993392"/>
            <a:ext cx="7312152" cy="411480"/>
          </a:xfrm>
          <a:prstGeom prst="rect">
            <a:avLst/>
          </a:prstGeom>
        </p:spPr>
      </p:pic>
      <p:pic>
        <p:nvPicPr>
          <p:cNvPr id="11" name="Picture 10" descr="cac393ebd07bcf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1941" y="2711196"/>
            <a:ext cx="1115568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87509" y="2656332"/>
            <a:ext cx="1977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 </a:t>
            </a:r>
          </a:p>
        </p:txBody>
      </p:sp>
      <p:pic>
        <p:nvPicPr>
          <p:cNvPr id="13" name="Picture 12" descr="d56fc73065e54a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7706" y="2709672"/>
            <a:ext cx="1261872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the coefficients. Add the exponents — that is the product of powers law, not a new rule.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Dividing: the same move with the quotient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a3a168722c51c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4616" y="1993392"/>
            <a:ext cx="5352288" cy="819912"/>
          </a:xfrm>
          <a:prstGeom prst="rect">
            <a:avLst/>
          </a:prstGeom>
        </p:spPr>
      </p:pic>
      <p:pic>
        <p:nvPicPr>
          <p:cNvPr id="11" name="Picture 10" descr="a2db9260e26591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8040" y="3087624"/>
            <a:ext cx="5425440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2489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Subtract the exponents, top minus bottom.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Finish the answer — both directions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c79c2afc3e471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788" y="1993392"/>
            <a:ext cx="6409944" cy="411480"/>
          </a:xfrm>
          <a:prstGeom prst="rect">
            <a:avLst/>
          </a:prstGeom>
        </p:spPr>
      </p:pic>
      <p:pic>
        <p:nvPicPr>
          <p:cNvPr id="11" name="Picture 10" descr="6e3a2fa74bbe54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9044" y="2679192"/>
            <a:ext cx="6123432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84048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Every answer ends with a coefficient at least 1 and less than 10.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7b4ae14dd86922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2103120"/>
            <a:ext cx="3310128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255f5ba7a254ef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769608" cy="408432"/>
          </a:xfrm>
          <a:prstGeom prst="rect">
            <a:avLst/>
          </a:prstGeom>
        </p:spPr>
      </p:pic>
      <p:pic>
        <p:nvPicPr>
          <p:cNvPr id="9" name="Picture 8" descr="6f84424baa8324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1652016" cy="353568"/>
          </a:xfrm>
          <a:prstGeom prst="rect">
            <a:avLst/>
          </a:prstGeom>
        </p:spPr>
      </p:pic>
      <p:pic>
        <p:nvPicPr>
          <p:cNvPr id="10" name="Picture 9" descr="faf479a8541eeb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0880"/>
            <a:ext cx="3166872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945d13953f7af1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2691" y="2194560"/>
            <a:ext cx="4136136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56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02a20b9238011d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1168" y="2194560"/>
            <a:ext cx="4139183" cy="5212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86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Multiply.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d048c7fc436d66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1896" y="2103120"/>
            <a:ext cx="3157728" cy="886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930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6b3f0849106cd4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861560" cy="411480"/>
          </a:xfrm>
          <a:prstGeom prst="rect">
            <a:avLst/>
          </a:prstGeom>
        </p:spPr>
      </p:pic>
      <p:pic>
        <p:nvPicPr>
          <p:cNvPr id="9" name="Picture 8" descr="1c6ad9425b8dfd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3139440" cy="826008"/>
          </a:xfrm>
          <a:prstGeom prst="rect">
            <a:avLst/>
          </a:prstGeom>
        </p:spPr>
      </p:pic>
      <p:pic>
        <p:nvPicPr>
          <p:cNvPr id="10" name="Picture 9" descr="6aefb1689d23fb3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706368"/>
            <a:ext cx="313334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d9eedbeb2084bf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7284" y="2194560"/>
            <a:ext cx="3806952" cy="11094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8069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914658bc6d4d6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807" y="2194560"/>
            <a:ext cx="3803904" cy="11094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8069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8" name="Picture 7" descr="a47a82f506d1e5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4560"/>
            <a:ext cx="281025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31fb752d70c627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108" y="2103120"/>
            <a:ext cx="281330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824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printer makes  </a:t>
            </a:r>
          </a:p>
        </p:txBody>
      </p:sp>
      <p:pic>
        <p:nvPicPr>
          <p:cNvPr id="9" name="Picture 8" descr="813d8c54303748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007" y="1938527"/>
            <a:ext cx="902208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24215" y="1851660"/>
            <a:ext cx="27288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927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 runs for  </a:t>
            </a:r>
          </a:p>
        </p:txBody>
      </p:sp>
      <p:pic>
        <p:nvPicPr>
          <p:cNvPr id="12" name="Picture 11" descr="39bd69d20e0cfe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4522" y="2551176"/>
            <a:ext cx="1155192" cy="283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79714" y="2464308"/>
            <a:ext cx="54883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824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printer makes  </a:t>
            </a:r>
          </a:p>
        </p:txBody>
      </p:sp>
      <p:pic>
        <p:nvPicPr>
          <p:cNvPr id="9" name="Picture 8" descr="00df9fb5b7ec9f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007" y="1938527"/>
            <a:ext cx="905256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27263" y="1851660"/>
            <a:ext cx="27288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927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 runs for  </a:t>
            </a:r>
          </a:p>
        </p:txBody>
      </p:sp>
      <p:pic>
        <p:nvPicPr>
          <p:cNvPr id="12" name="Picture 11" descr="a80742e4b94b4b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4522" y="2551176"/>
            <a:ext cx="1155192" cy="283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79714" y="2464308"/>
            <a:ext cx="54883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8" name="Picture 7" descr="f43a30d4653d07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94560"/>
            <a:ext cx="1463040" cy="822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8" name="Picture 7" descr="f69d270b84b836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0764" y="2103120"/>
            <a:ext cx="1459992" cy="822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854a4a598c6527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7028" y="2194560"/>
            <a:ext cx="1807464" cy="8260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8bc77f296de0cf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8552" y="2103120"/>
            <a:ext cx="1804416" cy="822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5.3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c0f8266fbc7965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4560"/>
            <a:ext cx="281025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64c6147c2ce0e2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108" y="2103120"/>
            <a:ext cx="281330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6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f125fe26b9d135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4560"/>
            <a:ext cx="281025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ffd33f95921b24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108" y="2103120"/>
            <a:ext cx="281330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e525d712acf4b1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3" y="2194560"/>
            <a:ext cx="1353312" cy="8260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dd4e224a7fe9f3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7152" y="2103120"/>
            <a:ext cx="1347216" cy="822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8" name="Picture 7" descr="cf1acb8271e6df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1" y="2194560"/>
            <a:ext cx="3328416" cy="819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7100" y="3265931"/>
            <a:ext cx="3546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567" y="3403091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18591" y="3265931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8" name="Picture 7" descr="49829e386e3352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5028" y="2103120"/>
            <a:ext cx="3331464" cy="816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7100" y="3171444"/>
            <a:ext cx="3546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567" y="3308604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18591" y="3171444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8140" y="2378964"/>
            <a:ext cx="954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For  </a:t>
            </a:r>
          </a:p>
        </p:txBody>
      </p:sp>
      <p:pic>
        <p:nvPicPr>
          <p:cNvPr id="9" name="Picture 8" descr="497afcee60275d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5751" y="2194560"/>
            <a:ext cx="1463040" cy="8260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18791" y="2378964"/>
            <a:ext cx="29213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Marcus writes  </a:t>
            </a:r>
          </a:p>
        </p:txBody>
      </p:sp>
      <p:pic>
        <p:nvPicPr>
          <p:cNvPr id="11" name="Picture 10" descr="a61c108a2c4f32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3011" y="2430780"/>
            <a:ext cx="1420368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34964" y="3272028"/>
            <a:ext cx="2985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Sara writes  </a:t>
            </a:r>
          </a:p>
        </p:txBody>
      </p:sp>
      <p:pic>
        <p:nvPicPr>
          <p:cNvPr id="13" name="Picture 12" descr="5029bb2e4362f2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2971" y="3325367"/>
            <a:ext cx="1243584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980687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3905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9664" y="2284475"/>
            <a:ext cx="954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For  </a:t>
            </a:r>
          </a:p>
        </p:txBody>
      </p:sp>
      <p:pic>
        <p:nvPicPr>
          <p:cNvPr id="9" name="Picture 8" descr="11453e40830bd3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275" y="2103120"/>
            <a:ext cx="1459992" cy="819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17267" y="2284475"/>
            <a:ext cx="29213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Marcus writes  </a:t>
            </a:r>
          </a:p>
        </p:txBody>
      </p:sp>
      <p:pic>
        <p:nvPicPr>
          <p:cNvPr id="11" name="Picture 10" descr="9220e587e3708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487" y="2336291"/>
            <a:ext cx="1420368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33440" y="3174491"/>
            <a:ext cx="2985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Sara writes  </a:t>
            </a:r>
          </a:p>
        </p:txBody>
      </p:sp>
      <p:pic>
        <p:nvPicPr>
          <p:cNvPr id="13" name="Picture 12" descr="6afd167257bcd6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1447" y="3227831"/>
            <a:ext cx="1246632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883151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numbers written in scientific notation — YZU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Divide numbers written in scientific notation — SGT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