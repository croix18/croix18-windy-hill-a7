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244144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113788"/>
            <a:ext cx="309981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244144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8053" y="1440180"/>
            <a:ext cx="145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11378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12627" y="2052828"/>
            <a:ext cx="16371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3709" y="2665476"/>
            <a:ext cx="1743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623" y="3278124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a738e44a54142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428" y="1993392"/>
            <a:ext cx="60746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05746" y="2656332"/>
            <a:ext cx="8306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46d10cc3baed6a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029" y="2708148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19428082cb99c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029968"/>
            <a:ext cx="338023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94714" y="2656332"/>
            <a:ext cx="87092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1688" y="3342132"/>
            <a:ext cx="60785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3" name="Picture 12" descr="4090bfd67d1032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063" y="3371088"/>
            <a:ext cx="3096768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9368" y="1714500"/>
            <a:ext cx="417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9" name="Picture 8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447" y="1769363"/>
            <a:ext cx="159410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1551" y="171450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08" y="1767839"/>
            <a:ext cx="13898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996" y="171450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831760cab574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08432"/>
          </a:xfrm>
          <a:prstGeom prst="rect">
            <a:avLst/>
          </a:prstGeom>
        </p:spPr>
      </p:pic>
      <p:pic>
        <p:nvPicPr>
          <p:cNvPr id="9" name="Picture 8" descr="30f7ea4290ce6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5010912" cy="365760"/>
          </a:xfrm>
          <a:prstGeom prst="rect">
            <a:avLst/>
          </a:prstGeom>
        </p:spPr>
      </p:pic>
      <p:pic>
        <p:nvPicPr>
          <p:cNvPr id="10" name="Picture 9" descr="ae705d3f714a2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3072"/>
            <a:ext cx="45171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8695" y="2186940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9" name="Picture 8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969" y="2194560"/>
            <a:ext cx="1786128" cy="441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9097" y="218694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653" y="2194560"/>
            <a:ext cx="2033015" cy="44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6669" y="218694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7171" y="2185415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9" name="Picture 8" descr="2ea2d2cafb188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445" y="2194560"/>
            <a:ext cx="1789176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80621" y="2185415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798bb70a13d738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177" y="2194560"/>
            <a:ext cx="2033015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8193" y="2185415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3513" y="1714500"/>
            <a:ext cx="3245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9" name="Picture 8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977" y="1767839"/>
            <a:ext cx="180441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86393" y="1714500"/>
            <a:ext cx="3438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1" name="Picture 10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9" y="2497836"/>
            <a:ext cx="2008632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25661" y="2446020"/>
            <a:ext cx="3855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799fbcd94df55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6648" cy="289560"/>
          </a:xfrm>
          <a:prstGeom prst="rect">
            <a:avLst/>
          </a:prstGeom>
        </p:spPr>
      </p:pic>
      <p:pic>
        <p:nvPicPr>
          <p:cNvPr id="9" name="Picture 8" descr="22b44a67be12e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7912" cy="429768"/>
          </a:xfrm>
          <a:prstGeom prst="rect">
            <a:avLst/>
          </a:prstGeom>
        </p:spPr>
      </p:pic>
      <p:pic>
        <p:nvPicPr>
          <p:cNvPr id="10" name="Picture 9" descr="4629515b15c2b4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579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9" name="Picture 8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365" y="2942844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2" name="Picture 11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1871" y="2942844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9" name="Picture 8" descr="8579fbd842756a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365" y="2941320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2" name="Picture 11" descr="522cffef3ffba4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1871" y="2941320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9" name="Picture 8" descr="69f46df5ecb064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dd823fb368db84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7003"/>
            <a:ext cx="1127760" cy="286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59677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9" name="Picture 8" descr="877de329d13d7e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98384e6b1ba121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8527"/>
            <a:ext cx="1130808" cy="283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2725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793" y="269290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0" name="Picture 9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744724"/>
            <a:ext cx="20269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9290" y="269290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793" y="260146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0" name="Picture 9" descr="b1203184ca7f2d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653284"/>
            <a:ext cx="20269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9290" y="26014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302" y="2194560"/>
            <a:ext cx="40203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9614" y="217170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da2ed7f30b8d3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778" y="2104643"/>
            <a:ext cx="4023360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11138" y="208026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414" y="217170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9" name="Picture 8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66" y="2226564"/>
            <a:ext cx="142341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42882" y="217170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1" name="Picture 10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830" y="2226564"/>
            <a:ext cx="163372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6558" y="217170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1890" y="208026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9" name="Picture 8" descr="2040ebaec58d50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942" y="2135124"/>
            <a:ext cx="142646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44406" y="208026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1" name="Picture 10" descr="7f74096cc598f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354" y="2135124"/>
            <a:ext cx="163372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082" y="208026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3822" y="217170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9" name="Picture 8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226564"/>
            <a:ext cx="163372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6700" y="217170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3822" y="208026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9" name="Picture 8" descr="cb8dbdba9896eb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135124"/>
            <a:ext cx="163372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6700" y="208026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016" y="274657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0" name="Picture 9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73" y="2799919"/>
            <a:ext cx="140817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4449" y="274657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2" name="Picture 11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316" y="2799919"/>
            <a:ext cx="139903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88348" y="274657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5492" y="265513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0" name="Picture 9" descr="7257295b37188a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749" y="2708479"/>
            <a:ext cx="141122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5973" y="265513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2" name="Picture 11" descr="94cb33e082284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840" y="2708479"/>
            <a:ext cx="139903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89872" y="265513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728" y="274657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0" name="Picture 9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806015"/>
            <a:ext cx="17647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60254" y="274657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2" name="Picture 11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99919"/>
            <a:ext cx="138074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05355" y="274657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728" y="265513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0" name="Picture 9" descr="a825a716d0b1c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714575"/>
            <a:ext cx="17647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60254" y="265513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2" name="Picture 11" descr="1d3c8ee25f94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08479"/>
            <a:ext cx="138074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05355" y="265513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5771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4088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896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4" name="Picture 13" descr="455a5450e4ac98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289" y="2506648"/>
            <a:ext cx="954289" cy="2341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80578" y="2434888"/>
            <a:ext cx="106630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6" name="Picture 15" descr="bb8fc48a8c32d1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724" y="2506648"/>
            <a:ext cx="1087738" cy="23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97463" y="2434888"/>
            <a:ext cx="402410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3563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20" name="Picture 19" descr="1b1c445e0e5cd7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0530"/>
            <a:ext cx="2696684" cy="27697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90323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4700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5162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25" name="Picture 24" descr="e70ffa874200d0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8944" y="4177217"/>
            <a:ext cx="1067595" cy="23416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36539" y="4105457"/>
            <a:ext cx="691969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3563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pic>
        <p:nvPicPr>
          <p:cNvPr id="29" name="Picture 28" descr="98201dc88cb685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58547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6179" y="4940741"/>
            <a:ext cx="660323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281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correct precision.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