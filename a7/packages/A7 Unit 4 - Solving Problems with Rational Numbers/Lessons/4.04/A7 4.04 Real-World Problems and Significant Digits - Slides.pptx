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17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2194560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6336" y="2967228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524" y="3029902"/>
            <a:ext cx="1212659" cy="29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243709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967228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8092" y="3762756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919" y="3820064"/>
            <a:ext cx="2787507" cy="3568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728" y="1714500"/>
            <a:ext cx="3819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347" y="1784985"/>
            <a:ext cx="128035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25697" y="171450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764" y="1784985"/>
            <a:ext cx="1124331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01095" y="171450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3353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44c2bf593fa02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9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6764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14b23867f6fdf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7830" y="1647825"/>
            <a:ext cx="1302639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0469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2115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87a1fbfe2ae1b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1570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5525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5dd2a15c5c66d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592" y="1647825"/>
            <a:ext cx="1305115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1707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df377020efabce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481" y="3010645"/>
            <a:ext cx="2186606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5087" y="287539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976" y="2963972"/>
            <a:ext cx="1855231" cy="261366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8481" y="3467559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3617" y="3881230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0fcaf31c9964322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5774" y="3974480"/>
            <a:ext cx="1022127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036" y="1714500"/>
            <a:ext cx="29736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90" y="1787461"/>
            <a:ext cx="1448752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2242" y="1714500"/>
            <a:ext cx="3219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1" y="2475738"/>
            <a:ext cx="1624584" cy="27241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7585" y="2400300"/>
            <a:ext cx="3688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8573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08a04405287c78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35" y="1650301"/>
            <a:ext cx="131749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4733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4202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e32de29ecd09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669" y="2333625"/>
            <a:ext cx="1322451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8120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335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c2efbce8eea1c4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997" y="1650301"/>
            <a:ext cx="1319974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5972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2964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6a45577f708de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431" y="2333625"/>
            <a:ext cx="132492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9358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693111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064110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656279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1385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a7946796b3d2e7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4331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8665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6a6c57be53ee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731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015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21b219ba43567f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680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1141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046ade4f82d7b8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208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1492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44e63c88951851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001" y="4226002"/>
            <a:ext cx="1822561" cy="2146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5562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de20136ea86b66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451" y="4179329"/>
            <a:ext cx="1827228" cy="261366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3001" y="4682916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8137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dbc7cf508525fbf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0917" y="5187503"/>
            <a:ext cx="1054798" cy="259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9290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76834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929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0146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67690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0146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33" y="4531469"/>
            <a:ext cx="1554194" cy="25669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5428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04bd18778892b9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489" y="4531469"/>
            <a:ext cx="1227486" cy="25669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529" y="2239708"/>
            <a:ext cx="3236785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5314" y="217170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291" y="2148268"/>
            <a:ext cx="3239262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6553" y="208026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46012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509180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2817" y="217170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18" y="2242185"/>
            <a:ext cx="115404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9167" y="217170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441" y="224218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6798" y="217170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1578" y="208026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80" y="2150745"/>
            <a:ext cx="115652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406" y="208026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679" y="215074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8036" y="208026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bbac96af5f9ecf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360" y="3549346"/>
            <a:ext cx="203025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8613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02" y="3502673"/>
            <a:ext cx="1855231" cy="261366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360" y="4006260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3496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1d4326cbde9a9c9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57" y="4513181"/>
            <a:ext cx="1068800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17170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24218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17170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08026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15074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08026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986" y="3498437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112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21b219ba43567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932" y="3951922"/>
            <a:ext cx="1061799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7358" y="274657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648" y="2819540"/>
            <a:ext cx="1131760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7408" y="274657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274" y="281706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6464" y="274657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6120" y="265513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410" y="2728100"/>
            <a:ext cx="1134237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8647" y="265513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512" y="272562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7702" y="265513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5977" y="4102699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13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973d474b1ce85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11" y="4591331"/>
            <a:ext cx="1295495" cy="3093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74657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864117"/>
            <a:ext cx="1510664" cy="2823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74657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81954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74657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65513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770201"/>
            <a:ext cx="1510664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65513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72810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65513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623811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