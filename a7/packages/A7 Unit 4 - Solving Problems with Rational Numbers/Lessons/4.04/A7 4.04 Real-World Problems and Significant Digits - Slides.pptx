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7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digits of a measurement that carry information: every nonzero digit, every zero between nonzero digits, and a trailing zero only when a decimal point is written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leading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zero before the first nonzero digit. 0.0047 has two leading zeros and two significant 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quantity that was measured, so its last digit is uncertain. A count is not a measurement — 24 students is exactly 24, and 60 seconds in a minute is exact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801443"/>
            <a:ext cx="1859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80601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708479"/>
            <a:ext cx="1859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71457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586378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