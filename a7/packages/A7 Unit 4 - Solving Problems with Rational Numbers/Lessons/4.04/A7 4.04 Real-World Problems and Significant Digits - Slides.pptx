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17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1993392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43817" y="2656332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006" y="2717292"/>
            <a:ext cx="137769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023872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656332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410" y="3342132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237" y="3368040"/>
            <a:ext cx="3166872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8053" y="1714500"/>
            <a:ext cx="4120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411" y="1772412"/>
            <a:ext cx="15758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7227" y="1714500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215" y="1772412"/>
            <a:ext cx="1383792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52007" y="1714500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a08d6ab77e1723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248400" cy="387096"/>
          </a:xfrm>
          <a:prstGeom prst="rect">
            <a:avLst/>
          </a:prstGeom>
        </p:spPr>
      </p:pic>
      <p:pic>
        <p:nvPicPr>
          <p:cNvPr id="10" name="Picture 9" descr="a93125fbd09b82b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462272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0625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645c9c47acde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639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2863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debdcb1f49260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851" y="1600200"/>
            <a:ext cx="2005584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435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9101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9219eb587cce9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15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1339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cda4b72b75ce9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327" y="1600200"/>
            <a:ext cx="200863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0959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94a8240adc6e96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5957" y="3055222"/>
            <a:ext cx="218541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1373" y="2933302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261" y="3030838"/>
            <a:ext cx="1859280" cy="262128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5957" y="3509374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1093" y="3939142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7eec2dad996b77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3250" y="4039726"/>
            <a:ext cx="1030224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9331" y="1714500"/>
            <a:ext cx="3203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985" y="1773936"/>
            <a:ext cx="17830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39065" y="1714500"/>
            <a:ext cx="3470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625" y="2506980"/>
            <a:ext cx="199948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0113" y="2446020"/>
            <a:ext cx="3977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bb89500147edd4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895344" cy="417576"/>
          </a:xfrm>
          <a:prstGeom prst="rect">
            <a:avLst/>
          </a:prstGeom>
        </p:spPr>
      </p:pic>
      <p:pic>
        <p:nvPicPr>
          <p:cNvPr id="10" name="Picture 9" descr="675b2dce7029d4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0411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9636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085e71197c76e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141" y="1600200"/>
            <a:ext cx="202692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9061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031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8ca2d2fd49f849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86" y="2340864"/>
            <a:ext cx="2036064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68750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8112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92d949c5a21a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617" y="1600200"/>
            <a:ext cx="2029968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0585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1507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b395e7df8785e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162" y="2340864"/>
            <a:ext cx="2039112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274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768454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176886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752958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130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cb6705e7e3c134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e2d8d1397623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14e1bd54084a4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5ace9ec4312072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0dcb6b3604aaf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929" y="4212667"/>
            <a:ext cx="182575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7681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a732557401dc8a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570" y="4188283"/>
            <a:ext cx="1831848" cy="262128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929" y="4666819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7065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018e3913f4d433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846" y="5197171"/>
            <a:ext cx="1057656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9290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753867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92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0146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662428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0146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40ace4bdf802fb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233" y="4538803"/>
            <a:ext cx="15575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8761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ecdbdf53729bbd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823" y="4538803"/>
            <a:ext cx="123139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740" y="2194560"/>
            <a:ext cx="398373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1476" y="217170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216" y="2103120"/>
            <a:ext cx="398678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3000" y="208026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08579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493083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716" y="217170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372" y="2229612"/>
            <a:ext cx="14203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9740" y="217170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624" y="2229612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8448" y="217170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2192" y="208026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848" y="2138171"/>
            <a:ext cx="14234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31264" y="208026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48" y="2138171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9972" y="208026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7be216ecf24c5d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669" y="3536011"/>
            <a:ext cx="20299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6637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526" y="3511627"/>
            <a:ext cx="1859280" cy="262128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6669" y="3990163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1805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9b8a502d8aaa20e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9866" y="4520515"/>
            <a:ext cx="10698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17170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229612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17170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08026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138171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08026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366" y="3482340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050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a617e99eac0e99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313" y="3960876"/>
            <a:ext cx="1063752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07" y="274657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12" y="2806015"/>
            <a:ext cx="13929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7048" y="274657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773" y="280449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3853" y="274657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4683" y="265513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88" y="2714575"/>
            <a:ext cx="139598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8572" y="265513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297" y="271305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5377" y="265513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025" y="4059074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61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3b7c76269977c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58" y="4604666"/>
            <a:ext cx="130149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08" y="274657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9630dac2daa1a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190" y="2801443"/>
            <a:ext cx="1859280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6470" y="274657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ca0b1ffd8d5f75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029" y="2806015"/>
            <a:ext cx="1377696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1725" y="274657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08" y="265513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76e99574fb259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190" y="2708479"/>
            <a:ext cx="1859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6470" y="265513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4947c6a9376ae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029" y="2714575"/>
            <a:ext cx="1377696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1725" y="265513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7221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990cd9202cebfc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085" y="4586378"/>
            <a:ext cx="26730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7221" y="4994810"/>
            <a:ext cx="83042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9,145 stops at the ones place, so round to ones:  9,150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9,150 = 9.150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