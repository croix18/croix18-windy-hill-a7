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5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a length between the customary and metric systems with a ratio from the reference sheet, and convert money with a given 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713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3" name="Picture 12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2895917"/>
            <a:ext cx="1115456" cy="218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840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5" name="Picture 14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487205"/>
            <a:ext cx="1300575" cy="2349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44816" y="33840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6601" y="1440180"/>
            <a:ext cx="997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615930"/>
            <a:ext cx="1009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285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5" name="Picture 14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3353117"/>
            <a:ext cx="1115456" cy="218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57938" y="3228578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12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8" name="Picture 17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944405"/>
            <a:ext cx="1300575" cy="2349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44816" y="38412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895" y="3841226"/>
            <a:ext cx="950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customary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inch–foot–mile–pound–gallon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centimeter–meter–kilometer–kilogram–liter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conversion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12054"/>
            <a:ext cx="44291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pair of equal measures, such as </a:t>
            </a:r>
          </a:p>
        </p:txBody>
      </p:sp>
      <p:pic>
        <p:nvPicPr>
          <p:cNvPr id="14" name="Picture 13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90" y="3935720"/>
            <a:ext cx="1537493" cy="2043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72484" y="3812054"/>
            <a:ext cx="4530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, written as a fraction that equals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4756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exchange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115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how much of one currency one unit of another buys — a rate someone sets, printed on the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conversion ratio is a form of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7d6f4ebec763b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32" y="2194560"/>
            <a:ext cx="4410456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Which ratio? Estimate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d1300cfc0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5" y="2194560"/>
            <a:ext cx="4163568" cy="70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350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Pick the ratio whose 1 is the unit you have. Estimate: which is the bigger unit?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Money is a rate someone 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ebe123ca6a6e2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83" y="2240661"/>
            <a:ext cx="3578352" cy="289560"/>
          </a:xfrm>
          <a:prstGeom prst="rect">
            <a:avLst/>
          </a:prstGeom>
        </p:spPr>
      </p:pic>
      <p:pic>
        <p:nvPicPr>
          <p:cNvPr id="11" name="Picture 10" descr="1097f78d90eae8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248" y="3045333"/>
            <a:ext cx="7431024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254" y="21829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2246" y="2080260"/>
            <a:ext cx="4799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tablet screen is 15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c726513f1e9cc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1155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38.1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338bfed52120ec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811" y="2992166"/>
            <a:ext cx="232562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63.5 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937" y="208026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47c497fa41547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690" y="2192845"/>
            <a:ext cx="3345751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97441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euros is $80? And how many dollars is 46 euros?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3223ac4dec205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10256" cy="280416"/>
          </a:xfrm>
          <a:prstGeom prst="rect">
            <a:avLst/>
          </a:prstGeom>
        </p:spPr>
      </p:pic>
      <p:pic>
        <p:nvPicPr>
          <p:cNvPr id="9" name="Picture 8" descr="d55869bdcabf04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36220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73.60 euros; $50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cdcc197a46a9d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5497a985b9854d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  <p:pic>
        <p:nvPicPr>
          <p:cNvPr id="12" name="Picture 11" descr="b61c547caeac9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2992166"/>
            <a:ext cx="2368296" cy="256032"/>
          </a:xfrm>
          <a:prstGeom prst="rect">
            <a:avLst/>
          </a:prstGeom>
        </p:spPr>
      </p:pic>
      <p:pic>
        <p:nvPicPr>
          <p:cNvPr id="13" name="Picture 12" descr="8124e5dae99de1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3531662"/>
            <a:ext cx="205435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162 CAD; $60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563291572bb5ac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28" y="3242102"/>
            <a:ext cx="2374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50.8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pic>
        <p:nvPicPr>
          <p:cNvPr id="11" name="Picture 10" descr="a6122b463c812d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299" y="3242102"/>
            <a:ext cx="213664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7.8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b3ee9e039b8f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pic>
        <p:nvPicPr>
          <p:cNvPr id="11" name="Picture 10" descr="ed0994c23a493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15" y="3239054"/>
            <a:ext cx="211226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8.05 km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bf2c9433a2aba0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2" name="Picture 11" descr="d576d2edbb6fc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187810"/>
            <a:ext cx="1264920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4" name="Picture 13" descr="1bea68e0811b19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187810"/>
            <a:ext cx="124968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6" name="Picture 15" descr="711be185f145e8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00458"/>
            <a:ext cx="12923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8" name="Picture 17" descr="147918762884ef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00458"/>
            <a:ext cx="1024128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6a54cea2649eb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pic>
        <p:nvPicPr>
          <p:cNvPr id="11" name="Picture 10" descr="7848a55870dbf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3239054"/>
            <a:ext cx="191414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3.1 mi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23c46f257f02bc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3fcb734e6361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4" name="Picture 13" descr="cce88695c46a5f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87" y="3753769"/>
            <a:ext cx="1935480" cy="274320"/>
          </a:xfrm>
          <a:prstGeom prst="rect">
            <a:avLst/>
          </a:prstGeom>
        </p:spPr>
      </p:pic>
      <p:pic>
        <p:nvPicPr>
          <p:cNvPr id="15" name="Picture 14" descr="23919ae52bfa69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787" y="4320697"/>
            <a:ext cx="2709672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182.88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a7e24ba549ecb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990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27206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88d2b26b87c7a8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212" y="1956815"/>
            <a:ext cx="184708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f2542c0ca55f8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38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3025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e3914b43cbb52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260" y="1956815"/>
            <a:ext cx="1844040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4988" y="3661376"/>
            <a:ext cx="7708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Estimate: 3 yd is a bit under 3 m, so about 270 cm</a:t>
            </a:r>
          </a:p>
        </p:txBody>
      </p:sp>
      <p:pic>
        <p:nvPicPr>
          <p:cNvPr id="17" name="Picture 16" descr="d185211e555287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852" y="4284026"/>
            <a:ext cx="5269992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7357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270; exactly 274.32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14cf36aaa7163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6999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84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e54799be41057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432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876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608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fa316f6c8e8ec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9475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6146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5f4792e490fd8d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1280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572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pic>
        <p:nvPicPr>
          <p:cNvPr id="15" name="Picture 14" descr="773c04bbf5cec4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704" y="4387753"/>
            <a:ext cx="63398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5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4,276.80 pesos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2f86d8905c910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6e18d58589ed8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pic>
        <p:nvPicPr>
          <p:cNvPr id="12" name="Picture 11" descr="5134a9b996441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3778153"/>
            <a:ext cx="2331720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7.44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7088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1528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fd521c93e65714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4587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8159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4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3914b43cbb52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404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848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6c8af11a611881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4ece4610ab63a2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7064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10636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6" name="Picture 15" descr="609db8417a3b42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51" y="4467398"/>
            <a:ext cx="2298192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19074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inches ratio on centimeters. Inches are bigger, so fewer: 11.7 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01723"/>
            <a:ext cx="1847088" cy="243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1495044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96083"/>
            <a:ext cx="183184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9480" y="2089403"/>
            <a:ext cx="427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inches is 40 cm?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673c0080fbe231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90443"/>
            <a:ext cx="1901952" cy="24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9584" y="2683763"/>
            <a:ext cx="474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kilometers is 10 mi?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d2f86d8905c910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4803"/>
            <a:ext cx="1950720" cy="243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78352" y="3278123"/>
            <a:ext cx="392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miles is 8 km?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1" name="Picture 20" descr="85d78c8d2e33f8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48684"/>
            <a:ext cx="130454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32176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a7e24ba549ecbc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6238" y="3980688"/>
            <a:ext cx="1347216" cy="2407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13454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16" y="3979164"/>
            <a:ext cx="1847088" cy="243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94604" y="3872483"/>
            <a:ext cx="48643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2 yd?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1139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Estimate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057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05755"/>
            <a:ext cx="2086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30" name="Picture 29" descr="9090d8e8f0989a7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603" y="5017008"/>
            <a:ext cx="3346704" cy="2346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0307" y="4905755"/>
            <a:ext cx="4610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euros is $50? How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4667"/>
            <a:ext cx="37730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many dollars is 23 euros?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