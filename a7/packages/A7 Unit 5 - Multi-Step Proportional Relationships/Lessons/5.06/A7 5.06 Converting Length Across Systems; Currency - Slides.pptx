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10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50.png"/><Relationship Id="rId4" Type="http://schemas.openxmlformats.org/officeDocument/2006/relationships/image" Target="../media/image55.png"/><Relationship Id="rId5" Type="http://schemas.openxmlformats.org/officeDocument/2006/relationships/image" Target="../media/image47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5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6–7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Converting Length Across Systems; Currency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MA.7.AR.3.3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convert a length between the customary and metric systems with a ratio from the reference sheet, and convert money with a given rate.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93131"/>
            <a:ext cx="10713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At </a:t>
            </a:r>
          </a:p>
        </p:txBody>
      </p:sp>
      <p:pic>
        <p:nvPicPr>
          <p:cNvPr id="9" name="Picture 8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8724" y="1463039"/>
            <a:ext cx="1134443" cy="51738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43168" y="1493131"/>
            <a:ext cx="54619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how long is a 10-ft wall on the plan?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58730"/>
            <a:ext cx="93367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14 cm side becomes 7 cm in the copy. Find the scale factor.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771378"/>
            <a:ext cx="3356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quotient:  </a:t>
            </a:r>
          </a:p>
        </p:txBody>
      </p:sp>
      <p:pic>
        <p:nvPicPr>
          <p:cNvPr id="13" name="Picture 12" descr="39e03d93cf5508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841" y="2895917"/>
            <a:ext cx="1115456" cy="2183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384026"/>
            <a:ext cx="7068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</a:t>
            </a:r>
          </a:p>
        </p:txBody>
      </p:sp>
      <p:pic>
        <p:nvPicPr>
          <p:cNvPr id="15" name="Picture 14" descr="f2cd49c9de613dc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4241" y="3487205"/>
            <a:ext cx="1300575" cy="23495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744816" y="3384026"/>
            <a:ext cx="37385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feet is 30 in?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93131"/>
            <a:ext cx="10713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At </a:t>
            </a:r>
          </a:p>
        </p:txBody>
      </p:sp>
      <p:pic>
        <p:nvPicPr>
          <p:cNvPr id="9" name="Picture 8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8724" y="1463039"/>
            <a:ext cx="1134443" cy="51738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43168" y="1493131"/>
            <a:ext cx="54619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how long is a 10-ft wall on the plan?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16601" y="1440180"/>
            <a:ext cx="997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2.5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58730"/>
            <a:ext cx="93367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14 cm side becomes 7 cm in the copy. Find the scale factor.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615930"/>
            <a:ext cx="1009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228578"/>
            <a:ext cx="3356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quotient:  </a:t>
            </a:r>
          </a:p>
        </p:txBody>
      </p:sp>
      <p:pic>
        <p:nvPicPr>
          <p:cNvPr id="15" name="Picture 14" descr="39e03d93cf5508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841" y="3353117"/>
            <a:ext cx="1115456" cy="2183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57938" y="3228578"/>
            <a:ext cx="385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841226"/>
            <a:ext cx="7068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</a:t>
            </a:r>
          </a:p>
        </p:txBody>
      </p:sp>
      <p:pic>
        <p:nvPicPr>
          <p:cNvPr id="18" name="Picture 17" descr="f2cd49c9de613dc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4241" y="3944405"/>
            <a:ext cx="1300575" cy="23495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744816" y="3841226"/>
            <a:ext cx="37385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feet is 30 in?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4895" y="3841226"/>
            <a:ext cx="9500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2.5 ft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customary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inch–foot–mile–pound–gallon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5218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45771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centimeter–meter–kilometer–kilogram–liter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41324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conversion 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12054"/>
            <a:ext cx="44291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pair of equal measures, such as </a:t>
            </a:r>
          </a:p>
        </p:txBody>
      </p:sp>
      <p:pic>
        <p:nvPicPr>
          <p:cNvPr id="14" name="Picture 13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990" y="3935720"/>
            <a:ext cx="1537493" cy="20431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72484" y="3812054"/>
            <a:ext cx="45305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, written as a fraction that equals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4756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exchange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841151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how much of one currency one unit of another buys — a rate someone sets, printed on the problem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conversion ratio is a form of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7d6f4ebec763b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5532" y="1993392"/>
            <a:ext cx="4410456" cy="6979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Which ratio? Estimate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4d1300cfc0602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8975" y="1993392"/>
            <a:ext cx="4163568" cy="701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3276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Pick the ratio whose 1 is the unit you have. Estimate: which is the bigger unit?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Money is a rate someone sets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ebe123ca6a6e2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1583" y="2039493"/>
            <a:ext cx="3578352" cy="289560"/>
          </a:xfrm>
          <a:prstGeom prst="rect">
            <a:avLst/>
          </a:prstGeom>
        </p:spPr>
      </p:pic>
      <p:pic>
        <p:nvPicPr>
          <p:cNvPr id="11" name="Picture 10" descr="ff2899a6a3a58a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032" y="2734437"/>
            <a:ext cx="7077456" cy="2804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7254" y="2182939"/>
            <a:ext cx="184499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72246" y="2080260"/>
            <a:ext cx="4799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tablet screen is 15 in across.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5c726513f1e9cc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511552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38.1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1804" y="1680019"/>
            <a:ext cx="184499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46796" y="1577340"/>
            <a:ext cx="40500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monitor is 25 in across.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93fcb734e6361b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1804" y="1680019"/>
            <a:ext cx="184499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46796" y="1577340"/>
            <a:ext cx="40500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monitor is 25 in across.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pic>
        <p:nvPicPr>
          <p:cNvPr id="11" name="Picture 10" descr="338bfed52120ec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811" y="2992166"/>
            <a:ext cx="2325624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63.5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0937" y="2080260"/>
            <a:ext cx="2167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Today's rate: </a:t>
            </a:r>
          </a:p>
        </p:txBody>
      </p:sp>
      <p:pic>
        <p:nvPicPr>
          <p:cNvPr id="9" name="Picture 8" descr="47c497fa41547b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690" y="2192845"/>
            <a:ext cx="3345751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97441" y="20802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euros is $80? And how many dollars is 46 euros?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3223ac4dec205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10256" cy="280416"/>
          </a:xfrm>
          <a:prstGeom prst="rect">
            <a:avLst/>
          </a:prstGeom>
        </p:spPr>
      </p:pic>
      <p:pic>
        <p:nvPicPr>
          <p:cNvPr id="9" name="Picture 8" descr="d55869bdcabf04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2362200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73.60 euros; $50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098" y="1577340"/>
            <a:ext cx="2167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Today's rate: </a:t>
            </a:r>
          </a:p>
        </p:txBody>
      </p:sp>
      <p:pic>
        <p:nvPicPr>
          <p:cNvPr id="9" name="Picture 8" descr="cdcc197a46a9db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851" y="1680019"/>
            <a:ext cx="5047107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70958" y="1577340"/>
            <a:ext cx="123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(CAD).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$120 in CAD? And 81 CAD in US dollars?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098" y="1577340"/>
            <a:ext cx="2167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Today's rate: </a:t>
            </a:r>
          </a:p>
        </p:txBody>
      </p:sp>
      <p:pic>
        <p:nvPicPr>
          <p:cNvPr id="9" name="Picture 8" descr="5497a985b9854d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851" y="1680019"/>
            <a:ext cx="5047107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70958" y="1577340"/>
            <a:ext cx="123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(CAD).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$120 in CAD? And 81 CAD in US dollars?</a:t>
            </a:r>
          </a:p>
        </p:txBody>
      </p:sp>
      <p:pic>
        <p:nvPicPr>
          <p:cNvPr id="12" name="Picture 11" descr="b61c547caeac9d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2999" y="2992166"/>
            <a:ext cx="2368296" cy="256032"/>
          </a:xfrm>
          <a:prstGeom prst="rect">
            <a:avLst/>
          </a:prstGeom>
        </p:spPr>
      </p:pic>
      <p:pic>
        <p:nvPicPr>
          <p:cNvPr id="13" name="Picture 12" descr="8124e5dae99de1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2999" y="3531662"/>
            <a:ext cx="2054352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162 CAD; $60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84499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79432" y="1851660"/>
            <a:ext cx="3267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ruler is 20 in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93fcb734e6361b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84499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79432" y="1851660"/>
            <a:ext cx="3267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ruler is 20 in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pic>
        <p:nvPicPr>
          <p:cNvPr id="11" name="Picture 10" descr="563291572bb5ac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8428" y="3242102"/>
            <a:ext cx="2374392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50.8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519897831d3769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827657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62097" y="1851660"/>
            <a:ext cx="3686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phone is 20 cm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inches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519897831d3769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827657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62097" y="1851660"/>
            <a:ext cx="3686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phone is 20 cm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inches is that?</a:t>
            </a:r>
          </a:p>
        </p:txBody>
      </p:sp>
      <p:pic>
        <p:nvPicPr>
          <p:cNvPr id="11" name="Picture 10" descr="a6122b463c812d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7299" y="3242102"/>
            <a:ext cx="2136648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7.8 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17a8a85b0b9a11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90195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851660"/>
            <a:ext cx="31553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race is 5 mi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kilometers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9b3ee9e039b8f1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90195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851660"/>
            <a:ext cx="31553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race is 5 mi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kilometers is that?</a:t>
            </a:r>
          </a:p>
        </p:txBody>
      </p:sp>
      <p:pic>
        <p:nvPicPr>
          <p:cNvPr id="11" name="Picture 10" descr="ed0994c23a4938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1015" y="3239054"/>
            <a:ext cx="2112264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8.05 km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bf2c9433a2aba0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949005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83445" y="1851660"/>
            <a:ext cx="31804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trail is 5 km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miles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2" name="Picture 11" descr="d576d2edbb6fc5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187810"/>
            <a:ext cx="1264920" cy="301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37959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4" name="Picture 13" descr="1bea68e0811b19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187810"/>
            <a:ext cx="1249680" cy="3017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6" name="Picture 15" descr="711be185f145e86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3800458"/>
            <a:ext cx="1292352" cy="3017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8" name="Picture 17" descr="147918762884eff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3800458"/>
            <a:ext cx="1024128" cy="3017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450759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d6a54cea2649eb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949005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83445" y="1851660"/>
            <a:ext cx="31804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trail is 5 km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miles is that?</a:t>
            </a:r>
          </a:p>
        </p:txBody>
      </p:sp>
      <p:pic>
        <p:nvPicPr>
          <p:cNvPr id="11" name="Picture 10" descr="7848a55870dbf0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599" y="3239054"/>
            <a:ext cx="1914144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3.1 mi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419008846420ef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49386"/>
            <a:ext cx="134226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76703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23c46f257f02bc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3209" y="1954339"/>
            <a:ext cx="1844992" cy="2451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3820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door is 6 ft tall.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419008846420ef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49386"/>
            <a:ext cx="134226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76703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93fcb734e6361b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3209" y="1954339"/>
            <a:ext cx="1844992" cy="2451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3820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door is 6 ft tall.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pic>
        <p:nvPicPr>
          <p:cNvPr id="14" name="Picture 13" descr="cce88695c46a5fc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0787" y="3753769"/>
            <a:ext cx="1935480" cy="274320"/>
          </a:xfrm>
          <a:prstGeom prst="rect">
            <a:avLst/>
          </a:prstGeom>
        </p:spPr>
      </p:pic>
      <p:pic>
        <p:nvPicPr>
          <p:cNvPr id="15" name="Picture 14" descr="23919ae52bfa69e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0787" y="4320697"/>
            <a:ext cx="2709672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182.88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85d78c8d2e33f8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304544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38984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0" name="Picture 9" descr="a7e24ba549ecbc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9990" y="1953768"/>
            <a:ext cx="1347216" cy="2407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27206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2" name="Picture 11" descr="88d2b26b87c7a8c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8212" y="1956815"/>
            <a:ext cx="1847088" cy="243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1530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table is 3 yd long.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About how many centimeters is that? Estimate, then compute.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eb837b0c989315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307592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42032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0" name="Picture 9" descr="f2542c0ca55f85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3038" y="1953768"/>
            <a:ext cx="1347216" cy="2407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30254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2" name="Picture 11" descr="e3914b43cbb522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1260" y="1956815"/>
            <a:ext cx="1844040" cy="243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1530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table is 3 yd long.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About how many centimeters is that? Estimate, then compute.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94988" y="3661376"/>
            <a:ext cx="77087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Estimate: 3 yd is a bit under 3 m, so about 270 cm</a:t>
            </a:r>
          </a:p>
        </p:txBody>
      </p:sp>
      <p:pic>
        <p:nvPicPr>
          <p:cNvPr id="17" name="Picture 16" descr="d185211e555287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9852" y="4284026"/>
            <a:ext cx="5269992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7357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270; exactly 274.32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647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Rate on Nov 2: </a:t>
            </a:r>
          </a:p>
        </p:txBody>
      </p:sp>
      <p:pic>
        <p:nvPicPr>
          <p:cNvPr id="9" name="Picture 8" descr="14cf36aaa71634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985" y="1949386"/>
            <a:ext cx="1896999" cy="2748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58984" y="1851660"/>
            <a:ext cx="290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</a:t>
            </a:r>
          </a:p>
        </p:txBody>
      </p:sp>
      <p:pic>
        <p:nvPicPr>
          <p:cNvPr id="11" name="Picture 10" descr="e54799be41057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84704"/>
            <a:ext cx="262432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85876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Theo changes $200 to CAD, then to pesos.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63891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pesos does he get?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6089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647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Rate on Nov 2: </a:t>
            </a:r>
          </a:p>
        </p:txBody>
      </p:sp>
      <p:pic>
        <p:nvPicPr>
          <p:cNvPr id="9" name="Picture 8" descr="fa316f6c8e8ec3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985" y="1949386"/>
            <a:ext cx="1899475" cy="2748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61460" y="1851660"/>
            <a:ext cx="290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</a:t>
            </a:r>
          </a:p>
        </p:txBody>
      </p:sp>
      <p:pic>
        <p:nvPicPr>
          <p:cNvPr id="11" name="Picture 10" descr="5f4792e490fd8d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84704"/>
            <a:ext cx="2621280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85572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Theo changes $200 to CAD, then to pesos.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63891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pesos does he get?</a:t>
            </a:r>
          </a:p>
        </p:txBody>
      </p:sp>
      <p:pic>
        <p:nvPicPr>
          <p:cNvPr id="15" name="Picture 14" descr="773c04bbf5cec4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5704" y="4387753"/>
            <a:ext cx="6339840" cy="3169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84552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4,276.80 pesos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d2f86d8905c910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5072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8516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Theo, who weighs 110 lb, rides a 12 km trail.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trail in miles?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6e18d58589ed85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5072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8516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Theo, who weighs 110 lb, rides a 12 km trail.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trail in miles?</a:t>
            </a:r>
          </a:p>
        </p:txBody>
      </p:sp>
      <p:pic>
        <p:nvPicPr>
          <p:cNvPr id="12" name="Picture 11" descr="5134a9b996441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9764" y="3778153"/>
            <a:ext cx="2331720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7.44 mi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pic>
        <p:nvPicPr>
          <p:cNvPr id="8" name="Picture 7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847088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81528" y="1851660"/>
            <a:ext cx="290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</a:t>
            </a:r>
          </a:p>
        </p:txBody>
      </p:sp>
      <p:pic>
        <p:nvPicPr>
          <p:cNvPr id="10" name="Picture 9" descr="8f784bf30c7681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69464"/>
            <a:ext cx="1831848" cy="243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6628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76956"/>
            <a:ext cx="44962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converts 30 cm to inches: </a:t>
            </a:r>
          </a:p>
        </p:txBody>
      </p:sp>
      <p:pic>
        <p:nvPicPr>
          <p:cNvPr id="13" name="Picture 12" descr="fd521c93e65714f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572" y="3179635"/>
            <a:ext cx="2414587" cy="2451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08159" y="307695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71246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3444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pic>
        <p:nvPicPr>
          <p:cNvPr id="8" name="Picture 7" descr="e3914b43cbb522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84404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78480" y="1851660"/>
            <a:ext cx="290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</a:t>
            </a:r>
          </a:p>
        </p:txBody>
      </p:sp>
      <p:pic>
        <p:nvPicPr>
          <p:cNvPr id="10" name="Picture 9" descr="6c8af11a611881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69464"/>
            <a:ext cx="1831848" cy="243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6628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76956"/>
            <a:ext cx="44962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converts 30 cm to inches: </a:t>
            </a:r>
          </a:p>
        </p:txBody>
      </p:sp>
      <p:pic>
        <p:nvPicPr>
          <p:cNvPr id="13" name="Picture 12" descr="4ece4610ab63a2b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572" y="3179635"/>
            <a:ext cx="2417064" cy="2451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10636" y="307695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71246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pic>
        <p:nvPicPr>
          <p:cNvPr id="16" name="Picture 15" descr="609db8417a3b428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8051" y="4467398"/>
            <a:ext cx="2298192" cy="2529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919074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She used the inches ratio on centimeters. Inches are bigger, so fewer: 11.7 in.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601723"/>
            <a:ext cx="1847088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74720" y="1495044"/>
            <a:ext cx="4831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centimeters is 12 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2" name="Picture 11" descr="8f784bf30c7681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96083"/>
            <a:ext cx="1831848" cy="243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59480" y="2089403"/>
            <a:ext cx="42718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inches is 40 cm?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5" name="Picture 14" descr="673c0080fbe231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90443"/>
            <a:ext cx="1901952" cy="243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29584" y="2683763"/>
            <a:ext cx="47457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kilometers is 10 mi?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8" name="Picture 17" descr="d2f86d8905c9108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84803"/>
            <a:ext cx="1950720" cy="2438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78352" y="3278123"/>
            <a:ext cx="3925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miles is 8 km?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21" name="Picture 20" descr="85d78c8d2e33f8b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948684"/>
            <a:ext cx="1304544" cy="304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932176" y="3872483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3" name="Picture 22" descr="a7e24ba549ecbc3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66238" y="3980688"/>
            <a:ext cx="1347216" cy="24079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513454" y="3872483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5" name="Picture 24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7516" y="3979164"/>
            <a:ext cx="1847088" cy="2438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594604" y="3872483"/>
            <a:ext cx="48643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centimeters is 2 yd?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311396"/>
            <a:ext cx="2186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Estimate first.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90575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905755"/>
            <a:ext cx="2086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Today's rate: </a:t>
            </a:r>
          </a:p>
        </p:txBody>
      </p:sp>
      <p:pic>
        <p:nvPicPr>
          <p:cNvPr id="30" name="Picture 29" descr="9090d8e8f0989a7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03603" y="5017008"/>
            <a:ext cx="3346704" cy="2346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850307" y="4905755"/>
            <a:ext cx="46100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euros is $50? How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344667"/>
            <a:ext cx="37730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many dollars is 23 euros?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customary and metric systems — E8Z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customary units — 4B8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metric units — HW2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