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30.png"/><Relationship Id="rId5" Type="http://schemas.openxmlformats.org/officeDocument/2006/relationships/image" Target="../media/image4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64.png"/><Relationship Id="rId4" Type="http://schemas.openxmlformats.org/officeDocument/2006/relationships/image" Target="../media/image68.png"/><Relationship Id="rId5" Type="http://schemas.openxmlformats.org/officeDocument/2006/relationships/image" Target="../media/image71.png"/><Relationship Id="rId6" Type="http://schemas.openxmlformats.org/officeDocument/2006/relationships/image" Target="../media/image8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Relationship Id="rId10" Type="http://schemas.openxmlformats.org/officeDocument/2006/relationships/image" Target="../media/image8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92388"/>
            <a:ext cx="99441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81303"/>
            <a:ext cx="1286335" cy="2349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576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987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9588"/>
            <a:ext cx="994417" cy="2159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55719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8503"/>
            <a:ext cx="1286335" cy="2349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30576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857158"/>
            <a:ext cx="1092136" cy="176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9749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792" y="2864587"/>
            <a:ext cx="1361455" cy="2210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827615"/>
            <a:ext cx="1116282" cy="176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2394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785070"/>
            <a:ext cx="243316" cy="18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8631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358" y="4788784"/>
            <a:ext cx="403050" cy="1857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88409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7451" y="4786927"/>
            <a:ext cx="271176" cy="183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58628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757384"/>
            <a:ext cx="243316" cy="183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316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358" y="5759241"/>
            <a:ext cx="260032" cy="18202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845391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daf8da0d1e3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464" y="2231136"/>
            <a:ext cx="8546592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974c14d3ea300a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208" y="4437881"/>
            <a:ext cx="7309104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f33f2f218af8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2240661"/>
            <a:ext cx="7114032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260" y="219284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493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c5f90b4ff337b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2668" y="21779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4931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040327706b658f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989" y="2148268"/>
            <a:ext cx="574548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537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f721e6687ccce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f6484183bcbd0a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55f3c6fd32ec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3c99dfaaa214ad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2938255"/>
            <a:ext cx="836961" cy="3093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5149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d933339219d3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b403895e0674b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0760bc6c5882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26edaed8467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590217cf62aa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a387a3e29910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0849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4275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287286a7d407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3326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675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3797791"/>
            <a:ext cx="836961" cy="3093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5149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e0de4c5e07765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d1791ada6c75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47b584da7b83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7621f8b70045f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ff228dc4c8df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dc0942f76508db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8f2e55c8bb5bdd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59689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2237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b5b0e70f63b0e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589" y="2534793"/>
            <a:ext cx="785050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639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941bdd639930e1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794" y="2584323"/>
            <a:ext cx="1399222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201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7b97a516d2941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62165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14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7559e20e57a5d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065" y="2534793"/>
            <a:ext cx="787527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9592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cf3a2a0005dd5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47" y="2584323"/>
            <a:ext cx="140417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192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