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5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Scale Drawings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MA.7.GR.1.5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find the scale factor between two figures, and use a scale to find a real length from a drawing or a drawing length from the real one.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053a830935db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64719"/>
            <a:ext cx="1433480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1" name="Picture 10" descr="f504cbed100f8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96674"/>
            <a:ext cx="647914" cy="3726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3" name="Picture 12" descr="3826b61b6c6b81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44922"/>
            <a:ext cx="1084603" cy="26343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3051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29218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Find the value:  </a:t>
            </a:r>
          </a:p>
        </p:txBody>
      </p:sp>
      <p:pic>
        <p:nvPicPr>
          <p:cNvPr id="9" name="Picture 8" descr="c053a830935dbd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9168" y="1564719"/>
            <a:ext cx="1433480" cy="2705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41289" y="1440180"/>
            <a:ext cx="5562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−5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29359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Find the value:  </a:t>
            </a:r>
          </a:p>
        </p:txBody>
      </p:sp>
      <p:pic>
        <p:nvPicPr>
          <p:cNvPr id="12" name="Picture 11" descr="f504cbed100f80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306" y="2096674"/>
            <a:ext cx="647914" cy="37261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69860" y="2052828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665476"/>
            <a:ext cx="16210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Write  </a:t>
            </a:r>
          </a:p>
        </p:txBody>
      </p:sp>
      <p:pic>
        <p:nvPicPr>
          <p:cNvPr id="15" name="Picture 14" descr="3826b61b6c6b81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8447" y="2744922"/>
            <a:ext cx="1084603" cy="26343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443051" y="2665476"/>
            <a:ext cx="218664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as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1178" y="2665476"/>
            <a:ext cx="10283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2,500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278124"/>
            <a:ext cx="93024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On a map, 3 cm stands for 12 km. What does 1 cm stand for?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735324"/>
            <a:ext cx="9662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4 km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Vocabulary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drawing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56629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drawing of a real thing with every length multiplied by the same number: a map, a floor plan, a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09990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180720"/>
            <a:ext cx="628628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number every length is multiplied by, written </a:t>
            </a:r>
          </a:p>
        </p:txBody>
      </p:sp>
      <p:pic>
        <p:nvPicPr>
          <p:cNvPr id="12" name="Picture 11" descr="5ad8b479ac3620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128" y="3310578"/>
            <a:ext cx="127952" cy="1939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20080" y="3180720"/>
            <a:ext cx="272932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: from 4 cm to 6 cm, </a:t>
            </a:r>
          </a:p>
        </p:txBody>
      </p:sp>
      <p:pic>
        <p:nvPicPr>
          <p:cNvPr id="14" name="Picture 13" descr="a3bca5590aab4c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246" y="3312641"/>
            <a:ext cx="697547" cy="1960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816228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corresponding sides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209818"/>
            <a:ext cx="10241280" cy="715617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the side of the copy that matches a side of the original: the 6 cm side matches the 4 cm 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3179"/>
            <a:ext cx="10607040" cy="39358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90" b="1" i="0">
                <a:solidFill>
                  <a:srgbClr val="0B5394"/>
                </a:solidFill>
                <a:latin typeface="Lexend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533909"/>
            <a:ext cx="392488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a scale factor with units on it: </a:t>
            </a:r>
          </a:p>
        </p:txBody>
      </p:sp>
      <p:pic>
        <p:nvPicPr>
          <p:cNvPr id="19" name="Picture 18" descr="33a234fb1dc3f5c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0727" y="5657575"/>
            <a:ext cx="1170146" cy="20431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00874" y="5533909"/>
            <a:ext cx="52793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Lexend"/>
              </a:rPr>
              <a:t> means every inch on the map is 20 miles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scale copy: every side times the same number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ga37466dfaa18789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79" y="1993392"/>
            <a:ext cx="4937760" cy="2238451"/>
          </a:xfrm>
          <a:prstGeom prst="rect">
            <a:avLst/>
          </a:prstGeom>
        </p:spPr>
      </p:pic>
      <p:pic>
        <p:nvPicPr>
          <p:cNvPr id="11" name="Picture 10" descr="5db795a1dcbd5a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304" y="4378147"/>
            <a:ext cx="8820912" cy="80467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5521147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Every angle is still 90°: k multiplies lengths, not angles.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Find k: copy divided by original — and k can be less than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bc3fa4e7c95803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424" y="1993392"/>
            <a:ext cx="6900672" cy="670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00228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k = copy ÷ original. Less than 1 shrinks, more than 1 enlarges, 1 is the same size.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Use k both ways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9f2961e2a00986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784" y="2017776"/>
            <a:ext cx="7235952" cy="387096"/>
          </a:xfrm>
          <a:prstGeom prst="rect">
            <a:avLst/>
          </a:prstGeom>
        </p:spPr>
      </p:pic>
      <p:pic>
        <p:nvPicPr>
          <p:cNvPr id="11" name="Picture 10" descr="8380a0d28443e47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255" y="2713101"/>
            <a:ext cx="8827008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4290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To the copy, multiply by k. Back to the original, divide by 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 6 cm by 4 cm rectangle is copied at 15 cm by 10 cm.</a:t>
            </a:r>
          </a:p>
        </p:txBody>
      </p:sp>
      <p:pic>
        <p:nvPicPr>
          <p:cNvPr id="9" name="Picture 8" descr="gd5b862b59eaad33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276458"/>
            <a:ext cx="5486400" cy="27451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350767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200adc5213f3de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1874519" cy="673608"/>
          </a:xfrm>
          <a:prstGeom prst="rect">
            <a:avLst/>
          </a:prstGeom>
        </p:spPr>
      </p:pic>
      <p:pic>
        <p:nvPicPr>
          <p:cNvPr id="9" name="Picture 8" descr="3dbcdeb48f5a06c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68168"/>
            <a:ext cx="1335024" cy="670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2.5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 cm by 10 cm rectangle is copied at 12 cm by 15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An 8 cm by 10 cm rectangle is copied at 12 cm by 15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392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Find the scale factor.</a:t>
            </a:r>
          </a:p>
        </p:txBody>
      </p:sp>
      <p:pic>
        <p:nvPicPr>
          <p:cNvPr id="10" name="Picture 9" descr="fe7cf77f09050b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917" y="2751548"/>
            <a:ext cx="1673352" cy="603504"/>
          </a:xfrm>
          <a:prstGeom prst="rect">
            <a:avLst/>
          </a:prstGeom>
        </p:spPr>
      </p:pic>
      <p:pic>
        <p:nvPicPr>
          <p:cNvPr id="11" name="Picture 10" descr="c01a75d5d6aaea9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3917" y="3483068"/>
            <a:ext cx="1193292" cy="61321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7209" y="3561078"/>
            <a:ext cx="27100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 — the same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1.5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1271" y="171450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46801c56b80b5c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13" y="1817179"/>
            <a:ext cx="1391793" cy="2451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7106" y="171450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231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2.6 in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4513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f31880d7c5f20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033015" cy="2804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65 mi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255" y="157734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e81d11d57c22f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97" y="1689925"/>
            <a:ext cx="1651825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712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4.2 cm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255" y="1577340"/>
            <a:ext cx="264120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9" name="Picture 8" descr="9dc5c0b3d418a1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297" y="1689925"/>
            <a:ext cx="1651825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87123" y="157734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8600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Two towns are 4.2 cm apart on the map.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2509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0" i="0">
                <a:solidFill>
                  <a:srgbClr val="1A1A1A"/>
                </a:solidFill>
                <a:latin typeface="Lexend"/>
              </a:rPr>
              <a:t>How far apart are the towns?</a:t>
            </a:r>
          </a:p>
        </p:txBody>
      </p:sp>
      <p:pic>
        <p:nvPicPr>
          <p:cNvPr id="13" name="Picture 12" descr="874fbb5c36f522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603" y="3531265"/>
            <a:ext cx="1847088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63 km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2 cm side becomes 6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d90d78eb18b74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9" y="3071588"/>
            <a:ext cx="1240536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An 8 cm side becomes 4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88f6a9aaf9cd8a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019" y="3071588"/>
            <a:ext cx="1280160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12 cm side becomes 9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3a3e9bb1d3245f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628" y="3071588"/>
            <a:ext cx="1453896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k = 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1" name="Picture 10" descr="998c49ee2893d4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3138644"/>
            <a:ext cx="478536" cy="2773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7959" y="314474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3" name="Picture 12" descr="3cb114a9a26f9e2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3138644"/>
            <a:ext cx="530352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1640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5" name="Picture 14" descr="33209a3099e77b7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8568" y="3748244"/>
            <a:ext cx="13716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37959" y="375738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7" name="Picture 16" descr="899d09e1fb7976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4888" y="3754340"/>
            <a:ext cx="185928" cy="274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44340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side of 5 cm becomes 2 cm in the copy.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scale factor?</a:t>
            </a:r>
          </a:p>
        </p:txBody>
      </p:sp>
      <p:pic>
        <p:nvPicPr>
          <p:cNvPr id="10" name="Picture 9" descr="41cad21ae3786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2" y="3071588"/>
            <a:ext cx="1566672" cy="6065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B — 0.4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The scale factor is 3.5. A side of the original is 6 cm.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that side in the copy?</a:t>
            </a:r>
          </a:p>
        </p:txBody>
      </p:sp>
      <p:pic>
        <p:nvPicPr>
          <p:cNvPr id="10" name="Picture 9" descr="330bf951670aa9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3" y="3165505"/>
            <a:ext cx="1618488" cy="2560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21 cm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9212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</a:t>
            </a:r>
          </a:p>
        </p:txBody>
      </p:sp>
      <p:pic>
        <p:nvPicPr>
          <p:cNvPr id="9" name="Picture 8" descr="6f3278420c6326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628" y="1964245"/>
            <a:ext cx="851916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1544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pic>
        <p:nvPicPr>
          <p:cNvPr id="13" name="Picture 12" descr="931d3a876917ba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3212194"/>
            <a:ext cx="600456" cy="277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37959" y="3218290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pic>
        <p:nvPicPr>
          <p:cNvPr id="15" name="Picture 14" descr="f041d7103b8797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4888" y="3212194"/>
            <a:ext cx="886968" cy="2773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1640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pic>
        <p:nvPicPr>
          <p:cNvPr id="17" name="Picture 16" descr="0b9eb51d2c267c3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8568" y="3818746"/>
            <a:ext cx="512064" cy="27736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37959" y="3830938"/>
            <a:ext cx="594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</a:t>
            </a:r>
          </a:p>
        </p:txBody>
      </p:sp>
      <p:pic>
        <p:nvPicPr>
          <p:cNvPr id="19" name="Picture 18" descr="f6bdea168322aab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3824842"/>
            <a:ext cx="765048" cy="2773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77240" y="450759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92123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drawing has a 40° angle. The real figure is a scale copy at </a:t>
            </a:r>
          </a:p>
        </p:txBody>
      </p:sp>
      <p:pic>
        <p:nvPicPr>
          <p:cNvPr id="9" name="Picture 8" descr="0faca9856b4fca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628" y="1964245"/>
            <a:ext cx="854392" cy="235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164021" y="1851660"/>
            <a:ext cx="2803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angle in the real figure?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8098" y="3122278"/>
            <a:ext cx="796248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Lengths are multiplied by k. Angles are not.</a:t>
            </a:r>
          </a:p>
        </p:txBody>
      </p:sp>
      <p:pic>
        <p:nvPicPr>
          <p:cNvPr id="13" name="Picture 12" descr="3cc36cf75937c8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2962" y="3781598"/>
            <a:ext cx="545592" cy="2529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A — 40°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triangle has sides 6, 8 and 10. Another has sides 9, 12 and 15; a third has sides 9, 12 and 14.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84298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Which one is a scale copy of the first?</a:t>
            </a:r>
          </a:p>
        </p:txBody>
      </p:sp>
      <p:pic>
        <p:nvPicPr>
          <p:cNvPr id="10" name="Picture 9" descr="3af538f0ea090d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036" y="3500959"/>
            <a:ext cx="2497073" cy="6132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26110" y="3578969"/>
            <a:ext cx="40560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second is a copy</a:t>
            </a:r>
          </a:p>
        </p:txBody>
      </p:sp>
      <p:pic>
        <p:nvPicPr>
          <p:cNvPr id="12" name="Picture 11" descr="102070a7c64f056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9036" y="4242194"/>
            <a:ext cx="1997106" cy="61045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26142" y="4318823"/>
            <a:ext cx="30053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the third is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89812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The 9-12-15 triangle (k = 1.5); the 9-12-14 one is not a copy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15-ft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Dev, who is 13, draws a 15-ft wall as 3 in long.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How long is a 20-ft wall on his drawing?</a:t>
            </a:r>
          </a:p>
        </p:txBody>
      </p:sp>
      <p:pic>
        <p:nvPicPr>
          <p:cNvPr id="10" name="Picture 9" descr="4238e14711500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868" y="3169601"/>
            <a:ext cx="1372838" cy="2513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21706" y="3048728"/>
            <a:ext cx="3340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750" b="0" i="0">
                <a:solidFill>
                  <a:srgbClr val="1A1A1A"/>
                </a:solidFill>
                <a:latin typeface="Lexend"/>
              </a:rPr>
              <a:t>: every inch is 5 ft</a:t>
            </a:r>
          </a:p>
        </p:txBody>
      </p:sp>
      <p:pic>
        <p:nvPicPr>
          <p:cNvPr id="12" name="Picture 11" descr="503b886175e4a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8868" y="3708049"/>
            <a:ext cx="1453896" cy="2529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4 in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Priya says the scale factor from a 6 cm side to its 3 cm copy is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1361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Is she right? Explain.</a:t>
            </a:r>
          </a:p>
        </p:txBody>
      </p:sp>
      <p:pic>
        <p:nvPicPr>
          <p:cNvPr id="10" name="Picture 9" descr="50c40483c37e069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849" y="3071588"/>
            <a:ext cx="1061799" cy="5133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49648" y="3099687"/>
            <a:ext cx="61662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. No: the copy is smaller, so k is under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1072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No. k = 3 ÷ 6 = ½: the copy is smaller, so k is under 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7031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7031"/>
            <a:ext cx="810171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5 cm side becomes 15 cm in the copy. Find the scale factor.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28178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8178"/>
            <a:ext cx="809871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15 cm side becomes 6 cm in the copy. Find the scale factor.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559326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59326"/>
            <a:ext cx="938379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3 cm by 5 cm rectangle is copied at 7.5 cm by 12.5 cm. Find the scale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962457"/>
            <a:ext cx="1029950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factor.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93604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93604"/>
            <a:ext cx="9614649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The scale factor is 1.5 and a side of the original is 8 cm. How long is that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896735"/>
            <a:ext cx="2387722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side in the copy?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27882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7882"/>
            <a:ext cx="2337215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 map's scale is </a:t>
            </a:r>
          </a:p>
        </p:txBody>
      </p:sp>
      <p:pic>
        <p:nvPicPr>
          <p:cNvPr id="20" name="Picture 19" descr="d7f44fc30d54f3b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535" y="4525286"/>
            <a:ext cx="1271811" cy="22263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6347" y="4427882"/>
            <a:ext cx="6472926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. Two cities are 2.8 in apart on the map. How far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831013"/>
            <a:ext cx="2227461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apart are they?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362160"/>
            <a:ext cx="548640" cy="41744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362160"/>
            <a:ext cx="8936737" cy="417443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On the same map, a road is 150 mi long. How long is it on the map?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5 · Lesson 1 — Scale Drawings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Scale drawings: find the scale factor, missing side, or missing angle — WEA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