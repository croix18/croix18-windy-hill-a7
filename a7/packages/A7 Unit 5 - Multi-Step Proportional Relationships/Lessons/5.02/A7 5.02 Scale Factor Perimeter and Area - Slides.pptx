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1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96674"/>
            <a:ext cx="847272" cy="372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42549"/>
            <a:ext cx="265811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399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2744922"/>
            <a:ext cx="261064" cy="2634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53874"/>
            <a:ext cx="847272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9218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99749"/>
            <a:ext cx="265811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74399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3202122"/>
            <a:ext cx="261064" cy="2634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34444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0941"/>
            <a:ext cx="267874" cy="2519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087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74165"/>
            <a:ext cx="140747" cy="2133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516184"/>
            <a:ext cx="140747" cy="2133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519610"/>
            <a:ext cx="267874" cy="2519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72862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47726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1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932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8058f93241672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179" y="2192845"/>
            <a:ext cx="60426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445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901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6c1f342e4d843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970" y="1687449"/>
            <a:ext cx="631507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477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8818f8b2507901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7449"/>
            <a:ext cx="633984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1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bd8ae361e3ef1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945" y="1784985"/>
            <a:ext cx="92868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6632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310dff147270a8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47078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ecd9b8e3fec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33362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194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fab6492a08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228" y="2333625"/>
            <a:ext cx="1163955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183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df787c7f4ce77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1695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145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bcf4e6c09f084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4172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393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1695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970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cf4e6c09f084e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4172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218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19c87c68c435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7581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7096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25ad037a3e872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4078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954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a8fa05a0e6e09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8334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43adb895dd9d0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1601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477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8488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750b0735fbfc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4266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208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2d2e2a1dc9114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217c156fbd4cb6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6742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456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987bd4d974e8c5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7057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13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f4873bb202c1b7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c0265cf83ecf01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9533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381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9771a717e91a6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5722" y="3071588"/>
            <a:ext cx="1574022" cy="6673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39744" y="3176645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16227b3b3d8b10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722" y="3878610"/>
            <a:ext cx="924663" cy="332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90385" y="384405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025ad037a3e87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0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182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181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15415fd0592ff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5666"/>
            <a:ext cx="97078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1597" y="2595181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68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43adb895dd9d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601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70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7658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662ac61bc7a43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8143"/>
            <a:ext cx="97326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4073" y="25976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31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91136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5704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6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747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995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