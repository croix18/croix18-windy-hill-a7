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9.png"/><Relationship Id="rId4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1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96674"/>
            <a:ext cx="847272" cy="3726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42549"/>
            <a:ext cx="265811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4399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2744922"/>
            <a:ext cx="261064" cy="2634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53874"/>
            <a:ext cx="847272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9218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199749"/>
            <a:ext cx="265811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74399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3202122"/>
            <a:ext cx="261064" cy="2634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34444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50941"/>
            <a:ext cx="267874" cy="25198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0874" y="1869550"/>
            <a:ext cx="99845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what an area is multiplied by when every length is multiplied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624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92" y="2474165"/>
            <a:ext cx="140747" cy="2133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516184"/>
            <a:ext cx="140747" cy="2133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519610"/>
            <a:ext cx="267874" cy="2519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cc9f29a22390a2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4572862"/>
            <a:ext cx="5172456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73de71b52ec56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40" y="4847726"/>
            <a:ext cx="550164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6d3ae8b19a234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194560"/>
            <a:ext cx="883920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932" y="2080260"/>
            <a:ext cx="5861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</a:t>
            </a:r>
          </a:p>
        </p:txBody>
      </p:sp>
      <p:pic>
        <p:nvPicPr>
          <p:cNvPr id="9" name="Picture 8" descr="8058f93241672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179" y="2192845"/>
            <a:ext cx="60426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3445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901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6c1f342e4d8433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970" y="1687449"/>
            <a:ext cx="631507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4477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2662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8818f8b2507901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731" y="1687449"/>
            <a:ext cx="633984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571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2" name="Picture 11" descr="a391ba3877603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2992166"/>
            <a:ext cx="2109216" cy="252984"/>
          </a:xfrm>
          <a:prstGeom prst="rect">
            <a:avLst/>
          </a:prstGeom>
        </p:spPr>
      </p:pic>
      <p:pic>
        <p:nvPicPr>
          <p:cNvPr id="13" name="Picture 12" descr="30e6b9ad4e67f1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047" y="3482894"/>
            <a:ext cx="388010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1745" y="171450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bd8ae361e3ef1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945" y="1784985"/>
            <a:ext cx="92868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6632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40030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310dff147270a8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47078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4003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3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309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cecd9b8e3fec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33362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3194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8fab6492a08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228" y="2333625"/>
            <a:ext cx="1163955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5183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  <p:pic>
        <p:nvPicPr>
          <p:cNvPr id="18" name="Picture 17" descr="a02b1beb298b5d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269850"/>
            <a:ext cx="2048256" cy="609600"/>
          </a:xfrm>
          <a:prstGeom prst="rect">
            <a:avLst/>
          </a:prstGeom>
        </p:spPr>
      </p:pic>
      <p:pic>
        <p:nvPicPr>
          <p:cNvPr id="19" name="Picture 18" descr="c6b6368f1cca46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5007466"/>
            <a:ext cx="3861816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7744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df787c7f4ce773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1695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145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bcf4e6c09f084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4172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393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2" name="Picture 11" descr="d860927724a30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59" y="3242102"/>
            <a:ext cx="1554480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1695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970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bcf4e6c09f084e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4172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218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427887251510c8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19c87c68c435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7581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7096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25ad037a3e872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4078" cy="54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954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7a8fa05a0e6e09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8334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43adb895dd9d0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1601" cy="5448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477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ba1e3c512174bc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1311" y="3278488"/>
            <a:ext cx="3474720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3750b0735fbfc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4266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208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78f7267bd6258a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09146"/>
            <a:ext cx="42062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b6b586116b6ce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09146"/>
            <a:ext cx="417576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da98a1872183d6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24842"/>
            <a:ext cx="41452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65ff48fc3d12dc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24842"/>
            <a:ext cx="350520" cy="2773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2d2e2a1dc9114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217c156fbd4cb6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6742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456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8413de0e199e5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987bd4d974e8c5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7057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133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f4873bb202c1b7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c0265cf83ecf01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9533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381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3c70ee3fe6f12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3" y="3190286"/>
            <a:ext cx="1539240" cy="304800"/>
          </a:xfrm>
          <a:prstGeom prst="rect">
            <a:avLst/>
          </a:prstGeom>
        </p:spPr>
      </p:pic>
      <p:pic>
        <p:nvPicPr>
          <p:cNvPr id="15" name="Picture 14" descr="2e3c5fba163c0d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3" y="3781598"/>
            <a:ext cx="183184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2548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1692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1292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45196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9771a717e91a6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146" y="3071588"/>
            <a:ext cx="1452943" cy="6159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090" y="3150979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16227b3b3d8b10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6146" y="3852829"/>
            <a:ext cx="85353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681" y="3792726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025ad037a3e87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40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0182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181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15415fd0592ff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5666"/>
            <a:ext cx="970787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1597" y="2595181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68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343adb895dd9d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1601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770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7658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662ac61bc7a43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8143"/>
            <a:ext cx="97326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4073" y="25976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31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5" name="Picture 14" descr="288a399f2ce561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5" y="3891136"/>
            <a:ext cx="2145792" cy="606552"/>
          </a:xfrm>
          <a:prstGeom prst="rect">
            <a:avLst/>
          </a:prstGeom>
        </p:spPr>
      </p:pic>
      <p:pic>
        <p:nvPicPr>
          <p:cNvPr id="16" name="Picture 15" descr="392447636256ad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5" y="4625704"/>
            <a:ext cx="2042160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66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747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995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2" name="Picture 11" descr="2a69d4576013ab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236006"/>
            <a:ext cx="1996439" cy="252984"/>
          </a:xfrm>
          <a:prstGeom prst="rect">
            <a:avLst/>
          </a:prstGeom>
        </p:spPr>
      </p:pic>
      <p:pic>
        <p:nvPicPr>
          <p:cNvPr id="13" name="Picture 12" descr="f562745388bd64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3379" y="3729782"/>
            <a:ext cx="390144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62457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572237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perimeter 18 cm is scaled by </a:t>
            </a:r>
          </a:p>
        </p:txBody>
      </p:sp>
      <p:pic>
        <p:nvPicPr>
          <p:cNvPr id="10" name="Picture 9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697" y="1598609"/>
            <a:ext cx="551025" cy="2142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0723" y="1497031"/>
            <a:ext cx="36840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28178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14" name="Picture 13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085" y="2110276"/>
            <a:ext cx="706870" cy="253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9956" y="2028178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6" name="Picture 15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618" y="2129756"/>
            <a:ext cx="551025" cy="2142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32644" y="2028178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1915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19159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20" name="Picture 19" descr="f4387bd3ec8815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085" y="2701256"/>
            <a:ext cx="910026" cy="2532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53112" y="2619159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22" name="Picture 21" descr="3bcf9a6d74a2c9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774" y="2580198"/>
            <a:ext cx="570506" cy="495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55280" y="2619159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21014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10140"/>
            <a:ext cx="514083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2 cm by 5 cm rectangle is scaled by </a:t>
            </a:r>
          </a:p>
        </p:txBody>
      </p:sp>
      <p:pic>
        <p:nvPicPr>
          <p:cNvPr id="26" name="Picture 25" descr="fc22e08664d808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52" y="3311718"/>
            <a:ext cx="779227" cy="2142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37380" y="3210140"/>
            <a:ext cx="372860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613271"/>
            <a:ext cx="144653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4441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144418"/>
            <a:ext cx="2531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31" name="Picture 30" descr="edb32a36259546d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9067" y="4226515"/>
            <a:ext cx="718002" cy="2532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67069" y="4144418"/>
            <a:ext cx="389995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its scale copy has area </a:t>
            </a:r>
          </a:p>
        </p:txBody>
      </p:sp>
      <p:pic>
        <p:nvPicPr>
          <p:cNvPr id="33" name="Picture 32" descr="0db939c0bc0baa3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69" y="4226515"/>
            <a:ext cx="1043608" cy="253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473478" y="4144418"/>
            <a:ext cx="98833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</a:t>
            </a:r>
          </a:p>
        </p:txBody>
      </p:sp>
      <p:pic>
        <p:nvPicPr>
          <p:cNvPr id="35" name="Picture 34" descr="15aa4a684a6a76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4654" y="4247388"/>
            <a:ext cx="141930" cy="2115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66585" y="4144418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5565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675565"/>
            <a:ext cx="992508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078696"/>
            <a:ext cx="382512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area ratio, copy to original?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