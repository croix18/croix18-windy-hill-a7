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cc9f29a22390a2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4572862"/>
            <a:ext cx="5172456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73de71b52ec56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40" y="4847726"/>
            <a:ext cx="550164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6d3ae8b19a23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194560"/>
            <a:ext cx="883920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146" y="3071588"/>
            <a:ext cx="1452943" cy="615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090" y="3150979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146" y="3852829"/>
            <a:ext cx="85353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681" y="3792726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