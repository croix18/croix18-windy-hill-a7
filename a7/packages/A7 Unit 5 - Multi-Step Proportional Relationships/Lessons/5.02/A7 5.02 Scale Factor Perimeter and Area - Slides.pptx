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5  ·  LESSONS 2–3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Scale Factor: Perimeter and Area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MA.7.GR.1.5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find the perimeter and the area of a scale copy from the original and k, and find k from two areas.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3437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20 cm side becomes 8 cm in the copy. Find the scale factor.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0" name="Picture 9" descr="f53f316f2160c0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3306" y="2086356"/>
            <a:ext cx="886968" cy="3901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665476"/>
            <a:ext cx="30712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values:  </a:t>
            </a:r>
          </a:p>
        </p:txBody>
      </p:sp>
      <p:pic>
        <p:nvPicPr>
          <p:cNvPr id="12" name="Picture 11" descr="6eb818bbb8711f8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8588" y="2755392"/>
            <a:ext cx="277368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085956" y="2665476"/>
            <a:ext cx="10875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4" name="Picture 13" descr="9db8fd1d7925e6e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6297" y="2758440"/>
            <a:ext cx="271272" cy="27127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3278124"/>
            <a:ext cx="93490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perimeter and the area of a 3 cm by 5 cm rectangle.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3437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20 cm side becomes 8 cm in the copy. Find the scale factor.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1897380"/>
            <a:ext cx="12274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k = 0.4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510028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1" name="Picture 10" descr="f53f316f2160c0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3306" y="2543556"/>
            <a:ext cx="886968" cy="3901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08914" y="2510028"/>
            <a:ext cx="5365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3122676"/>
            <a:ext cx="30712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values:  </a:t>
            </a:r>
          </a:p>
        </p:txBody>
      </p:sp>
      <p:pic>
        <p:nvPicPr>
          <p:cNvPr id="14" name="Picture 13" descr="6eb818bbb8711f8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8588" y="3212592"/>
            <a:ext cx="277368" cy="2773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085956" y="3122676"/>
            <a:ext cx="10875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6" name="Picture 15" descr="9db8fd1d7925e6e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6297" y="3215640"/>
            <a:ext cx="271272" cy="27127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856209" y="3122676"/>
            <a:ext cx="14651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 and 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735324"/>
            <a:ext cx="93490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perimeter and the area of a 3 cm by 5 cm rectangle.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4192524"/>
            <a:ext cx="33881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P = 16 cm, A = 15 cm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k squared</a:t>
            </a:r>
          </a:p>
        </p:txBody>
      </p:sp>
      <p:pic>
        <p:nvPicPr>
          <p:cNvPr id="9" name="Picture 8" descr="f5d0f69f4213cc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928986"/>
            <a:ext cx="359664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502664" y="1869550"/>
            <a:ext cx="94433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, k times k: the number an area is multiplied by when every length 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354182"/>
            <a:ext cx="2058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multiplied by </a:t>
            </a:r>
          </a:p>
        </p:txBody>
      </p:sp>
      <p:pic>
        <p:nvPicPr>
          <p:cNvPr id="12" name="Picture 11" descr="5ad8b479ac3620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3848" y="2439526"/>
            <a:ext cx="188976" cy="2865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298969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perimeter ratio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396200"/>
            <a:ext cx="71062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copy's perimeter ÷ original's perimeter — it equals </a:t>
            </a:r>
          </a:p>
        </p:txBody>
      </p:sp>
      <p:pic>
        <p:nvPicPr>
          <p:cNvPr id="15" name="Picture 14" descr="5ad8b479ac3620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2116" y="3481544"/>
            <a:ext cx="188976" cy="28651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03170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area ratio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4438219"/>
            <a:ext cx="56769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copy's area ÷ original's area — it equals </a:t>
            </a:r>
          </a:p>
        </p:txBody>
      </p:sp>
      <p:pic>
        <p:nvPicPr>
          <p:cNvPr id="18" name="Picture 17" descr="f5d0f69f4213cc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2757" y="4497655"/>
            <a:ext cx="359664" cy="3383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Every side × k, so the perimeter × k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75b63e5073dba8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993392"/>
            <a:ext cx="5486400" cy="2387065"/>
          </a:xfrm>
          <a:prstGeom prst="rect">
            <a:avLst/>
          </a:prstGeom>
        </p:spPr>
      </p:pic>
      <p:pic>
        <p:nvPicPr>
          <p:cNvPr id="11" name="Picture 10" descr="6b863e3a4ccebf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1315" y="4587721"/>
            <a:ext cx="4818888" cy="2895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Area is two lengths, so the area × k × k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6f6e25f3820793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993392"/>
            <a:ext cx="3840480" cy="2708030"/>
          </a:xfrm>
          <a:prstGeom prst="rect">
            <a:avLst/>
          </a:prstGeom>
        </p:spPr>
      </p:pic>
      <p:pic>
        <p:nvPicPr>
          <p:cNvPr id="11" name="Picture 10" descr="3072c2893096e23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6724" y="4882778"/>
            <a:ext cx="5148072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From two areas back to k: a square root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8fb9d177b623a6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6251" y="1993392"/>
            <a:ext cx="8129016" cy="6766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008375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Area ratio = k</a:t>
            </a:r>
            <a:r>
              <a:rPr sz="2180" b="1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180" b="1" i="0">
                <a:solidFill>
                  <a:srgbClr val="1A1A1A"/>
                </a:solidFill>
                <a:latin typeface="Lexend"/>
              </a:rPr>
              <a:t>. k = the square root of the area ratio.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2 cm by 4 cm rectangle is scaled by k = 3.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250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copy's perimeter and area.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13da73618c3a5c8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065776" cy="353568"/>
          </a:xfrm>
          <a:prstGeom prst="rect">
            <a:avLst/>
          </a:prstGeom>
        </p:spPr>
      </p:pic>
      <p:pic>
        <p:nvPicPr>
          <p:cNvPr id="9" name="Picture 8" descr="da9b199f35923b3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48128"/>
            <a:ext cx="4386072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P = 36 cm, A = 72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3 cm by 6 cm rectangle is scaled by k = 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copy's perimeter and area.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3 cm by 6 cm rectangle is scaled by k = 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copy's perimeter and area.</a:t>
            </a:r>
          </a:p>
        </p:txBody>
      </p:sp>
      <p:pic>
        <p:nvPicPr>
          <p:cNvPr id="10" name="Picture 9" descr="a391ba38776033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4047" y="2830796"/>
            <a:ext cx="2109216" cy="252984"/>
          </a:xfrm>
          <a:prstGeom prst="rect">
            <a:avLst/>
          </a:prstGeom>
        </p:spPr>
      </p:pic>
      <p:pic>
        <p:nvPicPr>
          <p:cNvPr id="11" name="Picture 10" descr="30e6b9ad4e67f13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4047" y="3345908"/>
            <a:ext cx="3880104" cy="3017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P = 72 cm, A = 288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figure has area 15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. Its scale copy has area 240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. A side of the original is 3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544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k, then the matching side of the copy.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c237a4a459a457b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252472" cy="676656"/>
          </a:xfrm>
          <a:prstGeom prst="rect">
            <a:avLst/>
          </a:prstGeom>
        </p:spPr>
      </p:pic>
      <p:pic>
        <p:nvPicPr>
          <p:cNvPr id="9" name="Picture 8" descr="c1463e20ee37a92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71215"/>
            <a:ext cx="4255008" cy="47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k = 4; the side is 12 cm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figure has area 12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. Its scale copy has area 300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. A side of the original is 2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86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k, then the matching side of the copy.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figure has area 12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. Its scale copy has area 300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. A side of the original is 2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86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k, then the matching side of the copy.</a:t>
            </a:r>
          </a:p>
        </p:txBody>
      </p:sp>
      <p:pic>
        <p:nvPicPr>
          <p:cNvPr id="10" name="Picture 9" descr="a02b1beb298b5d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3180919"/>
            <a:ext cx="2048256" cy="609600"/>
          </a:xfrm>
          <a:prstGeom prst="rect">
            <a:avLst/>
          </a:prstGeom>
        </p:spPr>
      </p:pic>
      <p:pic>
        <p:nvPicPr>
          <p:cNvPr id="11" name="Picture 10" descr="c6b6368f1cca46d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3918535"/>
            <a:ext cx="3861816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k = 5; the side is 10 cm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perimeter 14 cm is scaled by k = 2.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perimeter?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perimeter 14 cm is scaled by k = 2.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perimeter?</a:t>
            </a:r>
          </a:p>
        </p:txBody>
      </p:sp>
      <p:pic>
        <p:nvPicPr>
          <p:cNvPr id="10" name="Picture 9" descr="d860927724a309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6859" y="3152360"/>
            <a:ext cx="1554480" cy="24993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28 cm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12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is scaled by k = 2.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12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is scaled by k = 2.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pic>
        <p:nvPicPr>
          <p:cNvPr id="10" name="Picture 9" descr="427887251510c88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203" y="3126452"/>
            <a:ext cx="2910840" cy="3017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48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48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is scaled by k = ½.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48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is scaled by k = ½.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pic>
        <p:nvPicPr>
          <p:cNvPr id="10" name="Picture 9" descr="ba1e3c512174bc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1311" y="3071588"/>
            <a:ext cx="3474720" cy="6126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12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10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is scaled by k = 3.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1" name="Picture 10" descr="78f7267bd6258a9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568" y="3155408"/>
            <a:ext cx="420624" cy="280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37959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3" name="Picture 12" descr="b6b586116b6ce2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4888" y="3155408"/>
            <a:ext cx="417576" cy="2804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91640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5" name="Picture 14" descr="da98a1872183d6f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3769580"/>
            <a:ext cx="414528" cy="277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7959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7" name="Picture 16" descr="65ff48fc3d12dc0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3769580"/>
            <a:ext cx="350520" cy="27736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43404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10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is scaled by k = 3.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pic>
        <p:nvPicPr>
          <p:cNvPr id="10" name="Picture 9" descr="8413de0e199e541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203" y="3124928"/>
            <a:ext cx="2910840" cy="30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90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8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is scaled by k = 1.5.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8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is scaled by k = 1.5.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pic>
        <p:nvPicPr>
          <p:cNvPr id="10" name="Picture 9" descr="3c70ee3fe6f126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1223" y="3124928"/>
            <a:ext cx="1539240" cy="304800"/>
          </a:xfrm>
          <a:prstGeom prst="rect">
            <a:avLst/>
          </a:prstGeom>
        </p:spPr>
      </p:pic>
      <p:pic>
        <p:nvPicPr>
          <p:cNvPr id="11" name="Picture 10" descr="2e3c5fba163c0db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1223" y="3690332"/>
            <a:ext cx="1831848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18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figure's perimeter is 20 cm; its copy's perimeter is 60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area ratio, copy to original?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1" name="Picture 10" descr="c003d31adc9c104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568" y="3156932"/>
            <a:ext cx="188976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37959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3" name="Picture 12" descr="899d09e1fb7976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4888" y="3158456"/>
            <a:ext cx="185928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91640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5" name="Picture 14" descr="e3fffa01a271e38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3769580"/>
            <a:ext cx="448056" cy="277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7959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7" name="Picture 16" descr="5a99f83968c3ddd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3769580"/>
            <a:ext cx="192024" cy="27736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43404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figure's perimeter is 20 cm; its copy's perimeter is 60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area ratio, copy to original?</a:t>
            </a:r>
          </a:p>
        </p:txBody>
      </p:sp>
      <p:pic>
        <p:nvPicPr>
          <p:cNvPr id="10" name="Picture 9" descr="458baf89721802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5813" y="3071588"/>
            <a:ext cx="1453896" cy="6187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79709" y="3152360"/>
            <a:ext cx="45059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the perimeter ratio is k</a:t>
            </a:r>
          </a:p>
        </p:txBody>
      </p:sp>
      <p:pic>
        <p:nvPicPr>
          <p:cNvPr id="12" name="Picture 11" descr="2edc07f1b53d6d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5813" y="3873212"/>
            <a:ext cx="853440" cy="3017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079253" y="3795488"/>
            <a:ext cx="28647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the area ratio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with sides 6, 8 and 10 cm is scaled by k = ½. Its area is 24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copy's perimeter and area.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with sides 6, 8 and 10 cm is scaled by k = ½. Its area is 24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copy's perimeter and area.</a:t>
            </a:r>
          </a:p>
        </p:txBody>
      </p:sp>
      <p:pic>
        <p:nvPicPr>
          <p:cNvPr id="10" name="Picture 9" descr="288a399f2ce561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5775" y="3500959"/>
            <a:ext cx="2145792" cy="606552"/>
          </a:xfrm>
          <a:prstGeom prst="rect">
            <a:avLst/>
          </a:prstGeom>
        </p:spPr>
      </p:pic>
      <p:pic>
        <p:nvPicPr>
          <p:cNvPr id="11" name="Picture 10" descr="392447636256ad1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5775" y="4235527"/>
            <a:ext cx="2042160" cy="6035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97619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P = 12 cm, A = 6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4 in by 6 in photo, taken 3 years ago, is enlarged at k = 2.5.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enlargement's area?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4 in by 6 in photo, taken 3 years ago, is enlarged at k = 2.5.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enlargement's area?</a:t>
            </a:r>
          </a:p>
        </p:txBody>
      </p:sp>
      <p:pic>
        <p:nvPicPr>
          <p:cNvPr id="10" name="Picture 9" descr="2a69d4576013ab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3379" y="3150836"/>
            <a:ext cx="1996439" cy="252984"/>
          </a:xfrm>
          <a:prstGeom prst="rect">
            <a:avLst/>
          </a:prstGeom>
        </p:spPr>
      </p:pic>
      <p:pic>
        <p:nvPicPr>
          <p:cNvPr id="11" name="Picture 10" descr="f562745388bd647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3379" y="3664424"/>
            <a:ext cx="3901440" cy="304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150 in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Jo says that doubling every side of a rectangle doubles its area.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Explain why not, with a counterexample.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Jo says that doubling every side of a rectangle doubles its area.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Explain why not, with a counterexample.</a:t>
            </a:r>
          </a:p>
        </p:txBody>
      </p:sp>
      <p:pic>
        <p:nvPicPr>
          <p:cNvPr id="10" name="Picture 9" descr="3b4f9ec0788951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2340" y="3149312"/>
            <a:ext cx="5306568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No: 2 by 7 doubled is 4 by 14, area 14 </a:t>
            </a:r>
            <a:r>
              <a:rPr sz="3040" b="1" i="0">
                <a:solidFill>
                  <a:srgbClr val="9E1B32"/>
                </a:solidFill>
                <a:latin typeface="Arial"/>
              </a:rPr>
              <a:t>→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56 — × 4, as both lengths doubled.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57276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57276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figure with perimeter 18 cm is scaled by k = 3. Find the copy's perimeter.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7568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07568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figure with area 7 cm</a:t>
            </a:r>
            <a:r>
              <a:rPr sz="181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1810" b="0" i="0">
                <a:solidFill>
                  <a:srgbClr val="1A1A1A"/>
                </a:solidFill>
                <a:latin typeface="Lexend"/>
              </a:rPr>
              <a:t> is scaled by k = 3. Find the copy's area.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57860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57860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figure with area 40 cm</a:t>
            </a:r>
            <a:r>
              <a:rPr sz="181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1810" b="0" i="0">
                <a:solidFill>
                  <a:srgbClr val="1A1A1A"/>
                </a:solidFill>
                <a:latin typeface="Lexend"/>
              </a:rPr>
              <a:t> is scaled by k = ½. Find the copy's area.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08152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081528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2 cm by 5 cm rectangle is scaled by k = 2.5. Find the copy's perimeter and area.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941064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941064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figure has area 9 cm</a:t>
            </a:r>
            <a:r>
              <a:rPr sz="181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1810" b="0" i="0">
                <a:solidFill>
                  <a:srgbClr val="1A1A1A"/>
                </a:solidFill>
                <a:latin typeface="Lexend"/>
              </a:rPr>
              <a:t> and its scale copy has area 144 cm</a:t>
            </a:r>
            <a:r>
              <a:rPr sz="181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1810" b="0" i="0">
                <a:solidFill>
                  <a:srgbClr val="1A1A1A"/>
                </a:solidFill>
                <a:latin typeface="Lexend"/>
              </a:rPr>
              <a:t>. Find k.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443984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443984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figure's perimeter is 12 cm and its copy's perimeter is 48 cm. What is the area ratio, copy to original?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Perimeter and area: changes in scale — ZC6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Scale drawings: find the scale factor or missing side — XHM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