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 ·  UNIT 2  ·  LESSON 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Plotting, Ordering and Comparing Real Numbers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91840" y="3255264"/>
            <a:ext cx="55778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337560"/>
            <a:ext cx="55778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MA.8.NSO.1.2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 can compare, order and plot every kind of real number in this unit.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77440" y="4389120"/>
            <a:ext cx="7406640" cy="1051560"/>
          </a:xfrm>
          <a:prstGeom prst="rect">
            <a:avLst/>
          </a:prstGeom>
          <a:solidFill>
            <a:srgbClr val="F2F2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4544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Nothing new today.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06040" y="49286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This is the rehearsal. The assessment is next.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Warm-Up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 your own. Four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and different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0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the same about these two, and what is different?</a:t>
            </a:r>
            <a:endParaRPr lang="en-US" sz="2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2926080"/>
            <a:ext cx="1925057" cy="77724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657" y="2926080"/>
            <a:ext cx="1463689" cy="7772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I.  Is it rational? Check the radicand, not the radical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8600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286000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Rational: any ratio of two integers — every fraction, every whole number, every decimal that stops or repeats.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321564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3215640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√ of a perfect square and </a:t>
            </a:r>
            <a:r>
              <a:rPr lang="en-US" sz="2200" b="1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of a perfect cube are rational. They are integers.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414528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4145280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Anything else under a √ or a </a:t>
            </a:r>
            <a:r>
              <a:rPr lang="en-US" sz="22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is irrational. So is π, and π times any NON-ZERO fraction.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II.  Convert first. Then order by position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8600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28600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Convert every number to a decimal, and write the decimals down.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84683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46832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Exact where you can. Nearest tenth where you cannot.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0766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407664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Then order by position: further left is less, further right is greater. Always.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433730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337304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Watch the negatives. −7 is LESS than −6.28.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III.  Plot: integers first, then the tenth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8600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00200" y="2286000"/>
            <a:ext cx="978408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 the tick points before you start. They are not always worth 1.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05840" y="283006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600200" y="2830068"/>
            <a:ext cx="9784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 the two integers it sits between, put a light mark between them, then slide the point to the tenth.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05840" y="372618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00200" y="3726180"/>
            <a:ext cx="978408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Label every point. An unlabeled dot earns nothing.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05840" y="427024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00200" y="4270248"/>
            <a:ext cx="9784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two points are close together, put one label above the line and one below.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Six points on one line — question 11 of the circuit.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III.  Plot: integers first, then the tenth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020871"/>
            <a:ext cx="8595360" cy="224004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comparisons. One of them is an equality.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3108960" cy="58521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Left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886200" y="1965960"/>
            <a:ext cx="1463040" cy="58521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1965960"/>
            <a:ext cx="3108960" cy="58521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96596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Right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58200" y="1965960"/>
            <a:ext cx="2743200" cy="58521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196596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Decimals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2551176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551176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−5π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3886200" y="2551176"/>
            <a:ext cx="146304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2551176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551176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−√225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458200" y="2551176"/>
            <a:ext cx="274320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136392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13639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125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3886200" y="3136392"/>
            <a:ext cx="146304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9240" y="3136392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313639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√100 ÷ 2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8458200" y="3136392"/>
            <a:ext cx="274320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3721608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721608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−7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3886200" y="3721608"/>
            <a:ext cx="146304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9240" y="3721608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3721608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</a:t>
            </a: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49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8458200" y="3721608"/>
            <a:ext cx="274320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4306824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30682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29/3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3886200" y="4306824"/>
            <a:ext cx="146304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49240" y="4306824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430682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√80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8458200" y="4306824"/>
            <a:ext cx="274320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decimals.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3108960" cy="58521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Left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886200" y="1965960"/>
            <a:ext cx="1463040" cy="58521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1965960"/>
            <a:ext cx="3108960" cy="58521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96596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Right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58200" y="1965960"/>
            <a:ext cx="2743200" cy="58521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196596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Decimals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2551176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551176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−5π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3886200" y="2551176"/>
            <a:ext cx="146304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2551176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551176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−√225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458200" y="2551176"/>
            <a:ext cx="274320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255117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−15.71  and  −15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77240" y="3136392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13639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125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3886200" y="3136392"/>
            <a:ext cx="146304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49240" y="3136392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313639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√100 ÷ 2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8458200" y="3136392"/>
            <a:ext cx="274320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313639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  and  5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777240" y="3721608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721608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−7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3886200" y="3721608"/>
            <a:ext cx="146304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49240" y="3721608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3721608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</a:t>
            </a: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49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8458200" y="3721608"/>
            <a:ext cx="274320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9640" y="3721608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−7  and  −3.66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777240" y="4306824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30682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29/3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3886200" y="4306824"/>
            <a:ext cx="146304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49240" y="4306824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0680" y="430682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√80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8458200" y="4306824"/>
            <a:ext cx="274320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49640" y="4306824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9.67  and  8.94</a:t>
            </a:r>
            <a:endParaRPr lang="en-US" sz="1900" dirty="0"/>
          </a:p>
        </p:txBody>
      </p:sp>
      <p:sp>
        <p:nvSpPr>
          <p:cNvPr id="41" name="Shape 3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symbols.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3108960" cy="58521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Left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886200" y="1965960"/>
            <a:ext cx="1463040" cy="58521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1965960"/>
            <a:ext cx="3108960" cy="58521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96596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Right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58200" y="1965960"/>
            <a:ext cx="2743200" cy="58521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196596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Decimals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2551176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551176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−5π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3886200" y="2551176"/>
            <a:ext cx="146304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2551176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&lt;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349240" y="2551176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2551176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−√225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458200" y="2551176"/>
            <a:ext cx="274320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255117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−15.71  and  −15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77240" y="3136392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13639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125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3886200" y="3136392"/>
            <a:ext cx="146304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3136392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=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5349240" y="3136392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313639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√100 ÷ 2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8458200" y="3136392"/>
            <a:ext cx="274320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9640" y="313639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  and  5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77240" y="3721608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721608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−7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3886200" y="3721608"/>
            <a:ext cx="146304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3721608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&lt;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5349240" y="3721608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3721608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</a:t>
            </a: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49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8458200" y="3721608"/>
            <a:ext cx="274320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49640" y="3721608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−7  and  −3.66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777240" y="4306824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430682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29/3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3886200" y="4306824"/>
            <a:ext cx="146304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4306824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&gt;</a:t>
            </a:r>
            <a:endParaRPr lang="en-US" sz="1900" dirty="0"/>
          </a:p>
        </p:txBody>
      </p:sp>
      <p:sp>
        <p:nvSpPr>
          <p:cNvPr id="41" name="Shape 39"/>
          <p:cNvSpPr/>
          <p:nvPr/>
        </p:nvSpPr>
        <p:spPr>
          <a:xfrm>
            <a:off x="5349240" y="4306824"/>
            <a:ext cx="310896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430682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√80</a:t>
            </a:r>
            <a:endParaRPr lang="en-US" sz="1900" dirty="0"/>
          </a:p>
        </p:txBody>
      </p:sp>
      <p:sp>
        <p:nvSpPr>
          <p:cNvPr id="43" name="Shape 41"/>
          <p:cNvSpPr/>
          <p:nvPr/>
        </p:nvSpPr>
        <p:spPr>
          <a:xfrm>
            <a:off x="8458200" y="4306824"/>
            <a:ext cx="2743200" cy="58521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49640" y="4306824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9.67  and  8.94</a:t>
            </a:r>
            <a:endParaRPr lang="en-US" sz="1900" dirty="0"/>
          </a:p>
        </p:txBody>
      </p:sp>
      <p:sp>
        <p:nvSpPr>
          <p:cNvPr id="45" name="Shape 4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 or irrational? Work each radical out first.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2194560" cy="68580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40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10.2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971800" y="2240280"/>
            <a:ext cx="2194560" cy="68580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2240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r>
              <a:rPr lang="en-US" sz="1700" b="1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⅓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166360" y="2240280"/>
            <a:ext cx="2194560" cy="68580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2240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+ 8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60920" y="2240280"/>
            <a:ext cx="2194560" cy="68580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2240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−π + 16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555480" y="2240280"/>
            <a:ext cx="1828800" cy="68580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46920" y="2240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√190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77240" y="2926080"/>
            <a:ext cx="219456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2926080"/>
            <a:ext cx="219456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2926080"/>
            <a:ext cx="219456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60920" y="2926080"/>
            <a:ext cx="219456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55480" y="2926080"/>
            <a:ext cx="18288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Sorted, and their decimals.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2194560" cy="621792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488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10.2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971800" y="2148840"/>
            <a:ext cx="2194560" cy="621792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21488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r>
              <a:rPr lang="en-US" sz="1700" b="1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⅓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166360" y="2148840"/>
            <a:ext cx="2194560" cy="621792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21488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+ 8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60920" y="2148840"/>
            <a:ext cx="2194560" cy="621792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21488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−π + 16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555480" y="2148840"/>
            <a:ext cx="1828800" cy="621792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46920" y="214884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√190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77240" y="2770632"/>
            <a:ext cx="219456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77063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2971800" y="2770632"/>
            <a:ext cx="219456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277063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166360" y="2770632"/>
            <a:ext cx="219456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277063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360920" y="2770632"/>
            <a:ext cx="219456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277063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irrational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9555480" y="2770632"/>
            <a:ext cx="182880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46920" y="277063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irrational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777240" y="3392424"/>
            <a:ext cx="219456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39242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10.2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2971800" y="3392424"/>
            <a:ext cx="219456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63240" y="339242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11.33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5166360" y="3392424"/>
            <a:ext cx="219456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339242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7360920" y="3392424"/>
            <a:ext cx="219456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339242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12.86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9555480" y="3392424"/>
            <a:ext cx="182880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46920" y="339242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13.78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Plotted.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681767"/>
            <a:ext cx="8961120" cy="233536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Sara's reasoning. Read it carefully.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“11 is between 9 and 16, which are both perfect squares.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 </a:t>
            </a:r>
            <a:r>
              <a:rPr lang="en-US" sz="2400" i="1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24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 lies between 3 and 4, and it is closer to 3.”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RIGHT about what she did?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what is wrong.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5120640" cy="7772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945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Sara did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97880" y="2194560"/>
            <a:ext cx="5120640" cy="7772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1945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she should have done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71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 &lt; 11 &lt; 16      perfect SQUARES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97880" y="297180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971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 &lt; 11 &lt; 27      perfect CUBES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74904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49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between 3 and 4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897880" y="374904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749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between 2 and 3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it costs.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5120640" cy="8686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317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Sara's answer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97880" y="2331720"/>
            <a:ext cx="5120640" cy="8686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3317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right answer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3200400"/>
            <a:ext cx="51206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004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 ≈ 3.3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897880" y="3200400"/>
            <a:ext cx="51206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32004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 ≈ 2.2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6185" y="2514600"/>
            <a:ext cx="1343150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83655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163815" y="25146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 the two numbers.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&lt;, &gt; or =.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6185" y="2148840"/>
            <a:ext cx="1343150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83655" y="21488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163815" y="21488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215384" y="3310128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6.00  and  6.00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=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0334" y="2514600"/>
            <a:ext cx="117485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99506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079666" y="25146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 the two numbers.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&lt;, &gt; or =.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0334" y="2148840"/>
            <a:ext cx="117485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99506" y="21488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079666" y="21488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215384" y="3310128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6.08  and  6.00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&gt;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1116" y="2514600"/>
            <a:ext cx="1578968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64404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144564" y="251460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−6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 the two numbers.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&lt;, &gt; or =.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1116" y="2148840"/>
            <a:ext cx="1578968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64404" y="21488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144564" y="214884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−6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3977640" y="33101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−6.08  and  −6.00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&lt;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0334" y="2514600"/>
            <a:ext cx="117485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99506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079666" y="25146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 the two numbers.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&lt;, &gt; or =.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0334" y="2148840"/>
            <a:ext cx="117485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99506" y="21488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079666" y="21488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215384" y="3310128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3.33  and  6.00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&lt;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4498" y="2514600"/>
            <a:ext cx="1766523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342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75502" y="25146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 the two numbers.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&lt;, &gt; or =.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4498" y="2148840"/>
            <a:ext cx="1766523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342" y="21488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75502" y="21488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215384" y="3310128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6.00  and  6.00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=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523" y="2514600"/>
            <a:ext cx="1766523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52366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526" y="2514600"/>
            <a:ext cx="1343150" cy="713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 the two numbers.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&lt;, &gt; or =.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523" y="2148840"/>
            <a:ext cx="1766523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52366" y="21488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526" y="2148840"/>
            <a:ext cx="1343150" cy="713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15384" y="3310128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6.00  and  6.00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=</a:t>
            </a:r>
            <a:endParaRPr lang="en-US" sz="3200" dirty="0"/>
          </a:p>
        </p:txBody>
      </p:sp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6114" y="2514600"/>
            <a:ext cx="486400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56835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995" y="2514600"/>
            <a:ext cx="654091" cy="713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 the two numbers.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&lt;, &gt; or =.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6114" y="2148840"/>
            <a:ext cx="486400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56835" y="21488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995" y="2148840"/>
            <a:ext cx="654091" cy="713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26664" y="3310128"/>
            <a:ext cx="6108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3.142857…  and  3.141592…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&gt;</a:t>
            </a:r>
            <a:endParaRPr lang="en-US" sz="3200" dirty="0"/>
          </a:p>
        </p:txBody>
      </p:sp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3" y="2514600"/>
            <a:ext cx="1766523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96896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056" y="2514600"/>
            <a:ext cx="654091" cy="713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 the two numbers.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&lt;, &gt; or =.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3" y="2148840"/>
            <a:ext cx="1766523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96896" y="21488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056" y="2148840"/>
            <a:ext cx="654091" cy="713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15384" y="3310128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6.00  and  3.14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&gt;</a:t>
            </a:r>
            <a:endParaRPr lang="en-US" sz="3200" dirty="0"/>
          </a:p>
        </p:txBody>
      </p:sp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 your time. Boards up when you have written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Put these in order, least to greatest:        −√37        </a:t>
            </a:r>
            <a:r>
              <a:rPr lang="en-US" sz="32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3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37        6        √37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your answer in sentences.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This one is written work. Say how you decided.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Put these in order, least to greatest:        −√37        </a:t>
            </a:r>
            <a:r>
              <a:rPr lang="en-US" sz="32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3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37        6        √37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68096" y="331012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−6.08    &lt;    3.33    &lt;    6.00    &lt;    6.08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−√37,   </a:t>
            </a:r>
            <a:r>
              <a:rPr lang="en-US" sz="3200" b="1" dirty="0">
                <a:solidFill>
                  <a:srgbClr val="9E1B32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37,   6,   √37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IXL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five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IXL and start today's skills.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51002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2510028"/>
            <a:ext cx="9829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 on paper where the question needs work. The answer box does not show it.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45186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345186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Whatever you do not finish is tonight's practice.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04164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skills for today are posted in Google Classroom.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6 — Plotting, Ordering and Comparing Real Numbers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2026-09-14T10:29:02Z</dcterms:created>
  <dcterms:modified xsi:type="dcterms:W3CDTF">2026-09-14T10:29:02Z</dcterms:modified>
</cp:coreProperties>
</file>