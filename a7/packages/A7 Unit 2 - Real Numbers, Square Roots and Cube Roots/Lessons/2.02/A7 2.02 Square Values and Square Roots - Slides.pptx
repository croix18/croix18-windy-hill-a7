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 ·  UNIT 2  ·  LESSON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Square Values and Square Roots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91840" y="3255264"/>
            <a:ext cx="55778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3337560"/>
            <a:ext cx="55778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MA.8.AR.2.3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 can evaluate a square root and find every real solution of x² = p.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377440" y="4389120"/>
            <a:ext cx="7406640" cy="1051560"/>
          </a:xfrm>
          <a:prstGeom prst="rect">
            <a:avLst/>
          </a:prstGeom>
          <a:solidFill>
            <a:srgbClr val="F2F2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4544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Yesterday you found sides of squares.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606040" y="492861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Today that gets a symbol — and the symbol is fussy.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Warm-Up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 your own. Four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and different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0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the same about these two, and what is different?</a:t>
            </a:r>
            <a:endParaRPr lang="en-US" sz="2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2926080"/>
            <a:ext cx="1463689" cy="77724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649" y="2926080"/>
            <a:ext cx="2303332" cy="7772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I.  The parts of a radical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340864"/>
            <a:ext cx="8028432" cy="568452"/>
          </a:xfrm>
          <a:prstGeom prst="rect">
            <a:avLst/>
          </a:prstGeom>
          <a:solidFill>
            <a:srgbClr val="EDEFF2"/>
          </a:solidFill>
          <a:ln w="9525">
            <a:solidFill>
              <a:srgbClr val="C6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2316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600200" y="2423160"/>
            <a:ext cx="7306056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u="sng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radical</a:t>
            </a:r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—   the symbol √ that asks for a root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877824" y="3000756"/>
            <a:ext cx="8028432" cy="568452"/>
          </a:xfrm>
          <a:prstGeom prst="rect">
            <a:avLst/>
          </a:prstGeom>
          <a:solidFill>
            <a:srgbClr val="EDEFF2"/>
          </a:solidFill>
          <a:ln w="9525">
            <a:solidFill>
              <a:srgbClr val="C6CC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083052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00200" y="3083052"/>
            <a:ext cx="7306056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u="sng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radicand</a:t>
            </a:r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—   the number underneath the radical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877824" y="3660648"/>
            <a:ext cx="8028432" cy="954024"/>
          </a:xfrm>
          <a:prstGeom prst="rect">
            <a:avLst/>
          </a:prstGeom>
          <a:solidFill>
            <a:srgbClr val="EDEFF2"/>
          </a:solidFill>
          <a:ln w="9525">
            <a:solidFill>
              <a:srgbClr val="C6CC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42944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600200" y="3742944"/>
            <a:ext cx="7306056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u="sng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index</a:t>
            </a:r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—   the small number in the notch, saying which root to take</a:t>
            </a:r>
            <a:endParaRPr lang="en-US" sz="25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856" y="2468880"/>
            <a:ext cx="2247024" cy="20574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II.  The symbol and the equation ask different questions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86000"/>
            <a:ext cx="5120640" cy="713232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8600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√25   asks for ONE number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897880" y="2286000"/>
            <a:ext cx="5120640" cy="713232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228600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x² = 25   asks for EVERY value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999232"/>
            <a:ext cx="51206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99923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positive square root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897880" y="2999232"/>
            <a:ext cx="51206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299923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both solutions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77240" y="3712464"/>
            <a:ext cx="51206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71246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√25 = 5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897880" y="3712464"/>
            <a:ext cx="51206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371246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= ±√25 = ±5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III.  The sign lives outside the symbol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radical symbol never means two numbers. You write the ± yourself.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3294888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3294888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√25 = 5.      −√25 = −5.      ±√25 = ±5.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05840" y="3872484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00200" y="3872484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different expressions, and each one names exactly what it says.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IV.  Solving x² = p — three cases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94560"/>
            <a:ext cx="3200400" cy="65836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945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p is …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977640" y="2194560"/>
            <a:ext cx="3566160" cy="65836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21945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many solutions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543800" y="2194560"/>
            <a:ext cx="3474720" cy="65836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21945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7240" y="2852928"/>
            <a:ext cx="32004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529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POSITIVE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3977640" y="2852928"/>
            <a:ext cx="356616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285292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two,  x = ±√p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543800" y="2852928"/>
            <a:ext cx="347472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28529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x² = 49  gives  x = ±7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77240" y="3511296"/>
            <a:ext cx="32004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51129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ZERO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3977640" y="3511296"/>
            <a:ext cx="356616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351129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one,  x = 0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7543800" y="3511296"/>
            <a:ext cx="347472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351129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x² = 0  gives  x = 0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777240" y="4169664"/>
            <a:ext cx="32004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16966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NEGATIVE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3977640" y="4169664"/>
            <a:ext cx="356616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69080" y="416966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none that are real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7543800" y="4169664"/>
            <a:ext cx="347472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416966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x² = −49  has no real solution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questions. Same number underneath.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2331720"/>
            <a:ext cx="136655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12280" y="2331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x² = 144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one has two answers? Answer out loud.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Both, worked.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2148840"/>
            <a:ext cx="1252671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8620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=  12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989320" y="2148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because 12 × 12 = 144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600200" y="3063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x² = 144    so    x =</a:t>
            </a:r>
            <a:endParaRPr lang="en-US" sz="2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3063240"/>
            <a:ext cx="1613984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43384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=  ±12</a:t>
            </a:r>
            <a:endParaRPr lang="en-US" sz="2800" dirty="0"/>
          </a:p>
        </p:txBody>
      </p:sp>
      <p:sp>
        <p:nvSpPr>
          <p:cNvPr id="12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Check both.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 × 12 = 144   </a:t>
            </a:r>
            <a:r>
              <a:rPr lang="en-US" sz="3000" b="1" dirty="0">
                <a:solidFill>
                  <a:srgbClr val="9E1B32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(−12) × (−12) = 144   </a:t>
            </a:r>
            <a:r>
              <a:rPr lang="en-US" sz="3000" b="1" dirty="0">
                <a:solidFill>
                  <a:srgbClr val="9E1B32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Xavier's paper. Both answers are on it.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5120640" cy="82296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945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 the solutions of  b² = 25.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97880" y="2194560"/>
            <a:ext cx="5120640" cy="82296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1945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the value of  √25 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017520"/>
            <a:ext cx="512064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175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 = 5  and  b = −5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897880" y="3017520"/>
            <a:ext cx="512064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30175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77240" y="42519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of these is wrong. Which?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Neither.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Both of Xavier's answers are correct.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do they look different?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Because they are different questions.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00200" y="2331720"/>
            <a:ext cx="9784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equation asks which numbers work. Two of them do.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00200" y="2926080"/>
            <a:ext cx="9784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radical asks for one particular number — the positive one.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92277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00200" y="3922776"/>
            <a:ext cx="9784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25 is the same. The question around it is not.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6717" y="2331720"/>
            <a:ext cx="1808087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number, or a sentence. Read which it is asking for.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9766" y="2148840"/>
            <a:ext cx="1721988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32304" y="331012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symbol asks for one number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8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6938" y="2331720"/>
            <a:ext cx="2867643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number, or a sentence. Read which it is asking for.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5216" y="2148840"/>
            <a:ext cx="2731089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64408" y="3310128"/>
            <a:ext cx="5632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values of x work?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±8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7993" y="2331720"/>
            <a:ext cx="2125534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number, or a sentence. Read which it is asking for.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8601" y="2148840"/>
            <a:ext cx="2024318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56816" y="3310128"/>
            <a:ext cx="8247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minus sits outside the radical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−8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8597" y="2331720"/>
            <a:ext cx="2344327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number, or a sentence. Read which it is asking for.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4414" y="2148840"/>
            <a:ext cx="2232692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33101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 × 0 = 0, and nothing else does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0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9750" y="2331720"/>
            <a:ext cx="3542020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number, or a sentence. Read which it is asking for.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4084" y="2148840"/>
            <a:ext cx="3373352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56816" y="3310128"/>
            <a:ext cx="8247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nothing real squares to a negative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no real solution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2142" y="2331720"/>
            <a:ext cx="2517236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number, or a sentence. Read which it is asking for.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2076" y="2148840"/>
            <a:ext cx="2397368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37944" y="3310128"/>
            <a:ext cx="8485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refusal, asked with the symbol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no real value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8114" y="2331720"/>
            <a:ext cx="2845292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number, or a sentence. Read which it is asking for.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5859" y="2148840"/>
            <a:ext cx="2709802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37944" y="3310128"/>
            <a:ext cx="8485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 × 5 = 25   and   (−5) × (−5) = 25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±5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4569" y="2331720"/>
            <a:ext cx="1592382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number, or a sentence. Read which it is asking for.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2483" y="2148840"/>
            <a:ext cx="1516554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56816" y="3310128"/>
            <a:ext cx="8247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(2/3)² = 4/9   and   (−2/3)² = 4/9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s = ±2/3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Take your time. Boards up when you have written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Jordan says  √64 = ±8,  because 8 and −8 both square to 64.  Is he right?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your answer in sentences.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This one is written work. Say which part of what he said is true.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Jordan says  √64 = ±8,  because 8 and −8 both square to 64.  Is he right?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05840" y="331012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8² = 64  and  (−8)² = 64  —  both are true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No — √64 = 8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IXL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five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IXL and start today's skills.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51002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2510028"/>
            <a:ext cx="9829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 on paper where the question needs work. The answer box does not show it.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345186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54480" y="345186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Whatever you do not finish is tonight's practice.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404164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54480" y="4041648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skills for today are posted in Google Classroom.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2 — Square Values and Square Roots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2026-09-14T10:34:55Z</dcterms:created>
  <dcterms:modified xsi:type="dcterms:W3CDTF">2026-09-14T10:34:55Z</dcterms:modified>
</cp:coreProperties>
</file>