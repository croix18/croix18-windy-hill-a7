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2  ·  LESSON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Approximating Irrational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MA.8.NSO.1.1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tell a rational number from an irrational one, and approximate a root to the nearest tenth.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Lesson 1 asked what the side of an area-8 square was.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it gets a name and a value.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926080"/>
            <a:ext cx="1463689" cy="7772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09" y="2926080"/>
            <a:ext cx="1280287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A rational number's decimal stops or repeats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954024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number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number that can be written as a ratio of two integers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46862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46862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a decimal it either STOPS or REPEATS.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40462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00200" y="40462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0.375,   −8,   13/3,   0.666…   are all rational.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An irrational number's decimal does neither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irrational number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not a ratio of two integers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66288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066288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Its decimal never stops and never repeats.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6271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62712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π is irrational. 3.14 and 22/7 are approximations — neither of them IS π.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The radicand decides, not the radical sign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356616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root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56616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09560" y="2194560"/>
            <a:ext cx="347472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√25 = 5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343400" y="274320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909560" y="2743200"/>
            <a:ext cx="34747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 is a perfect square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329184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√18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343400" y="329184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291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irrational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909560" y="3291840"/>
            <a:ext cx="34747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 is not a perfect square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77240" y="384048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840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 = 3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343400" y="384048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840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909560" y="3840480"/>
            <a:ext cx="34747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 is a perfect cube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77240" y="438912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4343400" y="4389120"/>
            <a:ext cx="35661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irrational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7909560" y="4389120"/>
            <a:ext cx="34747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4389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 is not a perfect cube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Approximating to the nearest tenth — four steps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two perfect squares (or cubes) the radicand sits between.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261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26136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gives the two consecutive integers the root sits between.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distances to decide which of the two it is nearer.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3830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8302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tenths. Square (or cube) them and see which lands closest.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√13. Steps 1 and 2, out loud.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5486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377440"/>
            <a:ext cx="978408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1:      9  &lt;  13  &lt;  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005328"/>
            <a:ext cx="5486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3005328"/>
            <a:ext cx="978408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2:      3  &lt;  √13  &lt;  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 two integers is it nearer, and how do you know?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3, then test tenths.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3:      13 − 9 = 4   and   16 − 13 = 3,   so it is nearer 4.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4:      3.6 × 3.6 = 12.96          3.7 × 3.7 = 13.69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12.96 misses by 0.04.      13.69 misses by 0.69.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√13 ≈ 3.6.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877037"/>
            <a:ext cx="6949440" cy="22277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20. Same four steps. What changes?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on paper yet. Say which list you will use, and why.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 ≈ 2.7.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28600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1:      8  &lt;  20  &lt;  27          two perfect CUBES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84683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84683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2:      2  &lt;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  &lt;  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40766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40766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3:      20 − 8 = 12   and   27 − 20 = 7,   so it is nearer 3.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96849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968496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Step 4:      2.7³ = 19.683          2.8³ = 21.952</a:t>
            </a:r>
            <a:endParaRPr lang="en-US" sz="2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4408792"/>
            <a:ext cx="6035040" cy="193462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Priya and her calculator disagree.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Priya rounds first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14884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calculator does not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√6 ≈ 2.4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29260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926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√6 = 2.449489…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× 2.4 = 4.8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70332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× 2.449489… = 4.898979…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of them is wrong. Which, and why?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Priya 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2√6  =  4.898979…,   which is  4.9  to the nearest tenth.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329184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Rounding 2.449 down to 2.4 throws away 0.049.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86943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869436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Doubling throws away 0.098 — almost a whole tenth, which is the whole answer.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So: round last.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Using 2.45 instead:      2 × 2.45  =  4.90      </a:t>
            </a:r>
            <a:r>
              <a:rPr lang="en-US" sz="25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717" y="2331720"/>
            <a:ext cx="180808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66" y="2148840"/>
            <a:ext cx="172198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33101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49 is a perfect square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rational,  7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994" y="2331720"/>
            <a:ext cx="158153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0" y="2148840"/>
            <a:ext cx="15062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3310128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 &lt; 48 &lt; 49,  so it is just under 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irrational,  ≈ 6.9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994" y="2331720"/>
            <a:ext cx="158153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0" y="2148840"/>
            <a:ext cx="150622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2456" y="3310128"/>
            <a:ext cx="9436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 &lt; 48 &lt; 64,  so it is between 3 and 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irrational,  ≈ 3.6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3079" y="2331720"/>
            <a:ext cx="1835362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6778" y="2148840"/>
            <a:ext cx="1747964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21024" y="3310128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is a perfect cube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rational,  4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717" y="2331720"/>
            <a:ext cx="180808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66" y="2148840"/>
            <a:ext cx="172198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07792" y="3310128"/>
            <a:ext cx="6345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is a perfect square TOO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rational,  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847" y="2331720"/>
            <a:ext cx="1209826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52" y="2148840"/>
            <a:ext cx="115221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75688" y="331012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&lt; 8 &lt; 9,  so it is just under 3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irrational,  ≈ 2.8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0506" y="2331720"/>
            <a:ext cx="88050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1471" y="2148840"/>
            <a:ext cx="838579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310128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3.14159265…  — it never repeats and never stops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irrational,  ≈ 3.14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749" y="2331720"/>
            <a:ext cx="171202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irrational? Give its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it is irrational, the nearest tenth is enough.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5512" y="2148840"/>
            <a:ext cx="163049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3310128"/>
            <a:ext cx="919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0.666… = 2/3,  a ratio of two integers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rational,  = 2/3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Marcus says any decimal that goes on forever is irrational.  Is he right?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Give an example that proves your answer.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Marcus says any decimal that goes on forever is irrational.  Is he right?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00200" y="33101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0.666… goes on forever and equals 2/3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— it has to go on WITHOUT REPEATING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4 — Approximating Irrational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2026-09-14T10:12:02Z</dcterms:created>
  <dcterms:modified xsi:type="dcterms:W3CDTF">2026-09-14T10:12:02Z</dcterms:modified>
</cp:coreProperties>
</file>