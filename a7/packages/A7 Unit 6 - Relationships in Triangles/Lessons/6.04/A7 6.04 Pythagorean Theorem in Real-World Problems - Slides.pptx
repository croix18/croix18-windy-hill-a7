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bc09f29cf592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3" y="1993392"/>
            <a:ext cx="2724912" cy="2002190"/>
          </a:xfrm>
          <a:prstGeom prst="rect">
            <a:avLst/>
          </a:prstGeom>
        </p:spPr>
      </p:pic>
      <p:pic>
        <p:nvPicPr>
          <p:cNvPr id="11" name="Picture 10" descr="b439acede6872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528" y="4141886"/>
            <a:ext cx="4474464" cy="341376"/>
          </a:xfrm>
          <a:prstGeom prst="rect">
            <a:avLst/>
          </a:prstGeom>
        </p:spPr>
      </p:pic>
      <p:pic>
        <p:nvPicPr>
          <p:cNvPr id="12" name="Picture 11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511" y="4827686"/>
            <a:ext cx="24444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64455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10 m. Along two sides is 14 m: the path is 4 m shorter.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555e0952e2d1a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8-ft ladder leans on a wall. Its foot is 3 ft from the wall.</a:t>
            </a:r>
          </a:p>
        </p:txBody>
      </p:sp>
      <p:pic>
        <p:nvPicPr>
          <p:cNvPr id="9" name="Picture 8" descr="ga98890fd4d3e4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276458"/>
            <a:ext cx="1399032" cy="23851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9075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b0c4c7c339b3c3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41648" cy="341376"/>
          </a:xfrm>
          <a:prstGeom prst="rect">
            <a:avLst/>
          </a:prstGeom>
        </p:spPr>
      </p:pic>
      <p:pic>
        <p:nvPicPr>
          <p:cNvPr id="9" name="Picture 8" descr="e6517a3b7c88d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33781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7.4 ft up the wall.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swimming pool is 12 m long and 5 m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eb02edf9f23b2c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998436"/>
            <a:ext cx="3657600" cy="171060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9250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swimming pool is 12 m long and 5 m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eb02edf9f23b2c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096" y="2998436"/>
            <a:ext cx="3657600" cy="1710607"/>
          </a:xfrm>
          <a:prstGeom prst="rect">
            <a:avLst/>
          </a:prstGeom>
        </p:spPr>
      </p:pic>
      <p:pic>
        <p:nvPicPr>
          <p:cNvPr id="11" name="Picture 10" descr="219a66f6baebe5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080" y="3459882"/>
            <a:ext cx="2429256" cy="262128"/>
          </a:xfrm>
          <a:prstGeom prst="rect">
            <a:avLst/>
          </a:prstGeom>
        </p:spPr>
      </p:pic>
      <p:pic>
        <p:nvPicPr>
          <p:cNvPr id="12" name="Picture 11" descr="a191707692ea71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80" y="3932322"/>
            <a:ext cx="1819656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925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26-ft ladder reaches 24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35.4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100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26-ft ladder reaches 24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0b6ac03f35af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715" y="3113689"/>
            <a:ext cx="3102864" cy="307848"/>
          </a:xfrm>
          <a:prstGeom prst="rect">
            <a:avLst/>
          </a:prstGeom>
        </p:spPr>
      </p:pic>
      <p:pic>
        <p:nvPicPr>
          <p:cNvPr id="11" name="Picture 10" descr="d8fba3b616ac0c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715" y="3611084"/>
            <a:ext cx="22494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10 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drone is 30 m from Maya, straight above a spot on the ground 18 m from 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drone's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 m to the drone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drone is 30 m from Maya, straight above a spot on the ground 18 m from 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917" y="3478099"/>
            <a:ext cx="69128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drone.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2917" y="4017595"/>
            <a:ext cx="6822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30 m to the drone.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 m to the drone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8658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437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4378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00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14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720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72000"/>
            <a:ext cx="9829800" cy="11247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kite flies on 19 m of tight string. Straight below the kite, level with the hand that holds the string, is a point 12 m from the hand. How high is the kite above that point, to the nearest tenth of a meter?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