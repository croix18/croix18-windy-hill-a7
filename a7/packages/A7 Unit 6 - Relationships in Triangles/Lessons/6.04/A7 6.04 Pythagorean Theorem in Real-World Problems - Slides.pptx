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6  ·  LESSON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Pythagorean Theorem in Real-World Problems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MA.8.GR.1.1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find a length in a real situation by finding the right triangle inside it.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4667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right triangle: hypotenuse 25 ft, one leg 24 ft. The other leg?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73162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Do sides of 9, 40 and 41 make a right triangle?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665476"/>
            <a:ext cx="95867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A plan's scale is 1 in : 4 ft. A wall is 3.5 inches on it. Real length?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278124"/>
            <a:ext cx="73944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How many right angles does a rectangle have?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4667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right triangle: hypotenuse 25 ft, one leg 24 ft. The other leg?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897380"/>
            <a:ext cx="7006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7 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510028"/>
            <a:ext cx="73162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Do sides of 9, 40 and 41 make a right triangle?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2967228"/>
            <a:ext cx="46626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Yes — 81 + 1,600 = 1,681 = 41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579876"/>
            <a:ext cx="95867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A plan's scale is 1 in : 4 ft. A wall is 3.5 inches on it. Real length?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4037076"/>
            <a:ext cx="8977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14 ft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4649724"/>
            <a:ext cx="73944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How many right angles does a rectangle have?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80426" y="4649724"/>
            <a:ext cx="4050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diagonal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92410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segment from one corner of a rectangle to the opposite corner — the hypotenuse of the right triangle it cuts off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17333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rise and run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346704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a ramp's height and the distance along the ground it covers; the ramp itself is the hypotenuse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Find the right angle, then c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70e5aa953a89c7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8616" y="1993392"/>
            <a:ext cx="2304288" cy="228748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4491189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Sketch the story. Mark the right angle. The side across from it is c.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5222709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 ladder, a diagonal, a ramp, a kite string: each is the hypotenuse.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c in a story: the diagonal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5bc09f29cf5922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8303" y="1993392"/>
            <a:ext cx="2724912" cy="2002190"/>
          </a:xfrm>
          <a:prstGeom prst="rect">
            <a:avLst/>
          </a:prstGeom>
        </p:spPr>
      </p:pic>
      <p:pic>
        <p:nvPicPr>
          <p:cNvPr id="11" name="Picture 10" descr="b439acede6872a9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3528" y="4141886"/>
            <a:ext cx="4474464" cy="341376"/>
          </a:xfrm>
          <a:prstGeom prst="rect">
            <a:avLst/>
          </a:prstGeom>
        </p:spPr>
      </p:pic>
      <p:pic>
        <p:nvPicPr>
          <p:cNvPr id="12" name="Picture 11" descr="f5cca9bd60907ff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8511" y="4827686"/>
            <a:ext cx="2444496" cy="4785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564455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The path is 10 m. Along two sides is 14 m: the path is 4 m shorter.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A leg in a story: how high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9555e0952e2d1a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0971" y="1993392"/>
            <a:ext cx="1179576" cy="2174344"/>
          </a:xfrm>
          <a:prstGeom prst="rect">
            <a:avLst/>
          </a:prstGeom>
        </p:spPr>
      </p:pic>
      <p:pic>
        <p:nvPicPr>
          <p:cNvPr id="11" name="Picture 10" descr="e66f074be1227cc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0960" y="4314040"/>
            <a:ext cx="4419600" cy="341376"/>
          </a:xfrm>
          <a:prstGeom prst="rect">
            <a:avLst/>
          </a:prstGeom>
        </p:spPr>
      </p:pic>
      <p:pic>
        <p:nvPicPr>
          <p:cNvPr id="12" name="Picture 11" descr="ce5b1cc79362313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9284" y="4999840"/>
            <a:ext cx="2282952" cy="47853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ramp rises 2 ft over a run of 13 ft along the ground.</a:t>
            </a:r>
          </a:p>
        </p:txBody>
      </p:sp>
      <p:pic>
        <p:nvPicPr>
          <p:cNvPr id="9" name="Picture 8" descr="g3059fda3489aab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440" y="2276458"/>
            <a:ext cx="5120640" cy="118223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787881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long is the ramp, to the nearest tenth of a foot?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035716e3d9cb04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578096" cy="341376"/>
          </a:xfrm>
          <a:prstGeom prst="rect">
            <a:avLst/>
          </a:prstGeom>
        </p:spPr>
      </p:pic>
      <p:pic>
        <p:nvPicPr>
          <p:cNvPr id="9" name="Picture 8" descr="bb58d5f4ac9fa96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35936"/>
            <a:ext cx="2657856" cy="47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The ramp is about 13.2 ft long.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computer screen is 7 inches tall and 10 inches wide.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long is its diagonal, to the nearest tenth of an inch?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computer screen is 7 inches tall and 10 inches wide.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long is its diagonal, to the nearest tenth of an inch?</a:t>
            </a:r>
          </a:p>
        </p:txBody>
      </p:sp>
      <p:pic>
        <p:nvPicPr>
          <p:cNvPr id="10" name="Picture 9" descr="d73bd93a04707f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6679" y="2793649"/>
            <a:ext cx="4437888" cy="307848"/>
          </a:xfrm>
          <a:prstGeom prst="rect">
            <a:avLst/>
          </a:prstGeom>
        </p:spPr>
      </p:pic>
      <p:pic>
        <p:nvPicPr>
          <p:cNvPr id="11" name="Picture 10" descr="cb22f1747753cef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6679" y="3291044"/>
            <a:ext cx="2450592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About 12.2 in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12-ft ladder leans on a wall. Its foot is 5 ft from the wall.</a:t>
            </a:r>
          </a:p>
        </p:txBody>
      </p:sp>
      <p:pic>
        <p:nvPicPr>
          <p:cNvPr id="9" name="Picture 8" descr="gdf66deaff3ad12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6379" y="2276458"/>
            <a:ext cx="1508760" cy="237268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978329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high up the wall does it reach, to the nearest tenth of a foot?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a3ca4f2e3cf238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840224" cy="341376"/>
          </a:xfrm>
          <a:prstGeom prst="rect">
            <a:avLst/>
          </a:prstGeom>
        </p:spPr>
      </p:pic>
      <p:pic>
        <p:nvPicPr>
          <p:cNvPr id="9" name="Picture 8" descr="f6fe74ec98ff4c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35936"/>
            <a:ext cx="2691384" cy="47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It reaches about 10.9 ft up the wall.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13-ft ladder leans on a wall with its foot 6 ft from the wall.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high does it reach, to the nearest tenth of a foot?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13-ft ladder leans on a wall with its foot 6 ft from the wall.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high does it reach, to the nearest tenth of a foot?</a:t>
            </a:r>
          </a:p>
        </p:txBody>
      </p:sp>
      <p:pic>
        <p:nvPicPr>
          <p:cNvPr id="10" name="Picture 9" descr="2dacb2c8b5bb15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6115" y="2796697"/>
            <a:ext cx="4322064" cy="304800"/>
          </a:xfrm>
          <a:prstGeom prst="rect">
            <a:avLst/>
          </a:prstGeom>
        </p:spPr>
      </p:pic>
      <p:pic>
        <p:nvPicPr>
          <p:cNvPr id="11" name="Picture 10" descr="4ae30c3b206efc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6115" y="3291044"/>
            <a:ext cx="2401824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About 11.5 ft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swimming pool is 12 m long and 5 m wide.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its diagonal?</a:t>
            </a:r>
          </a:p>
        </p:txBody>
      </p:sp>
      <p:pic>
        <p:nvPicPr>
          <p:cNvPr id="10" name="Picture 9" descr="geb02edf9f23b2ca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59" y="2998436"/>
            <a:ext cx="3657600" cy="171060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99250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swimming pool is 12 m long and 5 m wide.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its diagonal?</a:t>
            </a:r>
          </a:p>
        </p:txBody>
      </p:sp>
      <p:pic>
        <p:nvPicPr>
          <p:cNvPr id="10" name="Picture 9" descr="geb02edf9f23b2ca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3096" y="2998436"/>
            <a:ext cx="3657600" cy="1710607"/>
          </a:xfrm>
          <a:prstGeom prst="rect">
            <a:avLst/>
          </a:prstGeom>
        </p:spPr>
      </p:pic>
      <p:pic>
        <p:nvPicPr>
          <p:cNvPr id="11" name="Picture 10" descr="219a66f6baebe5d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7080" y="3459882"/>
            <a:ext cx="2429256" cy="262128"/>
          </a:xfrm>
          <a:prstGeom prst="rect">
            <a:avLst/>
          </a:prstGeom>
        </p:spPr>
      </p:pic>
      <p:pic>
        <p:nvPicPr>
          <p:cNvPr id="12" name="Picture 11" descr="a191707692ea714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7080" y="3932322"/>
            <a:ext cx="1819656" cy="3688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99250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13 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15-ft ladder leans on a wall. Its foot is 9 ft from the wall.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high up the wall does it reach?</a:t>
            </a:r>
          </a:p>
        </p:txBody>
      </p:sp>
      <p:pic>
        <p:nvPicPr>
          <p:cNvPr id="10" name="Picture 9" descr="gdc12119b548fc4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4900" y="2998436"/>
            <a:ext cx="2331720" cy="2376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658461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15-ft ladder leans on a wall. Its foot is 9 ft from the wall.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high up the wall does it reach?</a:t>
            </a:r>
          </a:p>
        </p:txBody>
      </p:sp>
      <p:pic>
        <p:nvPicPr>
          <p:cNvPr id="10" name="Picture 9" descr="gdc12119b548fc4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6892" y="2998436"/>
            <a:ext cx="2331720" cy="2376560"/>
          </a:xfrm>
          <a:prstGeom prst="rect">
            <a:avLst/>
          </a:prstGeom>
        </p:spPr>
      </p:pic>
      <p:pic>
        <p:nvPicPr>
          <p:cNvPr id="11" name="Picture 10" descr="6c71fea9fa85d53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4995" y="3792858"/>
            <a:ext cx="2447544" cy="262128"/>
          </a:xfrm>
          <a:prstGeom prst="rect">
            <a:avLst/>
          </a:prstGeom>
        </p:spPr>
      </p:pic>
      <p:pic>
        <p:nvPicPr>
          <p:cNvPr id="12" name="Picture 11" descr="f3e91517e4c6958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4995" y="4265298"/>
            <a:ext cx="1871472" cy="3688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65846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12 ft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ramp rises 4 ft over a run of 11 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ramp, to the nearest tenth of a foot?</a:t>
            </a:r>
          </a:p>
        </p:txBody>
      </p:sp>
      <p:pic>
        <p:nvPicPr>
          <p:cNvPr id="10" name="Picture 9" descr="g2742e16789d1b8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6803" y="2998436"/>
            <a:ext cx="3867912" cy="1644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926781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ramp rises 4 ft over a run of 11 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ramp, to the nearest tenth of a foot?</a:t>
            </a:r>
          </a:p>
        </p:txBody>
      </p:sp>
      <p:pic>
        <p:nvPicPr>
          <p:cNvPr id="10" name="Picture 9" descr="g2742e16789d1b8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9087" y="2998436"/>
            <a:ext cx="3867912" cy="1644880"/>
          </a:xfrm>
          <a:prstGeom prst="rect">
            <a:avLst/>
          </a:prstGeom>
        </p:spPr>
      </p:pic>
      <p:pic>
        <p:nvPicPr>
          <p:cNvPr id="11" name="Picture 10" descr="a67103b6e306ec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3384" y="3427018"/>
            <a:ext cx="2346960" cy="262128"/>
          </a:xfrm>
          <a:prstGeom prst="rect">
            <a:avLst/>
          </a:prstGeom>
        </p:spPr>
      </p:pic>
      <p:pic>
        <p:nvPicPr>
          <p:cNvPr id="12" name="Picture 11" descr="c7a7f848c47d41a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3384" y="3899458"/>
            <a:ext cx="2026920" cy="3688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92678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About 11.7 ft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26-ft ladder reaches 24 ft up a wall.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from the wall is its foot?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0898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10 ft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0898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35.4 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7756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 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7756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100 ft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78151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26-ft ladder reaches 24 ft up a wall.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from the wall is its foot?</a:t>
            </a:r>
          </a:p>
        </p:txBody>
      </p:sp>
      <p:pic>
        <p:nvPicPr>
          <p:cNvPr id="10" name="Picture 9" descr="0b6ac03f35af70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5715" y="3113689"/>
            <a:ext cx="3102864" cy="307848"/>
          </a:xfrm>
          <a:prstGeom prst="rect">
            <a:avLst/>
          </a:prstGeom>
        </p:spPr>
      </p:pic>
      <p:pic>
        <p:nvPicPr>
          <p:cNvPr id="11" name="Picture 10" descr="d8fba3b616ac0c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5715" y="3611084"/>
            <a:ext cx="2249424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10 ft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lawn is 9 m by 12 m. Ben walks along two sides; Ava walks straight across, corner to corner.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much shorter is Ava's walk?</a:t>
            </a:r>
          </a:p>
        </p:txBody>
      </p:sp>
      <p:pic>
        <p:nvPicPr>
          <p:cNvPr id="10" name="Picture 9" descr="g207205bb1fdd32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19" y="3427807"/>
            <a:ext cx="2468880" cy="18002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51149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lawn is 9 m by 12 m. Ben walks along two sides; Ava walks straight across, corner to corner.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much shorter is Ava's walk?</a:t>
            </a:r>
          </a:p>
        </p:txBody>
      </p:sp>
      <p:pic>
        <p:nvPicPr>
          <p:cNvPr id="10" name="Picture 9" descr="g207205bb1fdd32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1867" y="3427807"/>
            <a:ext cx="2468880" cy="18002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72267" y="3596399"/>
            <a:ext cx="28383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Along two sides:  </a:t>
            </a:r>
          </a:p>
        </p:txBody>
      </p:sp>
      <p:pic>
        <p:nvPicPr>
          <p:cNvPr id="12" name="Picture 11" descr="02842d48bbb1ca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3488" y="3729321"/>
            <a:ext cx="1318498" cy="21235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672267" y="4099319"/>
            <a:ext cx="14501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Across:  </a:t>
            </a:r>
          </a:p>
        </p:txBody>
      </p:sp>
      <p:pic>
        <p:nvPicPr>
          <p:cNvPr id="14" name="Picture 13" descr="d00a5309a7c21bb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243" y="4155231"/>
            <a:ext cx="2009251" cy="366379"/>
          </a:xfrm>
          <a:prstGeom prst="rect">
            <a:avLst/>
          </a:prstGeom>
        </p:spPr>
      </p:pic>
      <p:pic>
        <p:nvPicPr>
          <p:cNvPr id="15" name="Picture 14" descr="091e4f5866ccb72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27131" y="4737209"/>
            <a:ext cx="1325880" cy="213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55114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 m shorter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drone is 30 m from Maya, straight above a spot on the ground 18 m from her.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length is the hypotenuse?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19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the 18 m on the ground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19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the drone's height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050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the 30 m to the drone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050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none: no right angle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1088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drone is 30 m from Maya, straight above a spot on the ground 18 m from her.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length is the hypotenuse?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2917" y="3478099"/>
            <a:ext cx="69128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The square corner is under the drone.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2917" y="4017595"/>
            <a:ext cx="68229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Across from it: the 30 m to the drone.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the 30 m to the drone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box is 7 inches wide and 12 inches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Will a 14-in umbrella lie flat in it, corner to corner?</a:t>
            </a:r>
          </a:p>
        </p:txBody>
      </p:sp>
      <p:pic>
        <p:nvPicPr>
          <p:cNvPr id="10" name="Picture 9" descr="g3d0437d6ec0aa9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2998436"/>
            <a:ext cx="2377440" cy="20088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290713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box is 7 inches wide and 12 inches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Will a 14-in umbrella lie flat in it, corner to corner?</a:t>
            </a:r>
          </a:p>
        </p:txBody>
      </p:sp>
      <p:pic>
        <p:nvPicPr>
          <p:cNvPr id="10" name="Picture 9" descr="g3d0437d6ec0aa9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8603" y="2998436"/>
            <a:ext cx="2377440" cy="2008812"/>
          </a:xfrm>
          <a:prstGeom prst="rect">
            <a:avLst/>
          </a:prstGeom>
        </p:spPr>
      </p:pic>
      <p:pic>
        <p:nvPicPr>
          <p:cNvPr id="11" name="Picture 10" descr="0ad3c9708a12339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2427" y="3608984"/>
            <a:ext cx="2438400" cy="262128"/>
          </a:xfrm>
          <a:prstGeom prst="rect">
            <a:avLst/>
          </a:prstGeom>
        </p:spPr>
      </p:pic>
      <p:pic>
        <p:nvPicPr>
          <p:cNvPr id="12" name="Picture 11" descr="63e6833ca8e2971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2427" y="4081424"/>
            <a:ext cx="2039112" cy="3688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29071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the diagonal is about 13.9 in.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10-ft ladder that weighs 25 pounds has its foot 7 ft from a wall.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high does it reach, to the nearest tenth of a foot?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10-ft ladder that weighs 25 pounds has its foot 7 ft from a wall.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high does it reach, to the nearest tenth of a foot?</a:t>
            </a:r>
          </a:p>
        </p:txBody>
      </p:sp>
      <p:pic>
        <p:nvPicPr>
          <p:cNvPr id="10" name="Picture 9" descr="d8068f4f04bc6e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5359" y="3116737"/>
            <a:ext cx="2703576" cy="304800"/>
          </a:xfrm>
          <a:prstGeom prst="rect">
            <a:avLst/>
          </a:prstGeom>
        </p:spPr>
      </p:pic>
      <p:pic>
        <p:nvPicPr>
          <p:cNvPr id="11" name="Picture 10" descr="1ef693a9e44a9e3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5359" y="3611084"/>
            <a:ext cx="2048256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About 7.1 ft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window is 12 ft above the ground.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Why can an 11-ft ladder never reach it, wherever its foot stands?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window is 12 ft above the ground.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Why can an 11-ft ladder never reach it, wherever its foot stands?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9839" y="3478099"/>
            <a:ext cx="85190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The ladder is the hypotenuse, the longest side.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89839" y="4017595"/>
            <a:ext cx="74654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The height is a leg, so it is less than 11 ft.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The height is a leg — always shorter than the 11-ft ladder.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57276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572768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0" i="0">
                <a:solidFill>
                  <a:srgbClr val="1A1A1A"/>
                </a:solidFill>
                <a:latin typeface="Lexend"/>
              </a:rPr>
              <a:t>A tablet screen is 5 inches wide and 8 inches tall. How long is its diagonal, to the nearest tenth of an inch?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86584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86584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0" i="0">
                <a:solidFill>
                  <a:srgbClr val="1A1A1A"/>
                </a:solidFill>
                <a:latin typeface="Lexend"/>
              </a:rPr>
              <a:t>A fire truck's 50-ft ladder reaches 48 ft up a building. How far from the building is its foot?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843784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843784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0" i="0">
                <a:solidFill>
                  <a:srgbClr val="1A1A1A"/>
                </a:solidFill>
                <a:latin typeface="Lexend"/>
              </a:rPr>
              <a:t>A ramp rises 3 ft over a run of 14 ft. How long is the ramp, to the nearest tenth of a foot?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300984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300984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0" i="0">
                <a:solidFill>
                  <a:srgbClr val="1A1A1A"/>
                </a:solidFill>
                <a:latin typeface="Lexend"/>
              </a:rPr>
              <a:t>A park is 7 m by 11 m. How much shorter is the walk straight across, corner to corner, than the walk along two sides? Give it to the nearest tenth of a meter.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114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114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0" i="0">
                <a:solidFill>
                  <a:srgbClr val="1A1A1A"/>
                </a:solidFill>
                <a:latin typeface="Lexend"/>
              </a:rPr>
              <a:t>Will a 10-in pencil lie flat in a box 7 inches by 8 inches, corner to corner?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5720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572000"/>
            <a:ext cx="9829800" cy="112471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0" i="0">
                <a:solidFill>
                  <a:srgbClr val="1A1A1A"/>
                </a:solidFill>
                <a:latin typeface="Lexend"/>
              </a:rPr>
              <a:t>A kite flies on 19 m of tight string. It is straight above a spot 12 m from the hand that holds the string, level with the hand. How high above the hand is the kite, to the nearest tenth of a meter?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by the Unit 6 test.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Pythagorean theorem: word problems — 87U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