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Pythagorean Theorem in Real-World Problems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length in a real situation by finding the right triangle inside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466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right triangle: hypotenuse 25 ft, one leg 24 ft. The other leg?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73162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9, 40 and 41 make a right triangle?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9586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plan's scale is 1 in : 4 ft. A wall is 3.5 inches on it. Real length?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78124"/>
            <a:ext cx="73944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many right angles does a rectangle have?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4667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right triangle: hypotenuse 25 ft, one leg 24 ft. The other leg?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700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 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73162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9, 40 and 41 make a right triangle?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67228"/>
            <a:ext cx="46626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Yes — 81 + 1,600 = 1,681 = 41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79876"/>
            <a:ext cx="9586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plan's scale is 1 in : 4 ft. A wall is 3.5 inches on it. Real length?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4037076"/>
            <a:ext cx="8977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 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649724"/>
            <a:ext cx="73944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many right angles does a rectangle have?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80426" y="4649724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diagonal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segment from one corner of a rectangle to the opposite corner — the hypotenuse of the right triangle it cuts 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1733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rise and 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346704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ramp's height and the distance along the ground it covers; the ramp itself is the hypotenuse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Find the right angle, then 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0e5aa953a89c7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1993392"/>
            <a:ext cx="2304288" cy="22874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491189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Sketch the story. Mark the right angle. The side across from it is 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222709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ladder, a diagonal, a ramp, a kite string: each is the hypotenuse.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c in a story: the diagonal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fd5ddee4c5feff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1993392"/>
            <a:ext cx="4206240" cy="1939298"/>
          </a:xfrm>
          <a:prstGeom prst="rect">
            <a:avLst/>
          </a:prstGeom>
        </p:spPr>
      </p:pic>
      <p:pic>
        <p:nvPicPr>
          <p:cNvPr id="11" name="Picture 10" descr="3485607edb5ad0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6075" y="4078994"/>
            <a:ext cx="4849368" cy="341376"/>
          </a:xfrm>
          <a:prstGeom prst="rect">
            <a:avLst/>
          </a:prstGeom>
        </p:spPr>
      </p:pic>
      <p:pic>
        <p:nvPicPr>
          <p:cNvPr id="12" name="Picture 11" descr="b433e3a5e16f76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3564" y="4764794"/>
            <a:ext cx="2374392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558165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path is 13 m. Along two sides is 17 m: the path is 4 m shorter.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 leg in a story: how high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4fc4e71f3131bc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1993392"/>
            <a:ext cx="1179576" cy="2174344"/>
          </a:xfrm>
          <a:prstGeom prst="rect">
            <a:avLst/>
          </a:prstGeom>
        </p:spPr>
      </p:pic>
      <p:pic>
        <p:nvPicPr>
          <p:cNvPr id="11" name="Picture 10" descr="e66f074be1227c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0960" y="4314040"/>
            <a:ext cx="4419600" cy="341376"/>
          </a:xfrm>
          <a:prstGeom prst="rect">
            <a:avLst/>
          </a:prstGeom>
        </p:spPr>
      </p:pic>
      <p:pic>
        <p:nvPicPr>
          <p:cNvPr id="12" name="Picture 11" descr="ce5b1cc7936231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9284" y="4999840"/>
            <a:ext cx="2282952" cy="4785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ramp rises 2 ft over a run of 13 ft along the ground.</a:t>
            </a:r>
          </a:p>
        </p:txBody>
      </p:sp>
      <p:pic>
        <p:nvPicPr>
          <p:cNvPr id="9" name="Picture 8" descr="g3059fda3489aab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2276458"/>
            <a:ext cx="5120640" cy="118223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8788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ramp, to the nearest tenth of a foot?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035716e3d9cb04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578096" cy="341376"/>
          </a:xfrm>
          <a:prstGeom prst="rect">
            <a:avLst/>
          </a:prstGeom>
        </p:spPr>
      </p:pic>
      <p:pic>
        <p:nvPicPr>
          <p:cNvPr id="9" name="Picture 8" descr="bb58d5f4ac9fa96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657856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ramp is about 13.2 ft long.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computer screen is 7 inches tall and 10 inches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its diagonal, to the nearest tenth of an inch?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computer screen is 7 inches tall and 10 inches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its diagonal, to the nearest tenth of an inch?</a:t>
            </a:r>
          </a:p>
        </p:txBody>
      </p:sp>
      <p:pic>
        <p:nvPicPr>
          <p:cNvPr id="10" name="Picture 9" descr="d73bd93a04707f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6679" y="2793649"/>
            <a:ext cx="4437888" cy="307848"/>
          </a:xfrm>
          <a:prstGeom prst="rect">
            <a:avLst/>
          </a:prstGeom>
        </p:spPr>
      </p:pic>
      <p:pic>
        <p:nvPicPr>
          <p:cNvPr id="11" name="Picture 10" descr="cb22f1747753ce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6679" y="3291044"/>
            <a:ext cx="2450592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12.2 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12-ft ladder leans on a wall. Its foot is 5 ft from the wall.</a:t>
            </a:r>
          </a:p>
        </p:txBody>
      </p:sp>
      <p:pic>
        <p:nvPicPr>
          <p:cNvPr id="9" name="Picture 8" descr="g8e7e96d88d0988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6379" y="2276458"/>
            <a:ext cx="1508760" cy="237268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978329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high up the wall does it reach, to the nearest tenth of a foot?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a3ca4f2e3cf238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40224" cy="341376"/>
          </a:xfrm>
          <a:prstGeom prst="rect">
            <a:avLst/>
          </a:prstGeom>
        </p:spPr>
      </p:pic>
      <p:pic>
        <p:nvPicPr>
          <p:cNvPr id="9" name="Picture 8" descr="f6fe74ec98ff4c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691384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It reaches about 10.9 ft up the wall.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13-ft ladder leans on a wall with its foot 6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13-ft ladder leans on a wall with its foot 6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  <p:pic>
        <p:nvPicPr>
          <p:cNvPr id="10" name="Picture 9" descr="2dacb2c8b5bb15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115" y="2796697"/>
            <a:ext cx="4322064" cy="304800"/>
          </a:xfrm>
          <a:prstGeom prst="rect">
            <a:avLst/>
          </a:prstGeom>
        </p:spPr>
      </p:pic>
      <p:pic>
        <p:nvPicPr>
          <p:cNvPr id="11" name="Picture 10" descr="4ae30c3b206efc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115" y="3291044"/>
            <a:ext cx="2401824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11.5 ft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tablet screen is 6 inches wide and 8 inches tall.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diagonal?</a:t>
            </a:r>
          </a:p>
        </p:txBody>
      </p:sp>
      <p:pic>
        <p:nvPicPr>
          <p:cNvPr id="10" name="Picture 9" descr="gd4d601fb3e797e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492" y="2998436"/>
            <a:ext cx="2002536" cy="22692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5112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tablet screen is 6 inches wide and 8 inches tall.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its diagonal?</a:t>
            </a:r>
          </a:p>
        </p:txBody>
      </p:sp>
      <p:pic>
        <p:nvPicPr>
          <p:cNvPr id="10" name="Picture 9" descr="gd4d601fb3e797e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2256" y="2998436"/>
            <a:ext cx="2002536" cy="2269223"/>
          </a:xfrm>
          <a:prstGeom prst="rect">
            <a:avLst/>
          </a:prstGeom>
        </p:spPr>
      </p:pic>
      <p:pic>
        <p:nvPicPr>
          <p:cNvPr id="11" name="Picture 10" descr="3f19fa5341f20c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1175" y="3739189"/>
            <a:ext cx="2282952" cy="262128"/>
          </a:xfrm>
          <a:prstGeom prst="rect">
            <a:avLst/>
          </a:prstGeom>
        </p:spPr>
      </p:pic>
      <p:pic>
        <p:nvPicPr>
          <p:cNvPr id="12" name="Picture 11" descr="2716f0e30bc433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1175" y="4211629"/>
            <a:ext cx="1871472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55112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in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15-ft ladder leans on a wall. Its foot is 9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up the wall does it reach?</a:t>
            </a:r>
          </a:p>
        </p:txBody>
      </p:sp>
      <p:pic>
        <p:nvPicPr>
          <p:cNvPr id="10" name="Picture 9" descr="gdc12119b548fc4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900" y="2998436"/>
            <a:ext cx="2331720" cy="2376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65846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15-ft ladder leans on a wall. Its foot is 9 ft from the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up the wall does it reach?</a:t>
            </a:r>
          </a:p>
        </p:txBody>
      </p:sp>
      <p:pic>
        <p:nvPicPr>
          <p:cNvPr id="10" name="Picture 9" descr="gdc12119b548fc4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6892" y="2998436"/>
            <a:ext cx="2331720" cy="2376560"/>
          </a:xfrm>
          <a:prstGeom prst="rect">
            <a:avLst/>
          </a:prstGeom>
        </p:spPr>
      </p:pic>
      <p:pic>
        <p:nvPicPr>
          <p:cNvPr id="11" name="Picture 10" descr="6c71fea9fa85d5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995" y="3792858"/>
            <a:ext cx="2447544" cy="262128"/>
          </a:xfrm>
          <a:prstGeom prst="rect">
            <a:avLst/>
          </a:prstGeom>
        </p:spPr>
      </p:pic>
      <p:pic>
        <p:nvPicPr>
          <p:cNvPr id="12" name="Picture 11" descr="f3e91517e4c695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995" y="4265298"/>
            <a:ext cx="1871472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65846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ft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4 ft over a run of 11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ramp, to the nearest tenth of a foot?</a:t>
            </a:r>
          </a:p>
        </p:txBody>
      </p:sp>
      <p:pic>
        <p:nvPicPr>
          <p:cNvPr id="10" name="Picture 9" descr="g2742e16789d1b8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6803" y="2998436"/>
            <a:ext cx="3867912" cy="1644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92678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ramp rises 4 ft over a run of 11 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ramp, to the nearest tenth of a foot?</a:t>
            </a:r>
          </a:p>
        </p:txBody>
      </p:sp>
      <p:pic>
        <p:nvPicPr>
          <p:cNvPr id="10" name="Picture 9" descr="g2742e16789d1b8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9087" y="2998436"/>
            <a:ext cx="3867912" cy="1644880"/>
          </a:xfrm>
          <a:prstGeom prst="rect">
            <a:avLst/>
          </a:prstGeom>
        </p:spPr>
      </p:pic>
      <p:pic>
        <p:nvPicPr>
          <p:cNvPr id="11" name="Picture 10" descr="a67103b6e306ec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3384" y="3427018"/>
            <a:ext cx="2346960" cy="262128"/>
          </a:xfrm>
          <a:prstGeom prst="rect">
            <a:avLst/>
          </a:prstGeom>
        </p:spPr>
      </p:pic>
      <p:pic>
        <p:nvPicPr>
          <p:cNvPr id="12" name="Picture 11" descr="c7a7f848c47d41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3384" y="3899458"/>
            <a:ext cx="2026920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92678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11.7 ft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20-ft ladder reaches 16 ft up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from the wall is its foot?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 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25.6 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 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144 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20-ft ladder reaches 16 ft up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from the wall is its foot?</a:t>
            </a:r>
          </a:p>
        </p:txBody>
      </p:sp>
      <p:pic>
        <p:nvPicPr>
          <p:cNvPr id="10" name="Picture 9" descr="e53afea40bf001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7615" y="3116737"/>
            <a:ext cx="3176016" cy="304800"/>
          </a:xfrm>
          <a:prstGeom prst="rect">
            <a:avLst/>
          </a:prstGeom>
        </p:spPr>
      </p:pic>
      <p:pic>
        <p:nvPicPr>
          <p:cNvPr id="11" name="Picture 10" descr="439b2213650612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7615" y="3611084"/>
            <a:ext cx="2243328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12 ft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lawn is 9 m by 12 m. Ben walks along two sides; Ava walks straight across, corner to corner.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Ava's walk?</a:t>
            </a:r>
          </a:p>
        </p:txBody>
      </p:sp>
      <p:pic>
        <p:nvPicPr>
          <p:cNvPr id="10" name="Picture 9" descr="g207205bb1fdd32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19" y="3427807"/>
            <a:ext cx="2468880" cy="18002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114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lawn is 9 m by 12 m. Ben walks along two sides; Ava walks straight across, corner to corner.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shorter is Ava's walk?</a:t>
            </a:r>
          </a:p>
        </p:txBody>
      </p:sp>
      <p:pic>
        <p:nvPicPr>
          <p:cNvPr id="10" name="Picture 9" descr="g207205bb1fdd32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867" y="3427807"/>
            <a:ext cx="2468880" cy="18002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72267" y="3596399"/>
            <a:ext cx="28383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Along two sides:  </a:t>
            </a:r>
          </a:p>
        </p:txBody>
      </p:sp>
      <p:pic>
        <p:nvPicPr>
          <p:cNvPr id="12" name="Picture 11" descr="02842d48bbb1ca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3488" y="3729321"/>
            <a:ext cx="1318498" cy="2123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72267" y="4099319"/>
            <a:ext cx="1450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Across:  </a:t>
            </a:r>
          </a:p>
        </p:txBody>
      </p:sp>
      <p:pic>
        <p:nvPicPr>
          <p:cNvPr id="14" name="Picture 13" descr="d00a5309a7c21bb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243" y="4155231"/>
            <a:ext cx="2009251" cy="366379"/>
          </a:xfrm>
          <a:prstGeom prst="rect">
            <a:avLst/>
          </a:prstGeom>
        </p:spPr>
      </p:pic>
      <p:pic>
        <p:nvPicPr>
          <p:cNvPr id="15" name="Picture 14" descr="091e4f5866ccb7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7131" y="4737209"/>
            <a:ext cx="1325880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55114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 m shorter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kite flies on 30 m of string, straight above a spot 18 m from where the string is held.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length is the hypotenuse?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the 18 m on the ground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the kite's height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the 30-m string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none: no right angle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kite flies on 30 m of string, straight above a spot 18 m from where the string is held.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length is the hypotenuse?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78356" y="3478099"/>
            <a:ext cx="65419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square corner is under the kite.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78356" y="4017595"/>
            <a:ext cx="46870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from it: the string.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the 30-m string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box is 7 inches wide and 12 inches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Will a 14-in umbrella lie flat in it, corner to corner?</a:t>
            </a:r>
          </a:p>
        </p:txBody>
      </p:sp>
      <p:pic>
        <p:nvPicPr>
          <p:cNvPr id="10" name="Picture 9" descr="g3d0437d6ec0aa9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998436"/>
            <a:ext cx="2377440" cy="20088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29071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box is 7 inches wide and 12 inches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Will a 14-in umbrella lie flat in it, corner to corner?</a:t>
            </a:r>
          </a:p>
        </p:txBody>
      </p:sp>
      <p:pic>
        <p:nvPicPr>
          <p:cNvPr id="10" name="Picture 9" descr="g3d0437d6ec0aa9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8603" y="2998436"/>
            <a:ext cx="2377440" cy="2008812"/>
          </a:xfrm>
          <a:prstGeom prst="rect">
            <a:avLst/>
          </a:prstGeom>
        </p:spPr>
      </p:pic>
      <p:pic>
        <p:nvPicPr>
          <p:cNvPr id="11" name="Picture 10" descr="0ad3c9708a1233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2427" y="3608984"/>
            <a:ext cx="2438400" cy="262128"/>
          </a:xfrm>
          <a:prstGeom prst="rect">
            <a:avLst/>
          </a:prstGeom>
        </p:spPr>
      </p:pic>
      <p:pic>
        <p:nvPicPr>
          <p:cNvPr id="12" name="Picture 11" descr="63e6833ca8e2971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2427" y="4081424"/>
            <a:ext cx="2039112" cy="368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29071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the diagonal is about 13.9 in.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10-ft ladder that weighs 25 pounds has its foot 7 ft from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10-ft ladder that weighs 25 pounds has its foot 7 ft from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high does it reach, to the nearest tenth of a foot?</a:t>
            </a:r>
          </a:p>
        </p:txBody>
      </p:sp>
      <p:pic>
        <p:nvPicPr>
          <p:cNvPr id="10" name="Picture 9" descr="d8068f4f04bc6e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5359" y="3116737"/>
            <a:ext cx="2703576" cy="304800"/>
          </a:xfrm>
          <a:prstGeom prst="rect">
            <a:avLst/>
          </a:prstGeom>
        </p:spPr>
      </p:pic>
      <p:pic>
        <p:nvPicPr>
          <p:cNvPr id="11" name="Picture 10" descr="1ef693a9e44a9e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5359" y="3611084"/>
            <a:ext cx="2048256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7.1 ft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window is 12 ft above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can an 11-ft ladder never reach it, wherever its foot stands?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window is 12 ft above the 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can an 11-ft ladder never reach it, wherever its foot stands?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839" y="3478099"/>
            <a:ext cx="85190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ladder is the hypotenuse, the longest side.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89839" y="4017595"/>
            <a:ext cx="74654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height is a leg, so it is less than 11 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height is a leg — always shorter than the 11-ft ladder.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tablet screen is 5 inches wide and 8 inches tall. How long is its diagonal, to the nearest tenth of an inch?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1401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41401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fire truck's 50-ft ladder reaches 48 ft up a building. How far from the building is its foot?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25526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25526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ramp rises 3 ft over a run of 14 ft. How long is the ramp, to the nearest tenth of a foot?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09651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park is 7 m by 11 m. How much shorter is the walk straight across, corner to corner, than the walk along two sides? Give it to the nearest tenth of a meter.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93776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93776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Will a 10-in pencil lie flat in a box 7 inches by 8 inches, corner to corner?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42239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22392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kite flies at the end of 25 m of string, straight above a spot 20 m from where the string is held. How high is the kite?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4 — Pythagorean Theorem in Real-World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6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Pythagorean theorem: word problems — 87U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