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2611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An area of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492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3205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80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2068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2611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An area of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492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53205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80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2068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is more than 5 and less than 13.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1554dfe273414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1993392"/>
            <a:ext cx="2331720" cy="2134610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274306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2411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83427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714486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78918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714486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83427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714486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78918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714486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836652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71448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in, 9 in and 15 in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in, 9 in and 15 in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lengths can the third side be?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lengths can the third side be?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606" y="3166838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158" y="304872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300" y="3164076"/>
            <a:ext cx="154409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41742" y="3588224"/>
            <a:ext cx="5415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More than 5 and less than 19.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More than 5 cm and less than 19 cm.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could be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could be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216" y="3166838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1488" y="304872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631" y="3166838"/>
            <a:ext cx="1571720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72352" y="3588224"/>
            <a:ext cx="5553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Between 4 and 16: only 12 cm.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in, 15 in and 17 in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in, 15 in and 17 in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2574590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11199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04912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in, 9 in and 18 in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What lengths can the third side be?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in, 40 in and 50 in into a triangle. Is one corner a right angle?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