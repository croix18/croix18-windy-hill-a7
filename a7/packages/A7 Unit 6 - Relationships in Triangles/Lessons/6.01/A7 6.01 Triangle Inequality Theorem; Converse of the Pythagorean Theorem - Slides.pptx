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6  ·  LESSONS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Triangle Inequality Theorem; Converse of the Pythagorean Theorem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MA.8.GR.1.3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decide whether three lengths can make a triangle, and whether they make a right triangle.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5732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car gets 32 miles per gallon. How far does it go on 9 gallons?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3016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figure of area </a:t>
            </a:r>
          </a:p>
        </p:txBody>
      </p:sp>
      <p:pic>
        <p:nvPicPr>
          <p:cNvPr id="10" name="Picture 9" descr="358b64f686a507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136" y="2129901"/>
            <a:ext cx="754713" cy="2658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08849" y="2052828"/>
            <a:ext cx="2026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2" name="Picture 11" descr="8058f93241672f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624" y="2170247"/>
            <a:ext cx="579088" cy="225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77713" y="2052828"/>
            <a:ext cx="2738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The copy's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f8833b322411a1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709322"/>
            <a:ext cx="806926" cy="3726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278124"/>
            <a:ext cx="29571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value:  </a:t>
            </a:r>
          </a:p>
        </p:txBody>
      </p:sp>
      <p:pic>
        <p:nvPicPr>
          <p:cNvPr id="17" name="Picture 16" descr="44a9be878ecf9f9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487" y="3352823"/>
            <a:ext cx="1001537" cy="2658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95732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A car gets 32 miles per gallon. How far does it go on 9 gallons?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97380"/>
            <a:ext cx="11948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288 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10028"/>
            <a:ext cx="3016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 figure of area </a:t>
            </a:r>
          </a:p>
        </p:txBody>
      </p:sp>
      <p:pic>
        <p:nvPicPr>
          <p:cNvPr id="11" name="Picture 10" descr="358b64f686a507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136" y="2587101"/>
            <a:ext cx="754713" cy="26581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08849" y="2510028"/>
            <a:ext cx="2026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is scaled by </a:t>
            </a:r>
          </a:p>
        </p:txBody>
      </p:sp>
      <p:pic>
        <p:nvPicPr>
          <p:cNvPr id="13" name="Picture 12" descr="8058f93241672f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624" y="2627447"/>
            <a:ext cx="579088" cy="225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77713" y="2510028"/>
            <a:ext cx="2738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The copy's area?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967228"/>
            <a:ext cx="122478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45 cm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5798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7" name="Picture 16" descr="f8833b322411a1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3623722"/>
            <a:ext cx="806926" cy="3726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23277" y="3579876"/>
            <a:ext cx="5491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192524"/>
            <a:ext cx="29571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value:  </a:t>
            </a:r>
          </a:p>
        </p:txBody>
      </p:sp>
      <p:pic>
        <p:nvPicPr>
          <p:cNvPr id="20" name="Picture 19" descr="44a9be878ecf9f9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487" y="4267223"/>
            <a:ext cx="1001537" cy="26581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244665" y="4192524"/>
            <a:ext cx="7153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triangle inequality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any two sides of a triangle add up to MORE than the third 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legs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two sides of a right triangle that make the right angle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844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hypotenuse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13818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side across from the right angle — always the longest 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4515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converse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051662"/>
            <a:ext cx="43024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statement turned around: if </a:t>
            </a:r>
          </a:p>
        </p:txBody>
      </p:sp>
      <p:pic>
        <p:nvPicPr>
          <p:cNvPr id="16" name="Picture 15" descr="ca3cd8deffede9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250" y="5135323"/>
            <a:ext cx="1436989" cy="2542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45239" y="5051662"/>
            <a:ext cx="4729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for the two shorter sides and 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536294"/>
            <a:ext cx="3957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longest, the triangle is right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Two sides together must be longer than the third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0b98c26a463894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993392"/>
            <a:ext cx="7315200" cy="144250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64621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Add the two shorter sides. A triangle needs MORE than the longest side.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336582"/>
            <a:ext cx="30464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On the FAST sheet:  </a:t>
            </a:r>
          </a:p>
        </p:txBody>
      </p:sp>
      <p:pic>
        <p:nvPicPr>
          <p:cNvPr id="13" name="Picture 12" descr="3dff896e73351c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792" y="4454001"/>
            <a:ext cx="1079857" cy="225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76649" y="4336582"/>
            <a:ext cx="453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5" name="Picture 14" descr="91c3012494ba80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3090" y="4454001"/>
            <a:ext cx="1075110" cy="2254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68201" y="4336582"/>
            <a:ext cx="453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7" name="Picture 16" descr="5e6002f24e4fe1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641" y="4454001"/>
            <a:ext cx="1056124" cy="225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The third side is between the difference and the sum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3154aaaf4cdaa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603" y="2249805"/>
            <a:ext cx="4020312" cy="280416"/>
          </a:xfrm>
          <a:prstGeom prst="rect">
            <a:avLst/>
          </a:prstGeom>
        </p:spPr>
      </p:pic>
      <p:pic>
        <p:nvPicPr>
          <p:cNvPr id="11" name="Picture 10" descr="c8ac983533cfdf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475" y="3048381"/>
            <a:ext cx="1496568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94106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Sides 4 and 9: the third side x is more than 5 and less than 13.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631436"/>
            <a:ext cx="11503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Never </a:t>
            </a:r>
          </a:p>
        </p:txBody>
      </p:sp>
      <p:pic>
        <p:nvPicPr>
          <p:cNvPr id="14" name="Picture 13" descr="86c91fb9500094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788" y="4812934"/>
            <a:ext cx="151892" cy="1566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52680" y="4631436"/>
            <a:ext cx="41503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: at 5 or 13 the sides lie flat.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The legs' squares add up to the hypotenuse's square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6d978ce3bc7c14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993392"/>
            <a:ext cx="2148840" cy="1967189"/>
          </a:xfrm>
          <a:prstGeom prst="rect">
            <a:avLst/>
          </a:prstGeom>
        </p:spPr>
      </p:pic>
      <p:pic>
        <p:nvPicPr>
          <p:cNvPr id="11" name="Picture 10" descr="77f157c420812a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271" y="4106885"/>
            <a:ext cx="3998975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856693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Two shorter sides squared and added = the longest side squared: a right triangle.</a:t>
            </a:r>
          </a:p>
        </p:txBody>
      </p:sp>
      <p:pic>
        <p:nvPicPr>
          <p:cNvPr id="13" name="Picture 12" descr="907ae7451718aa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5666858"/>
            <a:ext cx="1056124" cy="2729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43676" y="5547065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 </a:t>
            </a:r>
          </a:p>
        </p:txBody>
      </p:sp>
      <p:pic>
        <p:nvPicPr>
          <p:cNvPr id="15" name="Picture 14" descr="201bd8d4d2887a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8626" y="5621765"/>
            <a:ext cx="2506218" cy="26581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54844" y="5547065"/>
            <a:ext cx="14469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right.    </a:t>
            </a:r>
          </a:p>
        </p:txBody>
      </p:sp>
      <p:pic>
        <p:nvPicPr>
          <p:cNvPr id="17" name="Picture 16" descr="db91a7798c4bf6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4623" y="5666858"/>
            <a:ext cx="757086" cy="27293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21710" y="5547065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:  </a:t>
            </a:r>
          </a:p>
        </p:txBody>
      </p:sp>
      <p:pic>
        <p:nvPicPr>
          <p:cNvPr id="19" name="Picture 18" descr="07affdc0b9ac2e9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6661" y="5621765"/>
            <a:ext cx="1450093" cy="26581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76754" y="5547065"/>
            <a:ext cx="922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not </a:t>
            </a:r>
          </a:p>
        </p:txBody>
      </p:sp>
      <p:pic>
        <p:nvPicPr>
          <p:cNvPr id="21" name="Picture 20" descr="db1362cf918c4d9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2038" y="5669231"/>
            <a:ext cx="332263" cy="21597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94302" y="5547065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Can sides of 5 cm, 8 cm and 14 cm make a triangle?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bfd6c4d452e9b8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545336" cy="277368"/>
          </a:xfrm>
          <a:prstGeom prst="rect">
            <a:avLst/>
          </a:prstGeom>
        </p:spPr>
      </p:pic>
      <p:pic>
        <p:nvPicPr>
          <p:cNvPr id="9" name="Picture 8" descr="eb6c03627e6a60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1928"/>
            <a:ext cx="112471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5 + 8 = 13 is less than 14.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Can sides of 7 inches, 9 inches and 15 inches make a triangle?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Can sides of 7 inches, 9 inches and 15 inches make a triangle?</a:t>
            </a:r>
          </a:p>
        </p:txBody>
      </p:sp>
      <p:pic>
        <p:nvPicPr>
          <p:cNvPr id="9" name="Picture 8" descr="14b1b0d5182390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772" y="2300270"/>
            <a:ext cx="138379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23908" y="2729086"/>
            <a:ext cx="54508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16 is more than 15: a triangle.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7 + 9 = 16 is more than 15.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20 m, 12 m and 16 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764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Is it a right triangle?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00b182f565455e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575048" cy="341376"/>
          </a:xfrm>
          <a:prstGeom prst="rect">
            <a:avLst/>
          </a:prstGeom>
        </p:spPr>
      </p:pic>
      <p:pic>
        <p:nvPicPr>
          <p:cNvPr id="9" name="Picture 8" descr="041f2b9b675da8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1645920" cy="341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12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+ 16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8 ft, 11 ft and 14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Is it a right triangle?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8 ft, 11 ft and 14 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Is it a right triangle?</a:t>
            </a:r>
          </a:p>
        </p:txBody>
      </p:sp>
      <p:pic>
        <p:nvPicPr>
          <p:cNvPr id="10" name="Picture 9" descr="7c0920cdde35d4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300" y="2793649"/>
            <a:ext cx="3663696" cy="304800"/>
          </a:xfrm>
          <a:prstGeom prst="rect">
            <a:avLst/>
          </a:prstGeom>
        </p:spPr>
      </p:pic>
      <p:pic>
        <p:nvPicPr>
          <p:cNvPr id="11" name="Picture 10" descr="461ad6978bbfc5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00" y="3328287"/>
            <a:ext cx="1383887" cy="3066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89187" y="3268184"/>
            <a:ext cx="2181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not equal.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185 is not 196.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Can sides of 2 ft, 7 ft and 10 ft make a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Can sides of 2 ft, 7 ft and 10 ft make a triangle?</a:t>
            </a:r>
          </a:p>
        </p:txBody>
      </p:sp>
      <p:pic>
        <p:nvPicPr>
          <p:cNvPr id="9" name="Picture 8" descr="2df5e3f92a90d5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549" y="2623358"/>
            <a:ext cx="1210056" cy="252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36685" y="3049126"/>
            <a:ext cx="52253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9 is less than 10: no triangle.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2 + 7 = 9 is less than 10.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Can sides of 6 m, 6 m and 11 m make a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Can sides of 6 m, 6 m and 11 m make a triangle?</a:t>
            </a:r>
          </a:p>
        </p:txBody>
      </p:sp>
      <p:pic>
        <p:nvPicPr>
          <p:cNvPr id="9" name="Picture 8" descr="85ff24f4fb0da8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59" y="2623358"/>
            <a:ext cx="1395984" cy="2529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38195" y="3049126"/>
            <a:ext cx="54222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12 is more than 11: a triangle.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6 + 6 = 12 is more than 11.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three lengths can make a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5507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7, 7, 14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507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5, 11, 8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2365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3, 10, 6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36578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12, 4, 6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three lengths can make a triangle?</a:t>
            </a:r>
          </a:p>
        </p:txBody>
      </p:sp>
      <p:pic>
        <p:nvPicPr>
          <p:cNvPr id="9" name="Picture 8" descr="bfd6c4d452e9b8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645" y="2647219"/>
            <a:ext cx="1183147" cy="2123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877793" y="2509630"/>
            <a:ext cx="40438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more than 11: a triangle.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9781" y="3012550"/>
            <a:ext cx="90191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In each other set the two shorter sides fall short or lie flat.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5, 11, 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sides of a triangle are 7 cm and 12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Write an inequality for the length x, in centimeters, of the third 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sides of a triangle are 7 cm and 12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Write an inequality for the length x, in centimeters, of the third side.</a:t>
            </a:r>
          </a:p>
        </p:txBody>
      </p:sp>
      <p:pic>
        <p:nvPicPr>
          <p:cNvPr id="10" name="Picture 9" descr="64e100d81a433f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109" y="3596209"/>
            <a:ext cx="1364551" cy="2513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57660" y="3478099"/>
            <a:ext cx="13163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2" name="Picture 11" descr="8034704937480e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803" y="3593447"/>
            <a:ext cx="1544097" cy="251364"/>
          </a:xfrm>
          <a:prstGeom prst="rect">
            <a:avLst/>
          </a:prstGeom>
        </p:spPr>
      </p:pic>
      <p:pic>
        <p:nvPicPr>
          <p:cNvPr id="13" name="Picture 12" descr="13e3ad95332ccb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3109" y="4134371"/>
            <a:ext cx="1365504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 &lt; x &lt; 19 — more than 5 cm and less than 19 cm.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sides of a triangle are 6 cm and 10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inequality shows every possible length x, in centimeters, of the third side?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57411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0fbe6fa0ef0cae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564967"/>
            <a:ext cx="1517904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57411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6ffc528ca75e11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561919"/>
            <a:ext cx="1612392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418675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77505d48985268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4174567"/>
            <a:ext cx="1530096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418675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c71b5ee8fe399e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4177615"/>
            <a:ext cx="1520952" cy="28041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86341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Two sides of a triangle are 6 cm and 10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inequality shows every possible length x, in centimeters, of the third side?</a:t>
            </a:r>
          </a:p>
        </p:txBody>
      </p:sp>
      <p:pic>
        <p:nvPicPr>
          <p:cNvPr id="10" name="Picture 9" descr="776ebc7eac5ed4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056" y="3596209"/>
            <a:ext cx="1414272" cy="2541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328" y="3478099"/>
            <a:ext cx="13163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2" name="Picture 11" descr="ec18a57bdad369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470" y="3596209"/>
            <a:ext cx="1571720" cy="254126"/>
          </a:xfrm>
          <a:prstGeom prst="rect">
            <a:avLst/>
          </a:prstGeom>
        </p:spPr>
      </p:pic>
      <p:pic>
        <p:nvPicPr>
          <p:cNvPr id="13" name="Picture 12" descr="4878d8a402d2d5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3056" y="4130180"/>
            <a:ext cx="1386649" cy="25412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39706" y="4017595"/>
            <a:ext cx="28550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— never equal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4 &lt; x &lt; 16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Do sides of 8 inches, 15 inches and 17 inches make a right triangle?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Do sides of 8 inches, 15 inches and 17 inches make a right triangle?</a:t>
            </a:r>
          </a:p>
        </p:txBody>
      </p:sp>
      <p:pic>
        <p:nvPicPr>
          <p:cNvPr id="9" name="Picture 8" descr="43395e419bfcc7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883" y="3003961"/>
            <a:ext cx="3749039" cy="304800"/>
          </a:xfrm>
          <a:prstGeom prst="rect">
            <a:avLst/>
          </a:prstGeom>
        </p:spPr>
      </p:pic>
      <p:pic>
        <p:nvPicPr>
          <p:cNvPr id="10" name="Picture 9" descr="18e0f36cf337f5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883" y="3541361"/>
            <a:ext cx="1383887" cy="3066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39770" y="3478496"/>
            <a:ext cx="47127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equal — a right triangle.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8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+ 15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289 = 17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25 cm, 7 cm and 24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it a right triangle? Which answer has the right reason?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Yes, because 7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+ 24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= 25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898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Yes, because 7 + 24 &gt;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No, because 25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+ 7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≠ 24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7567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No, because 7 + 24 ≠ 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8151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of 25 cm, 7 cm and 24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it a right triangle? Which answer has the right reason?</a:t>
            </a:r>
          </a:p>
        </p:txBody>
      </p:sp>
      <p:pic>
        <p:nvPicPr>
          <p:cNvPr id="10" name="Picture 9" descr="5490789b4120b9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198" y="3110641"/>
            <a:ext cx="3755136" cy="307848"/>
          </a:xfrm>
          <a:prstGeom prst="rect">
            <a:avLst/>
          </a:prstGeom>
        </p:spPr>
      </p:pic>
      <p:pic>
        <p:nvPicPr>
          <p:cNvPr id="11" name="Picture 10" descr="1b06dea0679020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198" y="3648327"/>
            <a:ext cx="1417034" cy="3093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79232" y="3588224"/>
            <a:ext cx="28725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equal — right.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yes, because 7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+ 24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25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triangular sail has sides of 20 ft, 21 ft and 29 ft, and it weighs 12 pounds.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Does the sail have a right angle?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triangular sail has sides of 20 ft, 21 ft and 29 ft, and it weighs 12 pounds.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Does the sail have a right angle?</a:t>
            </a:r>
          </a:p>
        </p:txBody>
      </p:sp>
      <p:pic>
        <p:nvPicPr>
          <p:cNvPr id="10" name="Picture 9" descr="e14984151c53cd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075" y="3546107"/>
            <a:ext cx="4197096" cy="304800"/>
          </a:xfrm>
          <a:prstGeom prst="rect">
            <a:avLst/>
          </a:prstGeom>
        </p:spPr>
      </p:pic>
      <p:pic>
        <p:nvPicPr>
          <p:cNvPr id="11" name="Picture 10" descr="2bcf32630534ac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075" y="4080460"/>
            <a:ext cx="1417034" cy="3066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54110" y="4017595"/>
            <a:ext cx="27849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a right angle.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Yes — 20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+ 21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841 = 29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Ana says sides of 6, 7 and 9 make a right triangle because 6 + 7 &gt; 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Ana says sides of 6, 7 and 9 make a right triangle because 6 + 7 &gt; 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pic>
        <p:nvPicPr>
          <p:cNvPr id="10" name="Picture 9" descr="7662b6e2d2d4ee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169" y="3538202"/>
            <a:ext cx="1709832" cy="3093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16002" y="3478099"/>
            <a:ext cx="11175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but </a:t>
            </a:r>
          </a:p>
        </p:txBody>
      </p:sp>
      <p:pic>
        <p:nvPicPr>
          <p:cNvPr id="12" name="Picture 11" descr="984ee268824627d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366" y="3540964"/>
            <a:ext cx="1013745" cy="3066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10112" y="3478099"/>
            <a:ext cx="2948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6 + 7 &gt; 9 shows only a triangle; 85 is not 81, so it is not right.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7276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Can sides of 4 cm, 8 cm and 13 cm make a triangle?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7568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75688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Can sides of 9 inches, 9 inches and 18 inches make a triangle?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78608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78608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Two sides of a triangle are 5 m and 11 m. Write an inequality for the length x, in meters, of the third side.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3814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38144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Do sides of 28 cm, 45 cm and 53 cm make a right triangle?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4106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41064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Do sides of 17 ft, 10 ft and 14 ft make a right triangle?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43984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43984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carpenter joins boards of 30 inches, 40 inches and 50 inches into a triangle. Is one corner a right angle?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6 · Lessons 1–2 — Triangle Inequality Theorem; Converse of the Pythagorean Theorem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Triangle inequality — 2N5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Converse of the Pythagorean theorem: is it a right triangle? — EQZ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