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Distance on the Coordinate Plane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distance between two points: subtract on a line, and draw the right triangle when the segment is slanted.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11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20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409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12, 35 and 37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2" name="Picture 11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3402663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55196" y="32781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6b57b6476f69a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3402663"/>
            <a:ext cx="939831" cy="2705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80612" y="32781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11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20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878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409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12, 35 and 37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7853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144 + 1,225 = 1,369 = 37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10991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17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5" name="Picture 14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4774263"/>
            <a:ext cx="666900" cy="2705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55196" y="46497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26b57b6476f69a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4774263"/>
            <a:ext cx="939831" cy="2705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80612" y="46497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2723" y="46497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horizontal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y: the difference of the x's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x: the difference of the y's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 on the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horizontal and vertical segments under a slanted one; the slanted segment is the hypotenuse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 one line: subtract — and across zero,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5ddcde18f0b2c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93392"/>
            <a:ext cx="5120640" cy="2335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53943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y: subtract the x's.  Same x: subtract the y's.</a:t>
            </a:r>
          </a:p>
        </p:txBody>
      </p:sp>
      <p:pic>
        <p:nvPicPr>
          <p:cNvPr id="12" name="Picture 11" descr="d9baf198c07ca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349599"/>
            <a:ext cx="1464333" cy="275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51885" y="5229806"/>
            <a:ext cx="39788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across zero, 4 and 5 add.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Slanted: draw the right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6612d3fac7ce1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9" y="1993392"/>
            <a:ext cx="2926080" cy="2594003"/>
          </a:xfrm>
          <a:prstGeom prst="rect">
            <a:avLst/>
          </a:prstGeom>
        </p:spPr>
      </p:pic>
      <p:pic>
        <p:nvPicPr>
          <p:cNvPr id="11" name="Picture 10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90" y="4733699"/>
            <a:ext cx="2636520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510" y="47108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673" y="4795040"/>
            <a:ext cx="752856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48350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legs are the across and the up. The distance is the hypotenuse.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legs come from the coordinates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e7abd8d941aa4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93392"/>
            <a:ext cx="3017520" cy="27624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00771" y="4879272"/>
            <a:ext cx="1434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2a151f79b2b1c7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10" y="4987556"/>
            <a:ext cx="1612407" cy="3085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10618" y="4879272"/>
            <a:ext cx="1734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down  </a:t>
            </a:r>
          </a:p>
        </p:txBody>
      </p:sp>
      <p:pic>
        <p:nvPicPr>
          <p:cNvPr id="14" name="Picture 13" descr="3a2b7cef219f26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097" y="4984873"/>
            <a:ext cx="1652651" cy="311213"/>
          </a:xfrm>
          <a:prstGeom prst="rect">
            <a:avLst/>
          </a:prstGeom>
        </p:spPr>
      </p:pic>
      <p:pic>
        <p:nvPicPr>
          <p:cNvPr id="15" name="Picture 14" descr="d91104f1f4f96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510" y="5615745"/>
            <a:ext cx="2697480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6990" y="559860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d8b0b39714d6c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153" y="5587932"/>
            <a:ext cx="2276856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6605" y="208026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0c90d3ed4c01e3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77" y="2197798"/>
            <a:ext cx="117138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91061" y="20802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871f90388a14c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568" y="21977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81773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4a283fabf590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31848" cy="353568"/>
          </a:xfrm>
          <a:prstGeom prst="rect">
            <a:avLst/>
          </a:prstGeom>
        </p:spPr>
      </p:pic>
      <p:pic>
        <p:nvPicPr>
          <p:cNvPr id="9" name="Picture 8" descr="120985f9a5e717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133807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units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4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863e3bd0d756c0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706" y="1699831"/>
            <a:ext cx="87172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6cedc5ae0e63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9831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774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8158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25eb277be65ac9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230" y="1697355"/>
            <a:ext cx="87420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41215e6290584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7355"/>
            <a:ext cx="70827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0220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063d0108ae690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734" y="2453068"/>
            <a:ext cx="181965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8870" y="2875788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5" name="Picture 14" descr="9ff67c01493767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811" y="2996660"/>
            <a:ext cx="1375600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units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4349" y="144018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cf4bfc8301ccbb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421" y="1560195"/>
            <a:ext cx="85686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429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e663e112786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797" y="1557718"/>
            <a:ext cx="713232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4029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f9ec2368c5afe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966" y="2148840"/>
            <a:ext cx="3085586" cy="35174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4db5025ba36da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353568"/>
          </a:xfrm>
          <a:prstGeom prst="rect">
            <a:avLst/>
          </a:prstGeom>
        </p:spPr>
      </p:pic>
      <p:pic>
        <p:nvPicPr>
          <p:cNvPr id="9" name="Picture 8" descr="9b4c53d9bae6f4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2980944" cy="341376"/>
          </a:xfrm>
          <a:prstGeom prst="rect">
            <a:avLst/>
          </a:prstGeom>
        </p:spPr>
      </p:pic>
      <p:pic>
        <p:nvPicPr>
          <p:cNvPr id="10" name="Picture 9" descr="f5cca9bd60907f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4"/>
            <a:ext cx="244449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528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4d7650af90a23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599" y="1699831"/>
            <a:ext cx="116890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4507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df702a474e8a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14" y="1697355"/>
            <a:ext cx="67608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7098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51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fd1e2597f8d8f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23" y="1697355"/>
            <a:ext cx="117138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4507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5cc6bf05af79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14" y="1694878"/>
            <a:ext cx="6785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9575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686" y="2336292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57962fee0f668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453" y="2451639"/>
            <a:ext cx="1671161" cy="317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7614" y="2336292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e1855d5e17edb2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532" y="2451639"/>
            <a:ext cx="1651825" cy="317658"/>
          </a:xfrm>
          <a:prstGeom prst="rect">
            <a:avLst/>
          </a:prstGeom>
        </p:spPr>
      </p:pic>
      <p:pic>
        <p:nvPicPr>
          <p:cNvPr id="17" name="Picture 16" descr="f75d31cf019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550" y="2954464"/>
            <a:ext cx="247497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57526" y="2886456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2036ec5ceaa312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7412" y="2898648"/>
            <a:ext cx="2069591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√65 ≈ 8.1 units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c3f1c5f11e201d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191196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359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e1a6e4fc0d2e3c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62" y="19691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526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73f0f8823578f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193673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6076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a640eeb704727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539" y="1966722"/>
            <a:ext cx="87668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0220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2b25f04dd06e36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743" y="2696908"/>
            <a:ext cx="1886712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6c1213adfa61f8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8742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6607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7db46e2c7538c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70" y="1971675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7584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8e8dcd55f53bb6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6722"/>
            <a:ext cx="87668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908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65f16c2c6afe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47" y="1969198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253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c4872da53ead36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603" y="2699956"/>
            <a:ext cx="185013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units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9c29bd96c421c9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71675"/>
            <a:ext cx="86429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9072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534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95189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dbc4a837c96d2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69198"/>
            <a:ext cx="86677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61548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011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0014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eb579ab8aa5164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899" y="2699956"/>
            <a:ext cx="168249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8 units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99a62bdd266be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41160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44008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87a0ba682d46f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71" y="1969198"/>
            <a:ext cx="894016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548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562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7f404ed3578af3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41408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4648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1a8358e07e684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47" y="1966722"/>
            <a:ext cx="896493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10440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174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7089" y="3177539"/>
            <a:ext cx="24236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9, up 12</a:t>
            </a:r>
          </a:p>
        </p:txBody>
      </p:sp>
      <p:pic>
        <p:nvPicPr>
          <p:cNvPr id="15" name="Picture 14" descr="2899ab4d0ffda9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53" y="3766661"/>
            <a:ext cx="2429256" cy="262128"/>
          </a:xfrm>
          <a:prstGeom prst="rect">
            <a:avLst/>
          </a:prstGeom>
        </p:spPr>
      </p:pic>
      <p:pic>
        <p:nvPicPr>
          <p:cNvPr id="16" name="Picture 15" descr="c869a797ec94ec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53" y="4318349"/>
            <a:ext cx="72542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units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cb503a1a696b25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38684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1924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1f81a0d66e2bf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06" y="1974151"/>
            <a:ext cx="896493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83199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219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711531d20504cf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138931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2171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be704d827919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182" y="1971675"/>
            <a:ext cx="89896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88152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032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4633" y="3177540"/>
            <a:ext cx="22820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5, up 8</a:t>
            </a:r>
          </a:p>
        </p:txBody>
      </p:sp>
      <p:pic>
        <p:nvPicPr>
          <p:cNvPr id="15" name="Picture 14" descr="2328d08f5bfa39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497" y="3766661"/>
            <a:ext cx="2121408" cy="262128"/>
          </a:xfrm>
          <a:prstGeom prst="rect">
            <a:avLst/>
          </a:prstGeom>
        </p:spPr>
      </p:pic>
      <p:pic>
        <p:nvPicPr>
          <p:cNvPr id="16" name="Picture 15" descr="e6364691b284b6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97" y="4239101"/>
            <a:ext cx="1786128" cy="368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√89 ≈ 9.4 units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afbf59c4acfdfe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4151"/>
            <a:ext cx="71818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484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a95cfae893827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312" y="1971675"/>
            <a:ext cx="1149096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31408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765d97c3446b7c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624328"/>
            <a:ext cx="1517904" cy="478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3c70701c2c439e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624328"/>
            <a:ext cx="1569720" cy="478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1e5420f7c2c396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304032"/>
            <a:ext cx="1536192" cy="4785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7e1151bc898f59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346704"/>
            <a:ext cx="762000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e5863a5afd993e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1675"/>
            <a:ext cx="72066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7326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7cb372c2035ac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88" y="1969198"/>
            <a:ext cx="1151572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36361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9732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60439a2a7a987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498" y="2701290"/>
            <a:ext cx="1690497" cy="314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8995" y="2583180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89bd363145e9a7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913" y="2695765"/>
            <a:ext cx="1662874" cy="320421"/>
          </a:xfrm>
          <a:prstGeom prst="rect">
            <a:avLst/>
          </a:prstGeom>
        </p:spPr>
      </p:pic>
      <p:pic>
        <p:nvPicPr>
          <p:cNvPr id="17" name="Picture 16" descr="dd5f279e456d3e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596" y="3145536"/>
            <a:ext cx="2526792" cy="432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√(7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) = √85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87c765902c21e7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71675"/>
            <a:ext cx="115157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5750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2dd890084e8153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69198"/>
            <a:ext cx="1154049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8227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0419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9df1fa8e4b6e59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85" y="2704052"/>
            <a:ext cx="168497" cy="2486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7683" y="2583180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4" name="Picture 13" descr="d31ebf8ea6473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353" y="2701290"/>
            <a:ext cx="325945" cy="248602"/>
          </a:xfrm>
          <a:prstGeom prst="rect">
            <a:avLst/>
          </a:prstGeom>
        </p:spPr>
      </p:pic>
      <p:pic>
        <p:nvPicPr>
          <p:cNvPr id="15" name="Picture 14" descr="bad877a561fe21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283" y="3190684"/>
            <a:ext cx="2874264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09547" y="3122676"/>
            <a:ext cx="413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7" name="Picture 16" descr="d382120c751305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572" y="3242500"/>
            <a:ext cx="850392" cy="2529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units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badd1a413eb60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71675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0438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a52a7da6d9ceef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4323"/>
            <a:ext cx="713232" cy="2823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0071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8a526335cefa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850" y="2584323"/>
            <a:ext cx="715708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655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8f4de137902d99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69198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2915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c91a08a95e198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1846"/>
            <a:ext cx="715708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2547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ac53719e49d5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326" y="2581846"/>
            <a:ext cx="718185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71511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pic>
        <p:nvPicPr>
          <p:cNvPr id="17" name="Picture 16" descr="478ab4916ad688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328" y="3851702"/>
            <a:ext cx="1691640" cy="3169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4c1bd0b477442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71675"/>
            <a:ext cx="88411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3285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b549c7a965b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92" y="1971675"/>
            <a:ext cx="705802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559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24d8e4bd60f45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69198"/>
            <a:ext cx="88658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5762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d1fac1bf15402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68" y="1969198"/>
            <a:ext cx="710755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302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pic>
        <p:nvPicPr>
          <p:cNvPr id="14" name="Picture 13" descr="ccda51d4ef7fae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542" y="3239054"/>
            <a:ext cx="1844040" cy="316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3678" y="366177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6" name="Picture 15" descr="9c3e88f0783f4e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618" y="3782646"/>
            <a:ext cx="1408747" cy="2513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He subtracted 7 − 3. Across zero the pieces add: 10 units.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0" name="Picture 9" descr="bd4ea132c00445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546" y="1581912"/>
            <a:ext cx="86868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39226" y="149504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93b7b061e8d06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810" y="1583436"/>
            <a:ext cx="682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07562" y="1495044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8940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6" name="Picture 15" descr="54a04eef7073b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546" y="2177795"/>
            <a:ext cx="990599" cy="2804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1146" y="208940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8432d63f6064aa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730" y="2177795"/>
            <a:ext cx="719328" cy="2804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66058" y="208940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8376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2" name="Picture 21" descr="2e475e20ec271d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546" y="2770631"/>
            <a:ext cx="853440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3986" y="268376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5eb0c83aac6e38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570" y="2772155"/>
            <a:ext cx="1014984" cy="2804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24554" y="268376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27812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8" name="Picture 27" descr="b490da1242b960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546" y="3364991"/>
            <a:ext cx="877824" cy="2834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48370" y="327812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0" name="Picture 29" descr="30a7ddc4d05885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3954" y="3364991"/>
            <a:ext cx="972311" cy="2834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06266" y="3278123"/>
            <a:ext cx="32566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872483"/>
            <a:ext cx="17286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34" name="Picture 33" descr="22aa6f172de2346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6014" y="3959352"/>
            <a:ext cx="896112" cy="2834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42126" y="3872483"/>
            <a:ext cx="55557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from the origin, to the nearest tenth?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466844"/>
            <a:ext cx="53372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a map in kilometers, a pool is at </a:t>
            </a:r>
          </a:p>
        </p:txBody>
      </p:sp>
      <p:pic>
        <p:nvPicPr>
          <p:cNvPr id="38" name="Picture 37" descr="8c6f3e57d36ddd4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4582" y="4553712"/>
            <a:ext cx="1164336" cy="2834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18918" y="4466844"/>
            <a:ext cx="23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a park at </a:t>
            </a:r>
          </a:p>
        </p:txBody>
      </p:sp>
      <p:pic>
        <p:nvPicPr>
          <p:cNvPr id="40" name="Picture 39" descr="1d6b3c1823f8861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4345" y="4553712"/>
            <a:ext cx="688848" cy="2834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3193" y="4466844"/>
            <a:ext cx="3597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905756"/>
            <a:ext cx="60210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apart are they in a straight line?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on a horizontal or vertical line — L9V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— ZBP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