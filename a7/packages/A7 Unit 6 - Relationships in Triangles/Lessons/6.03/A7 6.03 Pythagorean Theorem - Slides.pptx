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Pythagorean Theorem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missing side of a right triangle — the hypotenuse, or a leg.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4524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Can sides of 4 inches, 7 inches and 12 inches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8763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printer prints 18 pages a minute. Pages in 4.5 minutes?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1" name="Picture 10" descr="25d82099734b37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711" y="2709322"/>
            <a:ext cx="806926" cy="3726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781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13" name="Picture 12" descr="3ac1f13e1f982f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4487" y="3355197"/>
            <a:ext cx="996791" cy="2658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4524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Can sides of 4 inches, 7 inches and 12 inches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31905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No — 4 + 7 = 11 &lt;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8763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printer prints 18 pages a minute. Pages in 4.5 minutes?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67228"/>
            <a:ext cx="15480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81 pages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798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25d82099734b37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711" y="3623722"/>
            <a:ext cx="806926" cy="37261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23277" y="3579876"/>
            <a:ext cx="5700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1925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16" name="Picture 15" descr="3ac1f13e1f982f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4487" y="4269597"/>
            <a:ext cx="996791" cy="26581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39919" y="4192524"/>
            <a:ext cx="5753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Pythagorean Theorem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69550"/>
            <a:ext cx="6888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in every right triangle, leg</a:t>
            </a:r>
            <a:r>
              <a:rPr sz="209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090" b="0" i="0">
                <a:solidFill>
                  <a:srgbClr val="1A1A1A"/>
                </a:solidFill>
                <a:latin typeface="Lexend"/>
              </a:rPr>
              <a:t> + leg</a:t>
            </a:r>
            <a:r>
              <a:rPr sz="209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090" b="0" i="0">
                <a:solidFill>
                  <a:srgbClr val="1A1A1A"/>
                </a:solidFill>
                <a:latin typeface="Lexend"/>
              </a:rPr>
              <a:t> = hypotenuse</a:t>
            </a:r>
            <a:r>
              <a:rPr sz="209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090" b="0" i="0">
                <a:solidFill>
                  <a:srgbClr val="1A1A1A"/>
                </a:solidFill>
                <a:latin typeface="Lexend"/>
              </a:rPr>
              <a:t>:  </a:t>
            </a:r>
          </a:p>
        </p:txBody>
      </p:sp>
      <p:pic>
        <p:nvPicPr>
          <p:cNvPr id="10" name="Picture 9" descr="ca3cd8deffede9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105" y="1953211"/>
            <a:ext cx="1436989" cy="25425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25050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hypotenuse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93442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 — the side across from the right angle, always the longest 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6576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square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72272"/>
            <a:ext cx="41420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number that, times itself,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56904"/>
            <a:ext cx="56466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makes the number under the root sign:  </a:t>
            </a:r>
          </a:p>
        </p:txBody>
      </p:sp>
      <p:pic>
        <p:nvPicPr>
          <p:cNvPr id="16" name="Picture 15" descr="c01d6e653b6eb2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2533" y="4508784"/>
            <a:ext cx="1064688" cy="35640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square corner first; c is across from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58aa5bffac20af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3068" y="1993392"/>
            <a:ext cx="4215384" cy="2194957"/>
          </a:xfrm>
          <a:prstGeom prst="rect">
            <a:avLst/>
          </a:prstGeom>
        </p:spPr>
      </p:pic>
      <p:pic>
        <p:nvPicPr>
          <p:cNvPr id="11" name="Picture 10" descr="f29ece7fb4d230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80373"/>
            <a:ext cx="192938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5066173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legs' squares add up to the hypotenuse's square. c is across from the right angle — always the longest side.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hypotenuse: square, add, then the root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21f71f1271258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5383" y="2194560"/>
            <a:ext cx="3730752" cy="341376"/>
          </a:xfrm>
          <a:prstGeom prst="rect">
            <a:avLst/>
          </a:prstGeom>
        </p:spPr>
      </p:pic>
      <p:pic>
        <p:nvPicPr>
          <p:cNvPr id="11" name="Picture 10" descr="f5cca9bd60907f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8511" y="2990088"/>
            <a:ext cx="2444496" cy="4785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966971"/>
            <a:ext cx="2311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Legs 3 and 5:   </a:t>
            </a:r>
          </a:p>
        </p:txBody>
      </p:sp>
      <p:pic>
        <p:nvPicPr>
          <p:cNvPr id="13" name="Picture 12" descr="24c2904a6862c3a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2379" y="4044045"/>
            <a:ext cx="1483320" cy="26581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45700" y="3966971"/>
            <a:ext cx="535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363f37b4e81453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4519" y="4010818"/>
            <a:ext cx="1808464" cy="37261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634483"/>
            <a:ext cx="121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Exact: </a:t>
            </a:r>
          </a:p>
        </p:txBody>
      </p:sp>
      <p:pic>
        <p:nvPicPr>
          <p:cNvPr id="17" name="Picture 16" descr="5b982e7bc59239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0736" y="4678330"/>
            <a:ext cx="666900" cy="3726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27636" y="4634483"/>
            <a:ext cx="41507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.  To the nearest tenth: 5.8.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 leg: subtract the squares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e309e7e8ce6a1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1475" y="1993392"/>
            <a:ext cx="2258568" cy="341376"/>
          </a:xfrm>
          <a:prstGeom prst="rect">
            <a:avLst/>
          </a:prstGeom>
        </p:spPr>
      </p:pic>
      <p:pic>
        <p:nvPicPr>
          <p:cNvPr id="11" name="Picture 10" descr="5652a128c97c63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8367" y="2679192"/>
            <a:ext cx="3224784" cy="341376"/>
          </a:xfrm>
          <a:prstGeom prst="rect">
            <a:avLst/>
          </a:prstGeom>
        </p:spPr>
      </p:pic>
      <p:pic>
        <p:nvPicPr>
          <p:cNvPr id="12" name="Picture 11" descr="c79a9df2bcafe8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3364991"/>
            <a:ext cx="2066543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4140707"/>
            <a:ext cx="32313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For a leg, subtract:  </a:t>
            </a:r>
          </a:p>
        </p:txBody>
      </p:sp>
      <p:pic>
        <p:nvPicPr>
          <p:cNvPr id="14" name="Picture 13" descr="1eb4729ee4dde5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1731" y="4217781"/>
            <a:ext cx="1499933" cy="26581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581665" y="4140707"/>
            <a:ext cx="2858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84936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Check: a leg is shorter than the hypotenuse.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7 cm and 9 cm.</a:t>
            </a:r>
          </a:p>
        </p:txBody>
      </p:sp>
      <p:pic>
        <p:nvPicPr>
          <p:cNvPr id="9" name="Picture 8" descr="g37a284cc012c9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619" y="2276458"/>
            <a:ext cx="2240280" cy="234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954362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hypotenuse? Give it exactly and to the nearest tenth.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f63f94f57da23b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422648" cy="341376"/>
          </a:xfrm>
          <a:prstGeom prst="rect">
            <a:avLst/>
          </a:prstGeom>
        </p:spPr>
      </p:pic>
      <p:pic>
        <p:nvPicPr>
          <p:cNvPr id="9" name="Picture 8" descr="b97c89e1a1136c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697480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= √130 cm ≈ 11.4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5 inches and 11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hypotenuse, exactly and to the nearest tenth?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5 inches and 11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hypotenuse, exactly and to the nearest tenth?</a:t>
            </a:r>
          </a:p>
        </p:txBody>
      </p:sp>
      <p:pic>
        <p:nvPicPr>
          <p:cNvPr id="10" name="Picture 9" descr="49e72f05093d83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0019" y="2796697"/>
            <a:ext cx="4331208" cy="304800"/>
          </a:xfrm>
          <a:prstGeom prst="rect">
            <a:avLst/>
          </a:prstGeom>
        </p:spPr>
      </p:pic>
      <p:pic>
        <p:nvPicPr>
          <p:cNvPr id="11" name="Picture 10" descr="42e060f27f4a50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0019" y="3291044"/>
            <a:ext cx="242620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= √146 in ≈ 12.1 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15 m and one leg of 8 m.</a:t>
            </a:r>
          </a:p>
        </p:txBody>
      </p:sp>
      <p:pic>
        <p:nvPicPr>
          <p:cNvPr id="9" name="Picture 8" descr="g8750fe113f51c0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59" y="2276458"/>
            <a:ext cx="3657600" cy="23681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97381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 Give it exactly and to the nearest tenth.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e1792e0d9e2775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075688" cy="341376"/>
          </a:xfrm>
          <a:prstGeom prst="rect">
            <a:avLst/>
          </a:prstGeom>
        </p:spPr>
      </p:pic>
      <p:pic>
        <p:nvPicPr>
          <p:cNvPr id="9" name="Picture 8" descr="7647180d4d2d71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3166872" cy="341376"/>
          </a:xfrm>
          <a:prstGeom prst="rect">
            <a:avLst/>
          </a:prstGeom>
        </p:spPr>
      </p:pic>
      <p:pic>
        <p:nvPicPr>
          <p:cNvPr id="10" name="Picture 9" descr="b3458a8a85ef49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51632"/>
            <a:ext cx="2682240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= √161 m ≈ 12.7 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11 ft and one leg of 6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other leg, exactly and to the nearest tenth?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11 ft and one leg of 6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other leg, exactly and to the nearest tenth?</a:t>
            </a:r>
          </a:p>
        </p:txBody>
      </p:sp>
      <p:pic>
        <p:nvPicPr>
          <p:cNvPr id="10" name="Picture 9" descr="3e1aaf67d43b29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1459" y="2796697"/>
            <a:ext cx="4151376" cy="304800"/>
          </a:xfrm>
          <a:prstGeom prst="rect">
            <a:avLst/>
          </a:prstGeom>
        </p:spPr>
      </p:pic>
      <p:pic>
        <p:nvPicPr>
          <p:cNvPr id="11" name="Picture 10" descr="12045b10f967ac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1459" y="3291044"/>
            <a:ext cx="2118360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= √85 ft ≈ 9.2 ft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9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hypotenuse?</a:t>
            </a:r>
          </a:p>
        </p:txBody>
      </p:sp>
      <p:pic>
        <p:nvPicPr>
          <p:cNvPr id="10" name="Picture 9" descr="g87feca9b8810c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2998436"/>
            <a:ext cx="2304288" cy="23461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280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9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hypotenuse?</a:t>
            </a:r>
          </a:p>
        </p:txBody>
      </p:sp>
      <p:pic>
        <p:nvPicPr>
          <p:cNvPr id="10" name="Picture 9" descr="g87feca9b8810c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228" y="2998436"/>
            <a:ext cx="2304288" cy="2346139"/>
          </a:xfrm>
          <a:prstGeom prst="rect">
            <a:avLst/>
          </a:prstGeom>
        </p:spPr>
      </p:pic>
      <p:pic>
        <p:nvPicPr>
          <p:cNvPr id="11" name="Picture 10" descr="2899ab4d0ffda9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899" y="3777647"/>
            <a:ext cx="2429256" cy="262128"/>
          </a:xfrm>
          <a:prstGeom prst="rect">
            <a:avLst/>
          </a:prstGeom>
        </p:spPr>
      </p:pic>
      <p:pic>
        <p:nvPicPr>
          <p:cNvPr id="12" name="Picture 11" descr="e078427f0d1d53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899" y="4250087"/>
            <a:ext cx="1840991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280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4 inches and 9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hypotenuse, to the nearest tenth?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4 inches and 9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hypotenuse, to the nearest tenth?</a:t>
            </a:r>
          </a:p>
        </p:txBody>
      </p:sp>
      <p:pic>
        <p:nvPicPr>
          <p:cNvPr id="10" name="Picture 9" descr="7410ced1fcc2b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899" y="3113689"/>
            <a:ext cx="2441448" cy="307848"/>
          </a:xfrm>
          <a:prstGeom prst="rect">
            <a:avLst/>
          </a:prstGeom>
        </p:spPr>
      </p:pic>
      <p:pic>
        <p:nvPicPr>
          <p:cNvPr id="11" name="Picture 10" descr="d774a50e89260b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899" y="3611084"/>
            <a:ext cx="207568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√97 in ≈ 9.8 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25 ft and one leg of 20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  <p:pic>
        <p:nvPicPr>
          <p:cNvPr id="10" name="Picture 9" descr="gaffe3d7eabf898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623" y="2998436"/>
            <a:ext cx="2176272" cy="234311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2501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25 ft and one leg of 20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  <p:pic>
        <p:nvPicPr>
          <p:cNvPr id="10" name="Picture 9" descr="gaffe3d7eabf898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984" y="2998436"/>
            <a:ext cx="2176272" cy="2343111"/>
          </a:xfrm>
          <a:prstGeom prst="rect">
            <a:avLst/>
          </a:prstGeom>
        </p:spPr>
      </p:pic>
      <p:pic>
        <p:nvPicPr>
          <p:cNvPr id="11" name="Picture 10" descr="da85c990301d92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776133"/>
            <a:ext cx="2657856" cy="262128"/>
          </a:xfrm>
          <a:prstGeom prst="rect">
            <a:avLst/>
          </a:prstGeom>
        </p:spPr>
      </p:pic>
      <p:pic>
        <p:nvPicPr>
          <p:cNvPr id="12" name="Picture 11" descr="6e05135a1808f99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4248573"/>
            <a:ext cx="1859280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2501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ft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41 m and one leg of 40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81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57.3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41 m and one leg of 40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  <p:pic>
        <p:nvPicPr>
          <p:cNvPr id="10" name="Picture 9" descr="f10d4c561f9671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075" y="3110641"/>
            <a:ext cx="3438144" cy="368808"/>
          </a:xfrm>
          <a:prstGeom prst="rect">
            <a:avLst/>
          </a:prstGeom>
        </p:spPr>
      </p:pic>
      <p:pic>
        <p:nvPicPr>
          <p:cNvPr id="11" name="Picture 10" descr="a236597d86feea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8075" y="3611084"/>
            <a:ext cx="1822704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9 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right triangle is drawn turned. Its legs are 5 cm and 7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hypotenuse, to the nearest tenth?</a:t>
            </a:r>
          </a:p>
        </p:txBody>
      </p:sp>
      <p:pic>
        <p:nvPicPr>
          <p:cNvPr id="10" name="Picture 9" descr="gf8612ac7fdced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2998436"/>
            <a:ext cx="4206240" cy="217838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46029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right triangle is drawn turned. Its legs are 5 cm and 7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hypotenuse, to the nearest tenth?</a:t>
            </a:r>
          </a:p>
        </p:txBody>
      </p:sp>
      <p:pic>
        <p:nvPicPr>
          <p:cNvPr id="10" name="Picture 9" descr="gf8612ac7fdced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8128" y="2998436"/>
            <a:ext cx="4206240" cy="2178389"/>
          </a:xfrm>
          <a:prstGeom prst="rect">
            <a:avLst/>
          </a:prstGeom>
        </p:spPr>
      </p:pic>
      <p:pic>
        <p:nvPicPr>
          <p:cNvPr id="11" name="Picture 10" descr="38f42acf1793d2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752" y="3693772"/>
            <a:ext cx="2130552" cy="262128"/>
          </a:xfrm>
          <a:prstGeom prst="rect">
            <a:avLst/>
          </a:prstGeom>
        </p:spPr>
      </p:pic>
      <p:pic>
        <p:nvPicPr>
          <p:cNvPr id="12" name="Picture 11" descr="95a27a9fc7d94d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0752" y="4166212"/>
            <a:ext cx="1786128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46029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√74 cm ≈ 8.6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triangle's hypotenuse is 20 inches; its legs are 16 inches and 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equation finds x?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467b3d8054f9e8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564967"/>
            <a:ext cx="1752600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940ac47e9562c5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519247"/>
            <a:ext cx="2246376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7f1c9e3a279737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4131895"/>
            <a:ext cx="2535936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b1c1dd707cdaedb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4131895"/>
            <a:ext cx="2246376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6341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triangle's hypotenuse is 20 inches; its legs are 16 inches and 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equation finds x?</a:t>
            </a:r>
          </a:p>
        </p:txBody>
      </p:sp>
      <p:pic>
        <p:nvPicPr>
          <p:cNvPr id="10" name="Picture 9" descr="723ec51e38368d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6759" y="3546107"/>
            <a:ext cx="3157728" cy="304800"/>
          </a:xfrm>
          <a:prstGeom prst="rect">
            <a:avLst/>
          </a:prstGeom>
        </p:spPr>
      </p:pic>
      <p:pic>
        <p:nvPicPr>
          <p:cNvPr id="11" name="Picture 10" descr="29d805f74fa341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759" y="4040455"/>
            <a:ext cx="2225040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and x = 12 in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14 m and one leg of 9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leg, to the nearest tenth?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14 m and one leg of 9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leg, to the nearest tenth?</a:t>
            </a:r>
          </a:p>
        </p:txBody>
      </p:sp>
      <p:pic>
        <p:nvPicPr>
          <p:cNvPr id="10" name="Picture 9" descr="4d4d0148702223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923" y="3116737"/>
            <a:ext cx="2822448" cy="304800"/>
          </a:xfrm>
          <a:prstGeom prst="rect">
            <a:avLst/>
          </a:prstGeom>
        </p:spPr>
      </p:pic>
      <p:pic>
        <p:nvPicPr>
          <p:cNvPr id="11" name="Picture 10" descr="899457164c48e8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923" y="3611084"/>
            <a:ext cx="245668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√115 m ≈ 10.7 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pennant is cut as a right triangle with legs of 8 inches and 11 inches. The fabric costs 6 dollars.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longest side, to the nearest tenth?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pennant is cut as a right triangle with legs of 8 inches and 11 inches. The fabric costs 6 dollars.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longest side, to the nearest tenth?</a:t>
            </a:r>
          </a:p>
        </p:txBody>
      </p:sp>
      <p:pic>
        <p:nvPicPr>
          <p:cNvPr id="10" name="Picture 9" descr="c0b0581c2b142ec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828" y="3546107"/>
            <a:ext cx="2831592" cy="304800"/>
          </a:xfrm>
          <a:prstGeom prst="rect">
            <a:avLst/>
          </a:prstGeom>
        </p:spPr>
      </p:pic>
      <p:pic>
        <p:nvPicPr>
          <p:cNvPr id="11" name="Picture 10" descr="6f89b6850aed21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4040455"/>
            <a:ext cx="2435352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√185 in ≈ 13.6 in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645920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finds a leg of a right triangle. The hypotenuse is 13 cm and the other leg is 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91528"/>
            <a:ext cx="1919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She writes  </a:t>
            </a:r>
          </a:p>
        </p:txBody>
      </p:sp>
      <p:pic>
        <p:nvPicPr>
          <p:cNvPr id="10" name="Picture 9" descr="56becf73e2479b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108" y="2627342"/>
            <a:ext cx="2246185" cy="3888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63293" y="259152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22703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went wrong? How long is the leg?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645920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finds a leg of a right triangle. The hypotenuse is 13 cm and the other leg is 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91528"/>
            <a:ext cx="1919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She writes  </a:t>
            </a:r>
          </a:p>
        </p:txBody>
      </p:sp>
      <p:pic>
        <p:nvPicPr>
          <p:cNvPr id="10" name="Picture 9" descr="8b551e9736168d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108" y="2627342"/>
            <a:ext cx="2248662" cy="3888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65770" y="259152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22703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went wrong? How long is the leg?</a:t>
            </a:r>
          </a:p>
        </p:txBody>
      </p:sp>
      <p:pic>
        <p:nvPicPr>
          <p:cNvPr id="13" name="Picture 12" descr="ec09cf29acca5c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6299" y="3930155"/>
            <a:ext cx="2901696" cy="304800"/>
          </a:xfrm>
          <a:prstGeom prst="rect">
            <a:avLst/>
          </a:prstGeom>
        </p:spPr>
      </p:pic>
      <p:pic>
        <p:nvPicPr>
          <p:cNvPr id="14" name="Picture 13" descr="4616387d26fd7c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6299" y="4424503"/>
            <a:ext cx="2231136" cy="4328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added the squares; a leg must be shorter than 13 cm. Subtract: the leg is 12 cm.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legs of 12 m and 5 m. How long is the hypotenuse?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5740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legs of 3 ft and 8 ft. How long is the hypotenuse, exactly and to the nearest tenth?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9864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89864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a hypotenuse of 39 cm and one leg of 36 cm. How long is the other leg?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73989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73989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a hypotenuse of 11 inches and one leg of 4 inches. How long is the other leg, exactly and to the nearest tenth?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58114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58114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legs of 6 m and 11 m (drawn turned on its side on the paper). How long is its hypotenuse, to the nearest tenth?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42239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2239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a hypotenuse of 25 yd and one leg of 24 yd. The other leg is x. Write the equation that finds x, then find x.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6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Pythagorean theorem: find the missing leg or hypotenuse length — MTM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