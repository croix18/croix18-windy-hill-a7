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4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77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Relationship Id="rId9" Type="http://schemas.openxmlformats.org/officeDocument/2006/relationships/image" Target="../media/image9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82.png"/><Relationship Id="rId7" Type="http://schemas.openxmlformats.org/officeDocument/2006/relationships/image" Target="../media/image10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Relationship Id="rId8" Type="http://schemas.openxmlformats.org/officeDocument/2006/relationships/image" Target="../media/image112.png"/><Relationship Id="rId9" Type="http://schemas.openxmlformats.org/officeDocument/2006/relationships/image" Target="../media/image1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31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1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6.png"/><Relationship Id="rId5" Type="http://schemas.openxmlformats.org/officeDocument/2006/relationships/image" Target="../media/image118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Relationship Id="rId4" Type="http://schemas.openxmlformats.org/officeDocument/2006/relationships/image" Target="../media/image46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41.png"/><Relationship Id="rId7" Type="http://schemas.openxmlformats.org/officeDocument/2006/relationships/image" Target="../media/image142.png"/><Relationship Id="rId8" Type="http://schemas.openxmlformats.org/officeDocument/2006/relationships/image" Target="../media/image143.png"/><Relationship Id="rId9" Type="http://schemas.openxmlformats.org/officeDocument/2006/relationships/image" Target="../media/image144.png"/><Relationship Id="rId10" Type="http://schemas.openxmlformats.org/officeDocument/2006/relationships/image" Target="../media/image145.png"/><Relationship Id="rId11" Type="http://schemas.openxmlformats.org/officeDocument/2006/relationships/image" Target="../media/image146.png"/><Relationship Id="rId12" Type="http://schemas.openxmlformats.org/officeDocument/2006/relationships/image" Target="../media/image147.png"/><Relationship Id="rId13" Type="http://schemas.openxmlformats.org/officeDocument/2006/relationships/image" Target="../media/image148.png"/><Relationship Id="rId14" Type="http://schemas.openxmlformats.org/officeDocument/2006/relationships/image" Target="../media/image149.png"/><Relationship Id="rId15" Type="http://schemas.openxmlformats.org/officeDocument/2006/relationships/image" Target="../media/image150.png"/><Relationship Id="rId16" Type="http://schemas.openxmlformats.org/officeDocument/2006/relationships/image" Target="../media/image151.png"/><Relationship Id="rId17" Type="http://schemas.openxmlformats.org/officeDocument/2006/relationships/image" Target="../media/image152.png"/><Relationship Id="rId18" Type="http://schemas.openxmlformats.org/officeDocument/2006/relationships/image" Target="../media/image15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Coordinate-Plane Problems; Perimeter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perimeter of a figure on the coordinate plane, and a straight-line distance on a map.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315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far apart are </a:t>
            </a:r>
          </a:p>
        </p:txBody>
      </p:sp>
      <p:pic>
        <p:nvPicPr>
          <p:cNvPr id="9" name="Picture 8" descr="1e5bf0a2743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976" y="1564719"/>
            <a:ext cx="1115456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68433" y="1440180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17" y="1567092"/>
            <a:ext cx="688260" cy="268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2277" y="1440180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052828"/>
            <a:ext cx="9089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Legs of 2 m and 7 m. The hypotenuse,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90749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in : 30 mi. Towns 2.5 in apart are how far?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27369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The rectangle </a:t>
            </a:r>
          </a:p>
        </p:txBody>
      </p:sp>
      <p:pic>
        <p:nvPicPr>
          <p:cNvPr id="16" name="Picture 15" descr="badd1a413eb604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329" y="3402663"/>
            <a:ext cx="830659" cy="27055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4988" y="32781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8" name="Picture 17" descr="a52a7da6d9ceef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050" y="3402663"/>
            <a:ext cx="683514" cy="2705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22564" y="32781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0" name="Picture 19" descr="ea0772b8c1a162f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627" y="3402663"/>
            <a:ext cx="954071" cy="2705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10698" y="32781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3a95cfae893827a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4761" y="3402663"/>
            <a:ext cx="1101217" cy="27055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45978" y="3278124"/>
            <a:ext cx="23378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315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far apart are </a:t>
            </a:r>
          </a:p>
        </p:txBody>
      </p:sp>
      <p:pic>
        <p:nvPicPr>
          <p:cNvPr id="9" name="Picture 8" descr="1e5bf0a2743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976" y="1564719"/>
            <a:ext cx="1115456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68433" y="1440180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17" y="1567092"/>
            <a:ext cx="688260" cy="268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2277" y="1440180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4389" y="1440180"/>
            <a:ext cx="14059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052828"/>
            <a:ext cx="9089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Legs of 2 m and 7 m. The hypotenuse, to the nearest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510028"/>
            <a:ext cx="19095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√53 ≈ 7.3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122676"/>
            <a:ext cx="90749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in : 30 mi. Towns 2.5 in apart are how far?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579876"/>
            <a:ext cx="10191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75 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192524"/>
            <a:ext cx="27369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The rectangle </a:t>
            </a:r>
          </a:p>
        </p:txBody>
      </p:sp>
      <p:pic>
        <p:nvPicPr>
          <p:cNvPr id="19" name="Picture 18" descr="badd1a413eb604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329" y="4317063"/>
            <a:ext cx="830659" cy="2705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04988" y="41925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1" name="Picture 20" descr="a52a7da6d9ceef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050" y="4317063"/>
            <a:ext cx="683514" cy="27055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22564" y="41925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3" name="Picture 22" descr="ea0772b8c1a162f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627" y="4317063"/>
            <a:ext cx="954071" cy="27055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10698" y="41925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5" name="Picture 24" descr="3a95cfae893827a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4761" y="4317063"/>
            <a:ext cx="1101217" cy="27055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745978" y="4192524"/>
            <a:ext cx="23378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4649724"/>
            <a:ext cx="14021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20 units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perimeter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distance around a figure: the sum of all its sides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height of a triangle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segment from a corner straight to the opposite side, meeting it at a right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80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straight-line 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07407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length of the one segment between two points — on a map, as the crow flies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Perimeter: every side — a slanted one by its triangle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31351b3fe50c9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93392"/>
            <a:ext cx="2834640" cy="25129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82475" y="4629777"/>
            <a:ext cx="2402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slanted side:  </a:t>
            </a:r>
          </a:p>
        </p:txBody>
      </p:sp>
      <p:pic>
        <p:nvPicPr>
          <p:cNvPr id="12" name="Picture 11" descr="8c9bdc06edb310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524" y="4687086"/>
            <a:ext cx="2320686" cy="3004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8211" y="4629777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4" name="Picture 13" descr="848bbba5727756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374" y="4746109"/>
            <a:ext cx="662670" cy="241458"/>
          </a:xfrm>
          <a:prstGeom prst="rect">
            <a:avLst/>
          </a:prstGeom>
        </p:spPr>
      </p:pic>
      <p:pic>
        <p:nvPicPr>
          <p:cNvPr id="15" name="Picture 14" descr="773f0a6bae0a03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780" y="5396730"/>
            <a:ext cx="2727960" cy="277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Along the streets, or straight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66df1d0e66359e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93392"/>
            <a:ext cx="2834640" cy="28769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78806" y="4993739"/>
            <a:ext cx="15692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streets:  </a:t>
            </a:r>
          </a:p>
        </p:txBody>
      </p:sp>
      <p:pic>
        <p:nvPicPr>
          <p:cNvPr id="12" name="Picture 11" descr="eab0f25709b4c0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929" y="5104705"/>
            <a:ext cx="1387046" cy="2441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97975" y="4993739"/>
            <a:ext cx="13218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blocks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0606" y="5679539"/>
            <a:ext cx="1730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straight:  </a:t>
            </a:r>
          </a:p>
        </p:txBody>
      </p:sp>
      <p:pic>
        <p:nvPicPr>
          <p:cNvPr id="15" name="Picture 14" descr="9b4c53d9bae6f4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689" y="5736847"/>
            <a:ext cx="2623851" cy="3004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97541" y="567953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7" name="Picture 16" descr="0137bb391ff620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704" y="5793188"/>
            <a:ext cx="850471" cy="24414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96176" y="5679539"/>
            <a:ext cx="13218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blocks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No right angle: split it — and round once, at the 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9b174812ddca13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59" y="1993392"/>
            <a:ext cx="205740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81518" y="4179101"/>
            <a:ext cx="32763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each slanted side:  </a:t>
            </a:r>
          </a:p>
        </p:txBody>
      </p:sp>
      <p:pic>
        <p:nvPicPr>
          <p:cNvPr id="12" name="Picture 11" descr="924c351cdfb9db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9" y="4236410"/>
            <a:ext cx="2320686" cy="3004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41396" y="4179101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4" name="Picture 13" descr="8accfca2019880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559" y="4197096"/>
            <a:ext cx="2390441" cy="421211"/>
          </a:xfrm>
          <a:prstGeom prst="rect">
            <a:avLst/>
          </a:prstGeom>
        </p:spPr>
      </p:pic>
      <p:pic>
        <p:nvPicPr>
          <p:cNvPr id="15" name="Picture 14" descr="b83bb1fe4162237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676" y="4947872"/>
            <a:ext cx="5916168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564243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Round once, at the end: 6 + 5.8 + 5.8 = 17.6 is short.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142" y="1440180"/>
            <a:ext cx="3987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DEF has corners </a:t>
            </a:r>
          </a:p>
        </p:txBody>
      </p:sp>
      <p:pic>
        <p:nvPicPr>
          <p:cNvPr id="9" name="Picture 8" descr="2b82d6ff52fd29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965" y="1560195"/>
            <a:ext cx="1381887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88852" y="144018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6168aa1b708cf3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858" y="1560195"/>
            <a:ext cx="1156525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86384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0a02078d08fa46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891" y="1557718"/>
            <a:ext cx="859345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62236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5" name="Picture 14" descr="g10f73fa5acbaad4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675" y="2148840"/>
            <a:ext cx="2586168" cy="31638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56418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89cc993aa9783d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45864" cy="353568"/>
          </a:xfrm>
          <a:prstGeom prst="rect">
            <a:avLst/>
          </a:prstGeom>
        </p:spPr>
      </p:pic>
      <p:pic>
        <p:nvPicPr>
          <p:cNvPr id="9" name="Picture 8" descr="78be168ada708d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4504944" cy="408432"/>
          </a:xfrm>
          <a:prstGeom prst="rect">
            <a:avLst/>
          </a:prstGeom>
        </p:spPr>
      </p:pic>
      <p:pic>
        <p:nvPicPr>
          <p:cNvPr id="10" name="Picture 9" descr="fbb19df952207e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0880"/>
            <a:ext cx="2974848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24 units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perimeter of the triangle with corners</a:t>
            </a:r>
          </a:p>
        </p:txBody>
      </p:sp>
      <p:pic>
        <p:nvPicPr>
          <p:cNvPr id="9" name="Picture 8" descr="f7637bf1f23e2b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442" y="2238929"/>
            <a:ext cx="1173861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4303" y="2116438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4c53dc4ab84ceb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309" y="2238929"/>
            <a:ext cx="1007935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3244" y="211643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afbf59c4acfdfe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751" y="2238929"/>
            <a:ext cx="718185" cy="2798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87936" y="211643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perimeter of the triangle with corners</a:t>
            </a:r>
          </a:p>
        </p:txBody>
      </p:sp>
      <p:pic>
        <p:nvPicPr>
          <p:cNvPr id="9" name="Picture 8" descr="0885c1628ecce2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27" y="2236453"/>
            <a:ext cx="1176337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3064" y="2116438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e1561ae894e4e3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071" y="2236453"/>
            <a:ext cx="1010412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4483" y="211643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e5863a5afd993e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989" y="2236453"/>
            <a:ext cx="720661" cy="2823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91651" y="211643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290" y="2875390"/>
            <a:ext cx="13639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6" name="Picture 15" descr="dd377e872e9d4e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091" y="3005978"/>
            <a:ext cx="1442180" cy="270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43271" y="2875390"/>
            <a:ext cx="1119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8" name="Picture 17" descr="b75662d7fd6f12b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6034" y="3008311"/>
            <a:ext cx="1563528" cy="268366"/>
          </a:xfrm>
          <a:prstGeom prst="rect">
            <a:avLst/>
          </a:prstGeom>
        </p:spPr>
      </p:pic>
      <p:pic>
        <p:nvPicPr>
          <p:cNvPr id="19" name="Picture 18" descr="2899ab4d0ffda9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154" y="3464511"/>
            <a:ext cx="2429256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58410" y="3378310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c869a797ec94ecf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0687" y="3513279"/>
            <a:ext cx="725424" cy="213360"/>
          </a:xfrm>
          <a:prstGeom prst="rect">
            <a:avLst/>
          </a:prstGeom>
        </p:spPr>
      </p:pic>
      <p:pic>
        <p:nvPicPr>
          <p:cNvPr id="22" name="Picture 21" descr="b1b8042aeba4014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9154" y="4016199"/>
            <a:ext cx="2380488" cy="213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36 units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298" y="1591967"/>
            <a:ext cx="6874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blocks, Ana's home H is at </a:t>
            </a:r>
          </a:p>
        </p:txBody>
      </p:sp>
      <p:pic>
        <p:nvPicPr>
          <p:cNvPr id="9" name="Picture 8" descr="7d14c651bb5002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266" y="1711982"/>
            <a:ext cx="1163955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75254" y="2277767"/>
            <a:ext cx="28992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gym G at </a:t>
            </a:r>
          </a:p>
        </p:txBody>
      </p:sp>
      <p:pic>
        <p:nvPicPr>
          <p:cNvPr id="11" name="Picture 10" descr="d3f3db88036135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322" y="2400259"/>
            <a:ext cx="705802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43124" y="2277767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dc0aefe51d8e6f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19" y="2986427"/>
            <a:ext cx="2926080" cy="20519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3675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far along the streets? In a straight line, to the nearest tenth?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1ffce193f79756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51960" cy="350520"/>
          </a:xfrm>
          <a:prstGeom prst="rect">
            <a:avLst/>
          </a:prstGeom>
        </p:spPr>
      </p:pic>
      <p:pic>
        <p:nvPicPr>
          <p:cNvPr id="9" name="Picture 8" descr="13d4e50efd4c3b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5080"/>
            <a:ext cx="1530096" cy="277368"/>
          </a:xfrm>
          <a:prstGeom prst="rect">
            <a:avLst/>
          </a:prstGeom>
        </p:spPr>
      </p:pic>
      <p:pic>
        <p:nvPicPr>
          <p:cNvPr id="10" name="Picture 9" descr="5fa77f02f7f5d3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096767"/>
            <a:ext cx="5663184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blocks along the streets; about 8.6 blocks straight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1605" y="1577340"/>
            <a:ext cx="65340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blocks, Ben's home is at </a:t>
            </a:r>
          </a:p>
        </p:txBody>
      </p:sp>
      <p:pic>
        <p:nvPicPr>
          <p:cNvPr id="9" name="Picture 8" descr="c24bc71b07f684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468" y="1699831"/>
            <a:ext cx="901446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0258" y="2263140"/>
            <a:ext cx="26039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park at </a:t>
            </a:r>
          </a:p>
        </p:txBody>
      </p:sp>
      <p:pic>
        <p:nvPicPr>
          <p:cNvPr id="11" name="Picture 10" descr="ee337b7924af30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083" y="2383155"/>
            <a:ext cx="1191196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28279" y="2263140"/>
            <a:ext cx="49001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How far is it along the streets?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a straight line, to the nearest tenth?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367" y="1577340"/>
            <a:ext cx="65340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blocks, Ben's home is at </a:t>
            </a:r>
          </a:p>
        </p:txBody>
      </p:sp>
      <p:pic>
        <p:nvPicPr>
          <p:cNvPr id="9" name="Picture 8" descr="66fd2bf88109e2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230" y="1697355"/>
            <a:ext cx="903922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69020" y="2263140"/>
            <a:ext cx="26039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park at </a:t>
            </a:r>
          </a:p>
        </p:txBody>
      </p:sp>
      <p:pic>
        <p:nvPicPr>
          <p:cNvPr id="11" name="Picture 10" descr="eeb24940e898cd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844" y="2380678"/>
            <a:ext cx="1193673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29517" y="2263140"/>
            <a:ext cx="49001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How far is it along the streets?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a straight line,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904" y="3561190"/>
            <a:ext cx="13639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5" name="Picture 14" descr="e1c78402da53da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04" y="3701112"/>
            <a:ext cx="142351" cy="21002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97055" y="3561190"/>
            <a:ext cx="15547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down  </a:t>
            </a:r>
          </a:p>
        </p:txBody>
      </p:sp>
      <p:pic>
        <p:nvPicPr>
          <p:cNvPr id="17" name="Picture 16" descr="f881daf22278d3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690" y="3701112"/>
            <a:ext cx="142351" cy="2076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57042" y="3561190"/>
            <a:ext cx="1753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:   streets  </a:t>
            </a:r>
          </a:p>
        </p:txBody>
      </p:sp>
      <p:pic>
        <p:nvPicPr>
          <p:cNvPr id="19" name="Picture 18" descr="9ff67c01493767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3804" y="3698779"/>
            <a:ext cx="1162145" cy="21235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27904" y="4064110"/>
            <a:ext cx="1642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straight:  </a:t>
            </a:r>
          </a:p>
        </p:txBody>
      </p:sp>
      <p:pic>
        <p:nvPicPr>
          <p:cNvPr id="21" name="Picture 20" descr="e5ca82a6025d91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262" y="4152692"/>
            <a:ext cx="1934575" cy="2613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67838" y="4064110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d3e2c57dc9fe8fb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115" y="4120022"/>
            <a:ext cx="1752552" cy="3663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63561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 blocks along the streets; about 8.5 blocks straight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0174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ABC has corners </a:t>
            </a:r>
          </a:p>
        </p:txBody>
      </p:sp>
      <p:pic>
        <p:nvPicPr>
          <p:cNvPr id="9" name="Picture 8" descr="20651465751a1a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737" y="1969198"/>
            <a:ext cx="1396745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11483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46b8c6650b1e42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489" y="1969198"/>
            <a:ext cx="1186243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38733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4665787323d98f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240" y="1969198"/>
            <a:ext cx="896493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51733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cc93785af0ed58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3071986"/>
            <a:ext cx="3840480" cy="20374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39292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0174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ABC has corners </a:t>
            </a:r>
          </a:p>
        </p:txBody>
      </p:sp>
      <p:pic>
        <p:nvPicPr>
          <p:cNvPr id="9" name="Picture 8" descr="91e37486c2daf4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737" y="1966722"/>
            <a:ext cx="1399222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13960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95d3ee67f1492f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966" y="1966722"/>
            <a:ext cx="1188720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43686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0c98c87b1cfc68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0193" y="1966722"/>
            <a:ext cx="901446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61639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cc93785af0ed58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5853" y="3071986"/>
            <a:ext cx="3840480" cy="2037475"/>
          </a:xfrm>
          <a:prstGeom prst="rect">
            <a:avLst/>
          </a:prstGeom>
        </p:spPr>
      </p:pic>
      <p:pic>
        <p:nvPicPr>
          <p:cNvPr id="17" name="Picture 16" descr="2ad16f491f3a9c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717" y="3497221"/>
            <a:ext cx="1563624" cy="2651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46341" y="3359204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bea86e4d3b7a25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8618" y="3497221"/>
            <a:ext cx="1408176" cy="265176"/>
          </a:xfrm>
          <a:prstGeom prst="rect">
            <a:avLst/>
          </a:prstGeom>
        </p:spPr>
      </p:pic>
      <p:pic>
        <p:nvPicPr>
          <p:cNvPr id="20" name="Picture 19" descr="b5a3055c75d2f9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717" y="3948325"/>
            <a:ext cx="2429256" cy="2621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11973" y="3862124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2" name="Picture 21" descr="323e35a470aba23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4250" y="3997093"/>
            <a:ext cx="719328" cy="213360"/>
          </a:xfrm>
          <a:prstGeom prst="rect">
            <a:avLst/>
          </a:prstGeom>
        </p:spPr>
      </p:pic>
      <p:pic>
        <p:nvPicPr>
          <p:cNvPr id="23" name="Picture 22" descr="b0cd45a756bbf01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2717" y="4500013"/>
            <a:ext cx="2383536" cy="2133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539292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30 units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595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corners </a:t>
            </a:r>
          </a:p>
        </p:txBody>
      </p:sp>
      <p:pic>
        <p:nvPicPr>
          <p:cNvPr id="9" name="Picture 8" descr="cddc938f2754fd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785" y="1974151"/>
            <a:ext cx="1186243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43028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114f1e4fdf2858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034" y="1971675"/>
            <a:ext cx="995553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79587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1f888c65bc7e46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094" y="1971675"/>
            <a:ext cx="681037" cy="2823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7713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perimeter, to the nearest tenth.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595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corners </a:t>
            </a:r>
          </a:p>
        </p:txBody>
      </p:sp>
      <p:pic>
        <p:nvPicPr>
          <p:cNvPr id="9" name="Picture 8" descr="766d9171f27c16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785" y="1971675"/>
            <a:ext cx="1188720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45505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561bb298a85bac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511" y="1969198"/>
            <a:ext cx="998029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84540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9dfcee36a543c9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047" y="1969198"/>
            <a:ext cx="683514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8456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perimeter, to the nearest tenth.</a:t>
            </a:r>
          </a:p>
        </p:txBody>
      </p:sp>
      <p:pic>
        <p:nvPicPr>
          <p:cNvPr id="16" name="Picture 15" descr="4ecb7174b2f126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573" y="3260295"/>
            <a:ext cx="1402080" cy="2651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89653" y="3122278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8" name="Picture 17" descr="6c42fd71d3e069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930" y="3260295"/>
            <a:ext cx="1438656" cy="265176"/>
          </a:xfrm>
          <a:prstGeom prst="rect">
            <a:avLst/>
          </a:prstGeom>
        </p:spPr>
      </p:pic>
      <p:pic>
        <p:nvPicPr>
          <p:cNvPr id="19" name="Picture 18" descr="9fdb8650e92ba2d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573" y="3711399"/>
            <a:ext cx="2066543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54117" y="3625198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6af8d51231c004d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6394" y="3680919"/>
            <a:ext cx="1094232" cy="368808"/>
          </a:xfrm>
          <a:prstGeom prst="rect">
            <a:avLst/>
          </a:prstGeom>
        </p:spPr>
      </p:pic>
      <p:pic>
        <p:nvPicPr>
          <p:cNvPr id="22" name="Picture 21" descr="95a936965c2fc42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73" y="4183839"/>
            <a:ext cx="2840736" cy="3688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46996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22.8 units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4935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</a:t>
            </a:r>
          </a:p>
        </p:txBody>
      </p:sp>
      <p:pic>
        <p:nvPicPr>
          <p:cNvPr id="9" name="Picture 8" descr="d832b4bac9153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28" y="1969198"/>
            <a:ext cx="141903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0986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973c6edcb7dba7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869" y="1969198"/>
            <a:ext cx="1362075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12944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c9fced5befde40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950" y="1969198"/>
            <a:ext cx="889063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43013" y="1851660"/>
            <a:ext cx="30579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has no right angle.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7e2e8b59de7d12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664" y="3071986"/>
            <a:ext cx="2508190" cy="22132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4935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</a:t>
            </a:r>
          </a:p>
        </p:txBody>
      </p:sp>
      <p:pic>
        <p:nvPicPr>
          <p:cNvPr id="9" name="Picture 8" descr="a9da81e531be71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28" y="1966722"/>
            <a:ext cx="1421511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12339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66c2f1763edcf2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345" y="1966722"/>
            <a:ext cx="1364551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17897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c04b6b4f9e2e5e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903" y="1966722"/>
            <a:ext cx="891540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50443" y="1851660"/>
            <a:ext cx="30579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has no right angle.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7e2e8b59de7d12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5993" y="3071986"/>
            <a:ext cx="2508190" cy="22132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45703" y="3447089"/>
            <a:ext cx="8830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AC:  </a:t>
            </a:r>
          </a:p>
        </p:txBody>
      </p:sp>
      <p:pic>
        <p:nvPicPr>
          <p:cNvPr id="18" name="Picture 17" descr="f99e1e60b05ca1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571" y="3535671"/>
            <a:ext cx="2310288" cy="2613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01860" y="3447089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0" name="Picture 19" descr="d65cbda9bdc0017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4137" y="3584677"/>
            <a:ext cx="718756" cy="21235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45703" y="3950009"/>
            <a:ext cx="8833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BC:  </a:t>
            </a:r>
          </a:p>
        </p:txBody>
      </p:sp>
      <p:pic>
        <p:nvPicPr>
          <p:cNvPr id="22" name="Picture 21" descr="4d8caafc7f3b642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871" y="4038591"/>
            <a:ext cx="2314956" cy="2613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06827" y="3950009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4" name="Picture 23" descr="de21a50ad46b70b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39104" y="4087597"/>
            <a:ext cx="723423" cy="212359"/>
          </a:xfrm>
          <a:prstGeom prst="rect">
            <a:avLst/>
          </a:prstGeom>
        </p:spPr>
      </p:pic>
      <p:pic>
        <p:nvPicPr>
          <p:cNvPr id="25" name="Picture 24" descr="b5e1abcfea899ec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0567" y="4587898"/>
            <a:ext cx="2566416" cy="2133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42 units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triangle with corners</a:t>
            </a:r>
          </a:p>
        </p:txBody>
      </p:sp>
      <p:pic>
        <p:nvPicPr>
          <p:cNvPr id="9" name="Picture 8" descr="8267466ea736b2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10773"/>
            <a:ext cx="866775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01215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89f134f801c00f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655" y="2510773"/>
            <a:ext cx="683514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44169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85355efc44b8aa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631" y="2510773"/>
            <a:ext cx="1010412" cy="2823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22043" y="2390758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19.1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5506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triangle with corners</a:t>
            </a:r>
          </a:p>
        </p:txBody>
      </p:sp>
      <p:pic>
        <p:nvPicPr>
          <p:cNvPr id="9" name="Picture 8" descr="551393e40b0172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08296"/>
            <a:ext cx="869251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03691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53bf76273dd0fe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131" y="2508296"/>
            <a:ext cx="685990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49122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5cac30a7325a50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584" y="2508296"/>
            <a:ext cx="1012888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29473" y="2390758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pic>
        <p:nvPicPr>
          <p:cNvPr id="15" name="Picture 14" descr="266f276499f022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761" y="3259867"/>
            <a:ext cx="165687" cy="2076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33448" y="3122278"/>
            <a:ext cx="9691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7" name="Picture 16" descr="14a758a03a2f4a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5442" y="3259867"/>
            <a:ext cx="135350" cy="2076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00792" y="3122278"/>
            <a:ext cx="21538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on grid lines</a:t>
            </a:r>
          </a:p>
        </p:txBody>
      </p:sp>
      <p:pic>
        <p:nvPicPr>
          <p:cNvPr id="19" name="Picture 18" descr="750acb3136d728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7761" y="3711399"/>
            <a:ext cx="2093976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61737" y="3625198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cba45acd94f9f2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4014" y="3680919"/>
            <a:ext cx="1103376" cy="368808"/>
          </a:xfrm>
          <a:prstGeom prst="rect">
            <a:avLst/>
          </a:prstGeom>
        </p:spPr>
      </p:pic>
      <p:pic>
        <p:nvPicPr>
          <p:cNvPr id="22" name="Picture 21" descr="3da6e9a4942eac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7761" y="4183839"/>
            <a:ext cx="2810256" cy="3688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46996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19.1 units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551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map in blocks, the library is at </a:t>
            </a:r>
          </a:p>
        </p:txBody>
      </p:sp>
      <p:pic>
        <p:nvPicPr>
          <p:cNvPr id="9" name="Picture 8" descr="b381385a56012e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452" y="1971675"/>
            <a:ext cx="1151572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5662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pool at </a:t>
            </a:r>
          </a:p>
        </p:txBody>
      </p:sp>
      <p:pic>
        <p:nvPicPr>
          <p:cNvPr id="11" name="Picture 10" descr="e6f553610f6180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547" y="2586799"/>
            <a:ext cx="718185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1732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the straight line than the streets?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551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map in blocks, the library is at </a:t>
            </a:r>
          </a:p>
        </p:txBody>
      </p:sp>
      <p:pic>
        <p:nvPicPr>
          <p:cNvPr id="9" name="Picture 8" descr="59e86e97f1b20d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452" y="1969198"/>
            <a:ext cx="1154049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5662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pool at </a:t>
            </a:r>
          </a:p>
        </p:txBody>
      </p:sp>
      <p:pic>
        <p:nvPicPr>
          <p:cNvPr id="11" name="Picture 10" descr="4536ab029dd41e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547" y="2584323"/>
            <a:ext cx="720661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420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the straight line than the streets?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1412" y="3734926"/>
            <a:ext cx="14907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streets:  </a:t>
            </a:r>
          </a:p>
        </p:txBody>
      </p:sp>
      <p:pic>
        <p:nvPicPr>
          <p:cNvPr id="15" name="Picture 14" descr="9c44261c617b9f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003" y="3870181"/>
            <a:ext cx="1309163" cy="2123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91412" y="4237846"/>
            <a:ext cx="1642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straight:  </a:t>
            </a:r>
          </a:p>
        </p:txBody>
      </p:sp>
      <p:pic>
        <p:nvPicPr>
          <p:cNvPr id="17" name="Picture 16" descr="66901e8dbd0d7c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6771" y="4326428"/>
            <a:ext cx="2429303" cy="2613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26074" y="4237846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d65cbda9bdc0017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352" y="4375435"/>
            <a:ext cx="718756" cy="212359"/>
          </a:xfrm>
          <a:prstGeom prst="rect">
            <a:avLst/>
          </a:prstGeom>
        </p:spPr>
      </p:pic>
      <p:pic>
        <p:nvPicPr>
          <p:cNvPr id="20" name="Picture 19" descr="50b2058d54e97cf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6276" y="4875735"/>
            <a:ext cx="1319784" cy="213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53122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 blocks shorter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diagonal of the rectangle with corners</a:t>
            </a:r>
          </a:p>
        </p:txBody>
      </p:sp>
      <p:pic>
        <p:nvPicPr>
          <p:cNvPr id="9" name="Picture 8" descr="cddc938f2754fd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13249"/>
            <a:ext cx="1186243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20683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153b53c1ff7ca6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123" y="2508296"/>
            <a:ext cx="1012888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93012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5be363abca88bd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452" y="2508296"/>
            <a:ext cx="703326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55778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5" name="Picture 14" descr="a073f0616c6f53b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3241" y="2513249"/>
            <a:ext cx="876681" cy="2798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99922" y="239075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5506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diagonal of the rectangle with corners</a:t>
            </a:r>
          </a:p>
        </p:txBody>
      </p:sp>
      <p:pic>
        <p:nvPicPr>
          <p:cNvPr id="9" name="Picture 8" descr="766d9171f27c16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10773"/>
            <a:ext cx="1188720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23160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6abbcd38a08515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600" y="2505820"/>
            <a:ext cx="1015365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97965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c1f63a00e4aba7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405" y="2505820"/>
            <a:ext cx="705802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63208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5" name="Picture 14" descr="c4d9a797873976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670" y="2510773"/>
            <a:ext cx="879157" cy="2823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9828" y="239075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4721" y="3122278"/>
            <a:ext cx="13288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sides  </a:t>
            </a:r>
          </a:p>
        </p:txBody>
      </p:sp>
      <p:pic>
        <p:nvPicPr>
          <p:cNvPr id="18" name="Picture 17" descr="b3de44e021298e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6452" y="3234863"/>
            <a:ext cx="1668399" cy="3204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84851" y="3122278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20" name="Picture 19" descr="f976dc64324c81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3993" y="3237626"/>
            <a:ext cx="1875567" cy="317658"/>
          </a:xfrm>
          <a:prstGeom prst="rect">
            <a:avLst/>
          </a:prstGeom>
        </p:spPr>
      </p:pic>
      <p:pic>
        <p:nvPicPr>
          <p:cNvPr id="21" name="Picture 20" descr="f26d83ebda20826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9585" y="3729782"/>
            <a:ext cx="2871216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50801" y="3661774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ff28beca06f7811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0686" y="3781598"/>
            <a:ext cx="853440" cy="2529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15 units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697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park map in meters, the fountain is at </a:t>
            </a:r>
          </a:p>
        </p:txBody>
      </p:sp>
      <p:pic>
        <p:nvPicPr>
          <p:cNvPr id="9" name="Picture 8" descr="6cd0cd2d13a38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61" y="1971675"/>
            <a:ext cx="879157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607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gate at </a:t>
            </a:r>
          </a:p>
        </p:txBody>
      </p:sp>
      <p:pic>
        <p:nvPicPr>
          <p:cNvPr id="11" name="Picture 10" descr="eba37c76e917a3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861" y="2586799"/>
            <a:ext cx="1005459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1032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it straight across,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697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park map in meters, the fountain is at </a:t>
            </a:r>
          </a:p>
        </p:txBody>
      </p:sp>
      <p:pic>
        <p:nvPicPr>
          <p:cNvPr id="9" name="Picture 8" descr="2247b49f98365d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61" y="1969198"/>
            <a:ext cx="88163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607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gate at </a:t>
            </a:r>
          </a:p>
        </p:txBody>
      </p:sp>
      <p:pic>
        <p:nvPicPr>
          <p:cNvPr id="11" name="Picture 10" descr="de7e15c7b8d74a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861" y="2584323"/>
            <a:ext cx="1007935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12796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it straight across,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9593" y="3734926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5" name="Picture 14" descr="dd377e872e9d4e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360" y="3847511"/>
            <a:ext cx="1707070" cy="3204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95430" y="3734926"/>
            <a:ext cx="18018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down  </a:t>
            </a:r>
          </a:p>
        </p:txBody>
      </p:sp>
      <p:pic>
        <p:nvPicPr>
          <p:cNvPr id="17" name="Picture 16" descr="2a151f79b2b1c7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0101" y="3850274"/>
            <a:ext cx="1660112" cy="317658"/>
          </a:xfrm>
          <a:prstGeom prst="rect">
            <a:avLst/>
          </a:prstGeom>
        </p:spPr>
      </p:pic>
      <p:pic>
        <p:nvPicPr>
          <p:cNvPr id="18" name="Picture 17" descr="91cf07a762eff7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4457" y="4353098"/>
            <a:ext cx="2660904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565361" y="4285090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0" name="Picture 19" descr="b009dc32ba55e7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5247" y="4297282"/>
            <a:ext cx="2459736" cy="4328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86725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√106 ≈ 10.3 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927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trail map in miles, the camp is at </a:t>
            </a:r>
          </a:p>
        </p:txBody>
      </p:sp>
      <p:pic>
        <p:nvPicPr>
          <p:cNvPr id="9" name="Picture 8" descr="890cad1d225c0e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380" y="1969198"/>
            <a:ext cx="1166431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0811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76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lake at </a:t>
            </a:r>
          </a:p>
        </p:txBody>
      </p:sp>
      <p:pic>
        <p:nvPicPr>
          <p:cNvPr id="12" name="Picture 11" descr="64a0bcb964d3ac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46" y="2581846"/>
            <a:ext cx="693420" cy="2847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66966" y="2464308"/>
            <a:ext cx="3346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trailhead at </a:t>
            </a:r>
          </a:p>
        </p:txBody>
      </p:sp>
      <p:pic>
        <p:nvPicPr>
          <p:cNvPr id="14" name="Picture 13" descr="c10c7ade43b947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495" y="2584323"/>
            <a:ext cx="876681" cy="2823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53176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camp from the lake, in a straight line?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927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trail map in miles, the camp is at </a:t>
            </a:r>
          </a:p>
        </p:txBody>
      </p:sp>
      <p:pic>
        <p:nvPicPr>
          <p:cNvPr id="9" name="Picture 8" descr="5078aaa02558f3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380" y="1966722"/>
            <a:ext cx="1168908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3288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76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lake at </a:t>
            </a:r>
          </a:p>
        </p:txBody>
      </p:sp>
      <p:pic>
        <p:nvPicPr>
          <p:cNvPr id="12" name="Picture 11" descr="560793fe7d3f04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46" y="2579370"/>
            <a:ext cx="695896" cy="2872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69442" y="2464308"/>
            <a:ext cx="3346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trailhead at </a:t>
            </a:r>
          </a:p>
        </p:txBody>
      </p:sp>
      <p:pic>
        <p:nvPicPr>
          <p:cNvPr id="14" name="Picture 13" descr="49c8c6e822b84b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972" y="2581846"/>
            <a:ext cx="879157" cy="284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58129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camp from the lake, in a straight line?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151" y="3734926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8" name="Picture 17" descr="2a151f79b2b1c7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3918" y="3850274"/>
            <a:ext cx="1660112" cy="31765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34030" y="3734926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20" name="Picture 19" descr="d7ba9e475850f3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947" y="3847511"/>
            <a:ext cx="1850707" cy="320421"/>
          </a:xfrm>
          <a:prstGeom prst="rect">
            <a:avLst/>
          </a:prstGeom>
        </p:spPr>
      </p:pic>
      <p:pic>
        <p:nvPicPr>
          <p:cNvPr id="21" name="Picture 20" descr="bad877a561fe21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0015" y="4342430"/>
            <a:ext cx="2874264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64279" y="4274422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09a1ea0ee626eca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4165" y="4394246"/>
            <a:ext cx="847344" cy="2529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 mi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215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says the segment from </a:t>
            </a:r>
          </a:p>
        </p:txBody>
      </p:sp>
      <p:pic>
        <p:nvPicPr>
          <p:cNvPr id="9" name="Picture 8" descr="a14bf8353d2e0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873" y="1971675"/>
            <a:ext cx="728091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6964" y="1851660"/>
            <a:ext cx="6872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to </a:t>
            </a:r>
          </a:p>
        </p:txBody>
      </p:sp>
      <p:pic>
        <p:nvPicPr>
          <p:cNvPr id="11" name="Picture 10" descr="c3080bd209d99f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052" y="1971675"/>
            <a:ext cx="668655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5707" y="1851660"/>
            <a:ext cx="23990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3 units long,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it crosses 3 grid squares.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Explain, and find its length to the nearest tenth.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215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says the segment from </a:t>
            </a:r>
          </a:p>
        </p:txBody>
      </p:sp>
      <p:pic>
        <p:nvPicPr>
          <p:cNvPr id="9" name="Picture 8" descr="9ebcc4ac7047e3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873" y="1969198"/>
            <a:ext cx="730567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9441" y="1851660"/>
            <a:ext cx="6872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to </a:t>
            </a:r>
          </a:p>
        </p:txBody>
      </p:sp>
      <p:pic>
        <p:nvPicPr>
          <p:cNvPr id="11" name="Picture 10" descr="f55c03bbe6717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29" y="1969198"/>
            <a:ext cx="67113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0660" y="1851660"/>
            <a:ext cx="23990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3 units long,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it crosses 3 grid squares.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Explain, and find its length to the nearest tenth.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749" y="3661376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6" name="Picture 15" descr="e1c78402da53da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515" y="3785011"/>
            <a:ext cx="168497" cy="2486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30013" y="3661376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8" name="Picture 17" descr="dcd07b346f0b25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930" y="3779486"/>
            <a:ext cx="124301" cy="248602"/>
          </a:xfrm>
          <a:prstGeom prst="rect">
            <a:avLst/>
          </a:prstGeom>
        </p:spPr>
      </p:pic>
      <p:pic>
        <p:nvPicPr>
          <p:cNvPr id="19" name="Picture 18" descr="cb8915871a8227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613" y="4279549"/>
            <a:ext cx="2060448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38061" y="4211540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8e57f85f0236f1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7946" y="4223732"/>
            <a:ext cx="2072640" cy="4328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4793708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No: it is the hypotenuse of a triangle with legs 3 and 1, √10 ≈ 3.2 units.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901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9019"/>
            <a:ext cx="420719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perimeter of the triangle </a:t>
            </a:r>
          </a:p>
        </p:txBody>
      </p:sp>
      <p:pic>
        <p:nvPicPr>
          <p:cNvPr id="10" name="Picture 9" descr="f8df7d2fbd4127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512" y="1570780"/>
            <a:ext cx="964360" cy="2341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8873" y="1499019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2" name="Picture 11" descr="b490da1242b960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960" y="1570780"/>
            <a:ext cx="725158" cy="2341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20119" y="1499019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4" name="Picture 13" descr="dca74f84de6bf1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205" y="1572039"/>
            <a:ext cx="569048" cy="2316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95254" y="1499019"/>
            <a:ext cx="26571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966953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966953"/>
            <a:ext cx="420719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perimeter of the triangle </a:t>
            </a:r>
          </a:p>
        </p:txBody>
      </p:sp>
      <p:pic>
        <p:nvPicPr>
          <p:cNvPr id="18" name="Picture 17" descr="98ab927d307bab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512" y="2038714"/>
            <a:ext cx="725158" cy="23416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49671" y="1966953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0" name="Picture 19" descr="1b12795c360466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5758" y="2038714"/>
            <a:ext cx="556458" cy="2341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12217" y="1966953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b047226acc1322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8303" y="2038714"/>
            <a:ext cx="833429" cy="23416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51733" y="1966953"/>
            <a:ext cx="272697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434888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434888"/>
            <a:ext cx="4942704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perimeter of the parallelogram </a:t>
            </a:r>
          </a:p>
        </p:txBody>
      </p:sp>
      <p:pic>
        <p:nvPicPr>
          <p:cNvPr id="26" name="Picture 25" descr="36f61976a2ef1ad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0024" y="2507907"/>
            <a:ext cx="989539" cy="2316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49564" y="2434888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8" name="Picture 27" descr="e47ee9949ebce04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5651" y="2506648"/>
            <a:ext cx="820839" cy="23416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376490" y="2434888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30" name="Picture 29" descr="d02d33295232874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82577" y="2507907"/>
            <a:ext cx="566530" cy="23164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149107" y="2434888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32" name="Picture 31" descr="2d42b3e817eed69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5194" y="2506648"/>
            <a:ext cx="556458" cy="23416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911653" y="2434888"/>
            <a:ext cx="26571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2902822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2902822"/>
            <a:ext cx="450903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On a map in blocks, Kai's home is at </a:t>
            </a:r>
          </a:p>
        </p:txBody>
      </p:sp>
      <p:pic>
        <p:nvPicPr>
          <p:cNvPr id="36" name="Picture 35" descr="6f3371b3f4bbf6b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6350" y="2974582"/>
            <a:ext cx="974432" cy="23416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900783" y="2902822"/>
            <a:ext cx="232942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and his school at </a:t>
            </a:r>
          </a:p>
        </p:txBody>
      </p:sp>
      <p:pic>
        <p:nvPicPr>
          <p:cNvPr id="38" name="Picture 37" descr="4b06abb07817386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93046" y="2975841"/>
            <a:ext cx="564012" cy="23164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657058" y="2902822"/>
            <a:ext cx="163912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How much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3270172"/>
            <a:ext cx="527346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shorter is the straight line than the streets?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738106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3738106"/>
            <a:ext cx="388412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On a map in miles, a dock is at </a:t>
            </a:r>
          </a:p>
        </p:txBody>
      </p:sp>
      <p:pic>
        <p:nvPicPr>
          <p:cNvPr id="43" name="Picture 42" descr="ede51becaffdb32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01443" y="3811126"/>
            <a:ext cx="732712" cy="23164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034156" y="3738106"/>
            <a:ext cx="224344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and an island at </a:t>
            </a:r>
          </a:p>
        </p:txBody>
      </p:sp>
      <p:pic>
        <p:nvPicPr>
          <p:cNvPr id="45" name="Picture 44" descr="06d2d48467fcd0c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40443" y="3811126"/>
            <a:ext cx="815803" cy="23164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956247" y="3738106"/>
            <a:ext cx="251800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How far apart are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4105457"/>
            <a:ext cx="331476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they, to the nearest tenth?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4573391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4480" y="4573391"/>
            <a:ext cx="306003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rectangle has corners </a:t>
            </a:r>
          </a:p>
        </p:txBody>
      </p:sp>
      <p:pic>
        <p:nvPicPr>
          <p:cNvPr id="50" name="Picture 49" descr="6d8814c221810b9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77358" y="4645152"/>
            <a:ext cx="961842" cy="23416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439201" y="4573391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52" name="Picture 51" descr="209a3bec006696b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45288" y="4645152"/>
            <a:ext cx="815803" cy="23416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461091" y="4573391"/>
            <a:ext cx="79885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54" name="Picture 53" descr="aee1254e09a8849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22783" y="4645152"/>
            <a:ext cx="715087" cy="23416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837870" y="4573391"/>
            <a:ext cx="3410934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Find its fourth corner and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54480" y="4940741"/>
            <a:ext cx="309510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the length of a diagonal.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Pythagorean theorem: find the perimeter — VGE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