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3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39.png"/><Relationship Id="rId8" Type="http://schemas.openxmlformats.org/officeDocument/2006/relationships/image" Target="../media/image6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(adjacent, on a straight line) is supplementary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4645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 —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04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22344" y="5639457"/>
            <a:ext cx="2795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(m for measure).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19" y="2998436"/>
            <a:ext cx="3004268" cy="2286795"/>
          </a:xfrm>
          <a:prstGeom prst="rect">
            <a:avLst/>
          </a:prstGeom>
        </p:spPr>
      </p:pic>
      <p:pic>
        <p:nvPicPr>
          <p:cNvPr id="11" name="Picture 10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971" y="3801696"/>
            <a:ext cx="788765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0736" y="3661774"/>
            <a:ext cx="1758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(vertical)</a:t>
            </a:r>
          </a:p>
        </p:txBody>
      </p:sp>
      <p:pic>
        <p:nvPicPr>
          <p:cNvPr id="13" name="Picture 12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971" y="4292948"/>
            <a:ext cx="2291619" cy="221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3591" y="4164694"/>
            <a:ext cx="2450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(a linear pair)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512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5dcf96e4300877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24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acab42555d0e0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809" y="2459338"/>
            <a:ext cx="2596896" cy="2287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79225" y="3122920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225" y="3625840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3008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166359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824727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