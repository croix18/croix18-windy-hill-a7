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3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39.png"/><Relationship Id="rId8" Type="http://schemas.openxmlformats.org/officeDocument/2006/relationships/image" Target="../media/image6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4645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 —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04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22344" y="5639457"/>
            <a:ext cx="2795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(m for measure).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