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Interior and Exterior Angles of a Triangle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a missing angle of a triangle, inside or outside, with the Triangle Sum and the Exterior Angle Theorem.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d761eb6c578c3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127323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4437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021" y="2179740"/>
            <a:ext cx="688260" cy="268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68282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1212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What is the supplement of 83°?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7249" y="1440180"/>
            <a:ext cx="699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97°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d761eb6c578c3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1127323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4437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afbf59c4acfdf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021" y="2179740"/>
            <a:ext cx="688260" cy="268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68282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0393" y="2052828"/>
            <a:ext cx="14059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6577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12 pens cost $9. What does one pen cost?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3235" y="2665476"/>
            <a:ext cx="1008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$0.75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straight angle is split into 50°, 60° and x°. Find 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8483" y="3278124"/>
            <a:ext cx="5714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interior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 angle inside a triangle, at one of its corners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exterior 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 between one side of a triangle and the next side extended; it makes a linear pair with the interior angle beside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remote interior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interior angles that are not beside a given exterior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3874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Sum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68112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three interior angles of a triangle add to 180°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Triangle Sum: the three angles make 180°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522339bbcb9f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59" y="1993392"/>
            <a:ext cx="3657600" cy="2548021"/>
          </a:xfrm>
          <a:prstGeom prst="rect">
            <a:avLst/>
          </a:prstGeom>
        </p:spPr>
      </p:pic>
      <p:pic>
        <p:nvPicPr>
          <p:cNvPr id="11" name="Picture 10" descr="0aedc77137df4b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878" y="4742962"/>
            <a:ext cx="285902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98902" y="4664857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45e378d9b5b720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185" y="4746010"/>
            <a:ext cx="981455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396377"/>
            <a:ext cx="5980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triangle's three angles add to 180°:  </a:t>
            </a:r>
          </a:p>
        </p:txBody>
      </p:sp>
      <p:pic>
        <p:nvPicPr>
          <p:cNvPr id="15" name="Picture 14" descr="9263d6474ca215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695" y="5520916"/>
            <a:ext cx="3540982" cy="218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Exterior Angle Theorem: outside = the two remote angles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45d7beb9c033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93392"/>
            <a:ext cx="3749039" cy="2344136"/>
          </a:xfrm>
          <a:prstGeom prst="rect">
            <a:avLst/>
          </a:prstGeom>
        </p:spPr>
      </p:pic>
      <p:pic>
        <p:nvPicPr>
          <p:cNvPr id="11" name="Picture 10" descr="89c2ce4528c0ee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77" y="4574621"/>
            <a:ext cx="2487025" cy="244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80702" y="4460972"/>
            <a:ext cx="18753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check:  </a:t>
            </a:r>
          </a:p>
        </p:txBody>
      </p:sp>
      <p:pic>
        <p:nvPicPr>
          <p:cNvPr id="13" name="Picture 12" descr="8a37fc46900708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859" y="4571938"/>
            <a:ext cx="2148982" cy="24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336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Not the angle beside it, and not the angle around the outside.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Angles as expressions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dd6c2edffde6da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993392"/>
            <a:ext cx="4206240" cy="2337783"/>
          </a:xfrm>
          <a:prstGeom prst="rect">
            <a:avLst/>
          </a:prstGeom>
        </p:spPr>
      </p:pic>
      <p:pic>
        <p:nvPicPr>
          <p:cNvPr id="11" name="Picture 10" descr="647c8375d7d21a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49" y="4529676"/>
            <a:ext cx="3694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52125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7b3e3f23e8ea7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32724"/>
            <a:ext cx="1435608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9016" y="4454619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d16345bfb60264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298" y="4535772"/>
            <a:ext cx="1033271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65073" y="5140419"/>
            <a:ext cx="2144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angles:  </a:t>
            </a:r>
          </a:p>
        </p:txBody>
      </p:sp>
      <p:pic>
        <p:nvPicPr>
          <p:cNvPr id="17" name="Picture 16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096" y="5254069"/>
            <a:ext cx="394382" cy="2441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66479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51b693d0751e4d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642" y="5254069"/>
            <a:ext cx="394382" cy="244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9025" y="514041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1" name="Picture 20" descr="b785117b1b1615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188" y="5254069"/>
            <a:ext cx="539257" cy="2441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1000" y="144018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7c3ebd1b5118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137" y="1557718"/>
            <a:ext cx="482917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005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4dddd1a4fe592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61" y="1557718"/>
            <a:ext cx="440817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7378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2f72bb38c53d66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148840"/>
            <a:ext cx="4023360" cy="30921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7017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8609985cbbf0f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167128" cy="280416"/>
          </a:xfrm>
          <a:prstGeom prst="rect">
            <a:avLst/>
          </a:prstGeom>
        </p:spPr>
      </p:pic>
      <p:pic>
        <p:nvPicPr>
          <p:cNvPr id="9" name="Picture 8" descr="b31b8f2372dd4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95960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third angle is 51°.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3664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93bc96f2cc69f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801" y="1697355"/>
            <a:ext cx="465582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538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727d2cc0503a7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90" y="1697355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471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9950" y="1577340"/>
            <a:ext cx="44332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angles of a triangle are </a:t>
            </a:r>
          </a:p>
        </p:txBody>
      </p:sp>
      <p:pic>
        <p:nvPicPr>
          <p:cNvPr id="9" name="Picture 8" descr="4598b182d9f6bf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086" y="1697355"/>
            <a:ext cx="470534" cy="227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6621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509e5756a63da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128" y="1697355"/>
            <a:ext cx="495299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42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4" name="Picture 13" descr="4cdaf6218c704a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3" y="2995214"/>
            <a:ext cx="1993392" cy="252984"/>
          </a:xfrm>
          <a:prstGeom prst="rect">
            <a:avLst/>
          </a:prstGeom>
        </p:spPr>
      </p:pic>
      <p:pic>
        <p:nvPicPr>
          <p:cNvPr id="15" name="Picture 14" descr="0eee067290a38f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3" y="3534710"/>
            <a:ext cx="21518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57°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5154" y="171450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2db8d970bac03f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546" y="1832038"/>
            <a:ext cx="490347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93893" y="171450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41c731884e8b0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00" y="1832038"/>
            <a:ext cx="492823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3223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914915b016051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423160"/>
            <a:ext cx="4023360" cy="26765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289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a6436ee197a6c8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88920" cy="280416"/>
          </a:xfrm>
          <a:prstGeom prst="rect">
            <a:avLst/>
          </a:prstGeom>
        </p:spPr>
      </p:pic>
      <p:pic>
        <p:nvPicPr>
          <p:cNvPr id="9" name="Picture 8" descr="a03bc7e3a59a7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595579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exterior angle is 113°.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2396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787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894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30b8c97d4403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447" y="169735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5982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9919" y="1577340"/>
            <a:ext cx="5925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</a:t>
            </a:r>
          </a:p>
        </p:txBody>
      </p:sp>
      <p:pic>
        <p:nvPicPr>
          <p:cNvPr id="9" name="Picture 8" descr="04116200ab91a5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311" y="1694878"/>
            <a:ext cx="458152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6463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7cb83dab77d38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970" y="1697355"/>
            <a:ext cx="475488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7845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exterior angle.</a:t>
            </a:r>
          </a:p>
        </p:txBody>
      </p:sp>
      <p:pic>
        <p:nvPicPr>
          <p:cNvPr id="14" name="Picture 13" descr="30206c3aca93be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1" y="2995214"/>
            <a:ext cx="1975104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107°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Two angles of a triangle are 47° and 68°. Find the third angle.</a:t>
            </a:r>
          </a:p>
        </p:txBody>
      </p:sp>
      <p:pic>
        <p:nvPicPr>
          <p:cNvPr id="9" name="Picture 8" descr="0e1ea345931b3e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3358"/>
            <a:ext cx="1987296" cy="256032"/>
          </a:xfrm>
          <a:prstGeom prst="rect">
            <a:avLst/>
          </a:prstGeom>
        </p:spPr>
      </p:pic>
      <p:pic>
        <p:nvPicPr>
          <p:cNvPr id="10" name="Picture 9" descr="5a6504566eb37c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251" y="3165902"/>
            <a:ext cx="2142744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isosceles triangle's two base angles are equal. Each is 52°.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third angle.</a:t>
            </a:r>
          </a:p>
        </p:txBody>
      </p:sp>
      <p:pic>
        <p:nvPicPr>
          <p:cNvPr id="10" name="Picture 9" descr="5896b664cb0ee0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3" y="3168553"/>
            <a:ext cx="2023872" cy="252984"/>
          </a:xfrm>
          <a:prstGeom prst="rect">
            <a:avLst/>
          </a:prstGeom>
        </p:spPr>
      </p:pic>
      <p:pic>
        <p:nvPicPr>
          <p:cNvPr id="11" name="Picture 10" descr="05c73aed05dead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3" y="3705001"/>
            <a:ext cx="219760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76°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490" y="2998436"/>
            <a:ext cx="418853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remote interior angles are 38° and 77°.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exterior angle x.</a:t>
            </a:r>
          </a:p>
        </p:txBody>
      </p:sp>
      <p:pic>
        <p:nvPicPr>
          <p:cNvPr id="10" name="Picture 9" descr="g4acad889d515fe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42" y="2998436"/>
            <a:ext cx="4188538" cy="2286795"/>
          </a:xfrm>
          <a:prstGeom prst="rect">
            <a:avLst/>
          </a:prstGeom>
        </p:spPr>
      </p:pic>
      <p:pic>
        <p:nvPicPr>
          <p:cNvPr id="11" name="Picture 10" descr="f6703d768b6f6b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665" y="4048203"/>
            <a:ext cx="2097024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115°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105°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285°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45°, 60° and 75°.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exterior angle beside the 75°?</a:t>
            </a:r>
          </a:p>
        </p:txBody>
      </p:sp>
      <p:pic>
        <p:nvPicPr>
          <p:cNvPr id="10" name="Picture 9" descr="b2800e49e8c99d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064" y="3165505"/>
            <a:ext cx="204520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84200" y="358822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2" name="Picture 11" descr="89eaa96462cb01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41" y="3709097"/>
            <a:ext cx="2182177" cy="251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105°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of a triangle is 130°. One remote interior angle is 55°.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other remote interior angle.</a:t>
            </a:r>
          </a:p>
        </p:txBody>
      </p:sp>
      <p:pic>
        <p:nvPicPr>
          <p:cNvPr id="10" name="Picture 9" descr="8ce054ff8a0825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597923"/>
            <a:ext cx="1801368" cy="252984"/>
          </a:xfrm>
          <a:prstGeom prst="rect">
            <a:avLst/>
          </a:prstGeom>
        </p:spPr>
      </p:pic>
      <p:pic>
        <p:nvPicPr>
          <p:cNvPr id="11" name="Picture 10" descr="10fb68966b6f5d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4137419"/>
            <a:ext cx="886968" cy="2499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19a77d2ef13e07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0534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57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bcd545b5207fdb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080" y="1969198"/>
            <a:ext cx="1327404" cy="284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4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0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9" name="Picture 8" descr="3e2f38cf5d6a5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46" y="1969198"/>
            <a:ext cx="307086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8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1" name="Picture 10" descr="4d05019691e271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9" y="1971675"/>
            <a:ext cx="473011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22050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9017c2bef06e0a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557" y="1966722"/>
            <a:ext cx="1329880" cy="2872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8437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each angle.</a:t>
            </a:r>
          </a:p>
        </p:txBody>
      </p:sp>
      <p:pic>
        <p:nvPicPr>
          <p:cNvPr id="16" name="Picture 15" descr="d81f3f45ef9c4b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922" y="3242102"/>
            <a:ext cx="3236976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92898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84cb4c1234df5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644" y="3239054"/>
            <a:ext cx="1258824" cy="2529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35467" y="3122278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b240ecaec035e4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213" y="3242102"/>
            <a:ext cx="896112" cy="249935"/>
          </a:xfrm>
          <a:prstGeom prst="rect">
            <a:avLst/>
          </a:prstGeom>
        </p:spPr>
      </p:pic>
      <p:pic>
        <p:nvPicPr>
          <p:cNvPr id="21" name="Picture 20" descr="c48d1166260cd6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5922" y="3778550"/>
            <a:ext cx="1563624" cy="316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9546" y="3661774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3" name="Picture 22" descr="65e6d91ac736a0f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292" y="3775502"/>
            <a:ext cx="2234184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28°, 84° and 68°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6fc36d4d507b14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9198"/>
            <a:ext cx="119862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979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914b62989f40b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81846"/>
            <a:ext cx="690943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48737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8" name="Picture 17" descr="82554d18127d50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24842"/>
            <a:ext cx="2819400" cy="2773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20" name="Picture 19" descr="8d07209786ff86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7890"/>
            <a:ext cx="1810512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22" name="Picture 21" descr="0ba96a21739ff6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8568" y="4437490"/>
            <a:ext cx="2612136" cy="277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4" name="Picture 23" descr="b32043de87a5de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4437490"/>
            <a:ext cx="3621024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838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exterior angle measures </a:t>
            </a:r>
          </a:p>
        </p:txBody>
      </p:sp>
      <p:pic>
        <p:nvPicPr>
          <p:cNvPr id="9" name="Picture 8" descr="d7eb0f2d68178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169" y="1966722"/>
            <a:ext cx="1203579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474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54709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remote interior angles measure </a:t>
            </a:r>
          </a:p>
        </p:txBody>
      </p:sp>
      <p:pic>
        <p:nvPicPr>
          <p:cNvPr id="12" name="Picture 11" descr="2199f872223f1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276" y="2581846"/>
            <a:ext cx="473011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1287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e968d0415b3e8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4" y="2579370"/>
            <a:ext cx="695896" cy="2872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5369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equation finds x?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1952" y="3734926"/>
            <a:ext cx="7914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outside = the two far ones:  5x + 4 = 52 + 3x</a:t>
            </a:r>
          </a:p>
        </p:txBody>
      </p:sp>
      <p:pic>
        <p:nvPicPr>
          <p:cNvPr id="18" name="Picture 17" descr="855664d81a55cc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816" y="4394246"/>
            <a:ext cx="1100328" cy="249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47144" y="4274422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04dcdfd387364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890" y="4391198"/>
            <a:ext cx="914400" cy="2499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5x + 4 = 52 + 3x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angles of 41° and 66°, and its longest side is 9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its third angle.</a:t>
            </a:r>
          </a:p>
        </p:txBody>
      </p:sp>
      <p:pic>
        <p:nvPicPr>
          <p:cNvPr id="10" name="Picture 9" descr="f9b56ca1453b15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3165505"/>
            <a:ext cx="2005584" cy="256032"/>
          </a:xfrm>
          <a:prstGeom prst="rect">
            <a:avLst/>
          </a:prstGeom>
        </p:spPr>
      </p:pic>
      <p:pic>
        <p:nvPicPr>
          <p:cNvPr id="11" name="Picture 10" descr="d164afe1fd8f71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1" y="3708049"/>
            <a:ext cx="2157984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always bigger than either remote interior 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Why is an exterior angle always bigger than either remote interior 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873" y="2939000"/>
            <a:ext cx="22738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for example:  </a:t>
            </a:r>
          </a:p>
        </p:txBody>
      </p:sp>
      <p:pic>
        <p:nvPicPr>
          <p:cNvPr id="10" name="Picture 9" descr="1cf37538407c0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584" y="3074255"/>
            <a:ext cx="1726882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467" y="2939000"/>
            <a:ext cx="5267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more than 40 and more than 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It is the two remote angles added, each more than 0°.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7310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angles of a triangle are 63° and 79°. Find the third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960650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isosceles triangle's two base angles are equal. The angle between its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31310"/>
            <a:ext cx="602371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equal sides is 40°. Find each base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62457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993057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remote interior angles are 46° and 58°. Find the exterior angle.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51748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is 140°. One remote interior angle is 62°.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07169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Find the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31794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triangle's angles are </a:t>
            </a:r>
          </a:p>
        </p:txBody>
      </p:sp>
      <p:pic>
        <p:nvPicPr>
          <p:cNvPr id="20" name="Picture 19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804" y="4507196"/>
            <a:ext cx="637297" cy="2588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4101" y="4427882"/>
            <a:ext cx="35718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04becd1bdf09d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126" y="4507196"/>
            <a:ext cx="631731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85857" y="4427882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01c992824f9bab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445" y="4507196"/>
            <a:ext cx="65677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66222" y="4427882"/>
            <a:ext cx="248179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each angle.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5902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59029"/>
            <a:ext cx="553524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 exterior angle of a triangle measures </a:t>
            </a:r>
          </a:p>
        </p:txBody>
      </p:sp>
      <p:pic>
        <p:nvPicPr>
          <p:cNvPr id="28" name="Picture 27" descr="9da31d5850a0f0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2560" y="5038343"/>
            <a:ext cx="1249547" cy="25881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02107" y="4959029"/>
            <a:ext cx="277458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; its remote interior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62160"/>
            <a:ext cx="23410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angles measure </a:t>
            </a:r>
          </a:p>
        </p:txBody>
      </p:sp>
      <p:pic>
        <p:nvPicPr>
          <p:cNvPr id="31" name="Picture 30" descr="985ed041d11c30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332" y="5467913"/>
            <a:ext cx="445273" cy="20593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3605" y="536216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3" name="Picture 32" descr="29df01d514fa3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93" y="5441475"/>
            <a:ext cx="637297" cy="25881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64490" y="5362160"/>
            <a:ext cx="414554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Write an equation and find 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2 — Interior and Exterior Angles of a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missing angles in triangles — JFJ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Exterior Angle Theorem — FMP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Angle-Sum Theorem — 6Q6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