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85.png"/><Relationship Id="rId7" Type="http://schemas.openxmlformats.org/officeDocument/2006/relationships/image" Target="../media/image10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31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21.png"/><Relationship Id="rId6" Type="http://schemas.openxmlformats.org/officeDocument/2006/relationships/image" Target="../media/image83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46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15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of a figure on the coordinate plane, and a straight-line distance on a map.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6" name="Picture 15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3402663"/>
            <a:ext cx="830659" cy="2705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4988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8" name="Picture 17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3402663"/>
            <a:ext cx="683514" cy="2705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64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3402663"/>
            <a:ext cx="842525" cy="2705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99153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3402663"/>
            <a:ext cx="989671" cy="2705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22886" y="32781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843" y="1440180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10028"/>
            <a:ext cx="19095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√53 ≈ 7.3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79876"/>
            <a:ext cx="10191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75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925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9" name="Picture 18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4317063"/>
            <a:ext cx="830659" cy="2705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4988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1" name="Picture 20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4317063"/>
            <a:ext cx="683514" cy="27055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2564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4317063"/>
            <a:ext cx="842525" cy="2705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99153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4317063"/>
            <a:ext cx="989671" cy="2705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22886" y="41925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649724"/>
            <a:ext cx="14021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20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distance around a figure: the sum of all its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height of a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a corner straight to the opposite side, meeting it at a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straight-line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length of the one segment between two points — on a map, straight across, not along the streets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Perimeter: every side — a slanted one by its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31351b3fe50c9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5129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82475" y="4629777"/>
            <a:ext cx="2402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slanted side:  </a:t>
            </a:r>
          </a:p>
        </p:txBody>
      </p:sp>
      <p:pic>
        <p:nvPicPr>
          <p:cNvPr id="12" name="Picture 11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24" y="4687086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8211" y="4629777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374" y="4746109"/>
            <a:ext cx="662670" cy="241458"/>
          </a:xfrm>
          <a:prstGeom prst="rect">
            <a:avLst/>
          </a:prstGeom>
        </p:spPr>
      </p:pic>
      <p:pic>
        <p:nvPicPr>
          <p:cNvPr id="15" name="Picture 14" descr="773f0a6bae0a0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780" y="5396730"/>
            <a:ext cx="27279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Along the streets, or straight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6df1d0e66359e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8769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78806" y="4993739"/>
            <a:ext cx="1569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2" name="Picture 11" descr="eab0f25709b4c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929" y="5104705"/>
            <a:ext cx="1387046" cy="24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7975" y="49937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606" y="5679539"/>
            <a:ext cx="1730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5" name="Picture 14" descr="9b4c53d9bae6f4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689" y="5736847"/>
            <a:ext cx="2623851" cy="300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97541" y="56795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0137bb391ff62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04" y="5793188"/>
            <a:ext cx="850471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6176" y="56795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No right angle: split it — and round once, at the 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b174812ddca1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59" y="1993392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1518" y="4179101"/>
            <a:ext cx="32763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each slanted side:  </a:t>
            </a:r>
          </a:p>
        </p:txBody>
      </p:sp>
      <p:pic>
        <p:nvPicPr>
          <p:cNvPr id="12" name="Picture 11" descr="924c351cdfb9db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9" y="4236410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41396" y="4179101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accfca2019880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59" y="4197096"/>
            <a:ext cx="2390441" cy="421211"/>
          </a:xfrm>
          <a:prstGeom prst="rect">
            <a:avLst/>
          </a:prstGeom>
        </p:spPr>
      </p:pic>
      <p:pic>
        <p:nvPicPr>
          <p:cNvPr id="15" name="Picture 14" descr="b83bb1fe416223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676" y="4947872"/>
            <a:ext cx="591616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642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Round once, at the end: 6 + 5.8 + 5.8 = 17.6 is short.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1299" y="1440180"/>
            <a:ext cx="3987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DEF has corners </a:t>
            </a:r>
          </a:p>
        </p:txBody>
      </p:sp>
      <p:pic>
        <p:nvPicPr>
          <p:cNvPr id="9" name="Picture 8" descr="22e665c31af511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22" y="1560195"/>
            <a:ext cx="12654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7614" y="144018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c7c83211ba327c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20" y="1560195"/>
            <a:ext cx="104260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71226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a02078d08fa46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733" y="1557718"/>
            <a:ext cx="859345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4707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5" name="Picture 14" descr="g10f73fa5acbaad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675" y="2148840"/>
            <a:ext cx="2586168" cy="3163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89cc993aa9783d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45864" cy="353568"/>
          </a:xfrm>
          <a:prstGeom prst="rect">
            <a:avLst/>
          </a:prstGeom>
        </p:spPr>
      </p:pic>
      <p:pic>
        <p:nvPicPr>
          <p:cNvPr id="9" name="Picture 8" descr="78be168ada708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504944" cy="408432"/>
          </a:xfrm>
          <a:prstGeom prst="rect">
            <a:avLst/>
          </a:prstGeom>
        </p:spPr>
      </p:pic>
      <p:pic>
        <p:nvPicPr>
          <p:cNvPr id="10" name="Picture 9" descr="fbb19df952207e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297484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units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db67e819f9f41b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99" y="2238929"/>
            <a:ext cx="105746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3064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2e3ad8100f4a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71" y="2238929"/>
            <a:ext cx="894016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8087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594" y="2238929"/>
            <a:ext cx="718185" cy="2798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2779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4f803786a8d17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84" y="2236453"/>
            <a:ext cx="105994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1826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40347752cc7e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32" y="2236453"/>
            <a:ext cx="896493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9325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5863a5afd993e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832" y="2236453"/>
            <a:ext cx="720661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6494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290" y="28753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dd377e872e9d4e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091" y="3005978"/>
            <a:ext cx="1442180" cy="270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3271" y="2875390"/>
            <a:ext cx="1119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b75662d7fd6f12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034" y="3008311"/>
            <a:ext cx="1563528" cy="268366"/>
          </a:xfrm>
          <a:prstGeom prst="rect">
            <a:avLst/>
          </a:prstGeom>
        </p:spPr>
      </p:pic>
      <p:pic>
        <p:nvPicPr>
          <p:cNvPr id="19" name="Picture 18" descr="2899ab4d0ffda9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154" y="3464511"/>
            <a:ext cx="242925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58410" y="33783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869a797ec94ec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687" y="3513279"/>
            <a:ext cx="725424" cy="213360"/>
          </a:xfrm>
          <a:prstGeom prst="rect">
            <a:avLst/>
          </a:prstGeom>
        </p:spPr>
      </p:pic>
      <p:pic>
        <p:nvPicPr>
          <p:cNvPr id="22" name="Picture 21" descr="b1b8042aeba401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154" y="4016199"/>
            <a:ext cx="2380488" cy="213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8496" y="1591967"/>
            <a:ext cx="6874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Ana's home H is at </a:t>
            </a:r>
          </a:p>
        </p:txBody>
      </p:sp>
      <p:pic>
        <p:nvPicPr>
          <p:cNvPr id="9" name="Picture 8" descr="88254de881d2b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464" y="1711982"/>
            <a:ext cx="1047559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5254" y="2277767"/>
            <a:ext cx="2899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gym G at </a:t>
            </a:r>
          </a:p>
        </p:txBody>
      </p:sp>
      <p:pic>
        <p:nvPicPr>
          <p:cNvPr id="11" name="Picture 10" descr="d3f3db88036135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22" y="2400259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3124" y="2277767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dc0aefe51d8e6f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19" y="2986427"/>
            <a:ext cx="2926080" cy="20519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675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along the streets? In a straight line, to the nearest tenth?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1ffce193f7975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51960" cy="350520"/>
          </a:xfrm>
          <a:prstGeom prst="rect">
            <a:avLst/>
          </a:prstGeom>
        </p:spPr>
      </p:pic>
      <p:pic>
        <p:nvPicPr>
          <p:cNvPr id="9" name="Picture 8" descr="13d4e50efd4c3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5080"/>
            <a:ext cx="1530096" cy="277368"/>
          </a:xfrm>
          <a:prstGeom prst="rect">
            <a:avLst/>
          </a:prstGeom>
        </p:spPr>
      </p:pic>
      <p:pic>
        <p:nvPicPr>
          <p:cNvPr id="10" name="Picture 9" descr="5fa77f02f7f5d3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6767"/>
            <a:ext cx="566318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blocks along the streets; about 8.6 blocks straight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1605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c24bc71b07f68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468" y="1699831"/>
            <a:ext cx="90144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7218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1f008430d4b70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42" y="2383155"/>
            <a:ext cx="107727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1320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367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66fd2bf88109e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30" y="1697355"/>
            <a:ext cx="90392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5980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000ce6e896ac2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804" y="2380678"/>
            <a:ext cx="107975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2558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904" y="35611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04" y="3701112"/>
            <a:ext cx="142351" cy="2100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7055" y="3561190"/>
            <a:ext cx="155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f881daf22278d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90" y="3701112"/>
            <a:ext cx="142351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7042" y="3561190"/>
            <a:ext cx="1753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 streets  </a:t>
            </a:r>
          </a:p>
        </p:txBody>
      </p:sp>
      <p:pic>
        <p:nvPicPr>
          <p:cNvPr id="19" name="Picture 18" descr="9ff67c01493767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804" y="3698779"/>
            <a:ext cx="1162145" cy="2123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27904" y="4064110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21" name="Picture 20" descr="e5ca82a6025d91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262" y="4152692"/>
            <a:ext cx="1934575" cy="2613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838" y="40641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d3e2c57dc9fe8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15" y="4120022"/>
            <a:ext cx="1752552" cy="3663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3561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blocks along the streets; about 8.5 blocks straight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0d0db1d29ad2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9198"/>
            <a:ext cx="128035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5088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8758c2952ccb3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94" y="1969198"/>
            <a:ext cx="107232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08418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4665787323d98f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25" y="1969198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2141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071986"/>
            <a:ext cx="3840480" cy="20374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9292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3b86c9ea95c8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6722"/>
            <a:ext cx="1282827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756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32135da6d8c75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70" y="1966722"/>
            <a:ext cx="107480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3371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c98c87b1cfc68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878" y="1966722"/>
            <a:ext cx="901446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3132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853" y="3071986"/>
            <a:ext cx="3840480" cy="2037475"/>
          </a:xfrm>
          <a:prstGeom prst="rect">
            <a:avLst/>
          </a:prstGeom>
        </p:spPr>
      </p:pic>
      <p:pic>
        <p:nvPicPr>
          <p:cNvPr id="17" name="Picture 16" descr="2ad16f491f3a9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17" y="3497221"/>
            <a:ext cx="1563624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6341" y="335920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bea86e4d3b7a25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618" y="3497221"/>
            <a:ext cx="1408176" cy="265176"/>
          </a:xfrm>
          <a:prstGeom prst="rect">
            <a:avLst/>
          </a:prstGeom>
        </p:spPr>
      </p:pic>
      <p:pic>
        <p:nvPicPr>
          <p:cNvPr id="20" name="Picture 19" descr="b5a3055c75d2f9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717" y="3948325"/>
            <a:ext cx="2429256" cy="262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11973" y="386212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2" name="Picture 21" descr="323e35a470aba2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4250" y="3997093"/>
            <a:ext cx="719328" cy="213360"/>
          </a:xfrm>
          <a:prstGeom prst="rect">
            <a:avLst/>
          </a:prstGeom>
        </p:spPr>
      </p:pic>
      <p:pic>
        <p:nvPicPr>
          <p:cNvPr id="23" name="Picture 22" descr="b0cd45a756bbf01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717" y="4500013"/>
            <a:ext cx="2383536" cy="213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539292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units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4151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663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9a6c540b81771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39" y="1971675"/>
            <a:ext cx="87915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679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1f888c65bc7e46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03" y="1971675"/>
            <a:ext cx="681037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434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1675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910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b732eb947b17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5" y="1969198"/>
            <a:ext cx="88163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1749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dfcee36a543c9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256" y="1969198"/>
            <a:ext cx="68351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17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pic>
        <p:nvPicPr>
          <p:cNvPr id="16" name="Picture 15" descr="4ecb7174b2f126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73" y="3260295"/>
            <a:ext cx="1402080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89653" y="312227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8" name="Picture 17" descr="6c42fd71d3e069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30" y="3260295"/>
            <a:ext cx="1438656" cy="265176"/>
          </a:xfrm>
          <a:prstGeom prst="rect">
            <a:avLst/>
          </a:prstGeom>
        </p:spPr>
      </p:pic>
      <p:pic>
        <p:nvPicPr>
          <p:cNvPr id="19" name="Picture 18" descr="9fdb8650e92ba2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573" y="3711399"/>
            <a:ext cx="2066543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411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6af8d51231c004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394" y="3680919"/>
            <a:ext cx="1094232" cy="368808"/>
          </a:xfrm>
          <a:prstGeom prst="rect">
            <a:avLst/>
          </a:prstGeom>
        </p:spPr>
      </p:pic>
      <p:pic>
        <p:nvPicPr>
          <p:cNvPr id="22" name="Picture 21" descr="95a936965c2fc4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73" y="4183839"/>
            <a:ext cx="284073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22.8 units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73f75574cb7fd7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9198"/>
            <a:ext cx="130511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594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a9c39dd178fb7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50" y="1969198"/>
            <a:ext cx="124567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262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9fced5befde40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635" y="1969198"/>
            <a:ext cx="88906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2699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7e2e8b59de7d1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664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e5fb5ae81ad866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6722"/>
            <a:ext cx="130759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8420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940cccf337b19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26" y="1966722"/>
            <a:ext cx="1248156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758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04b6b4f9e2e5e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588" y="1966722"/>
            <a:ext cx="89154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0128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1596dfd5ae91f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718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6428" y="3195629"/>
            <a:ext cx="3354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height from C to </a:t>
            </a:r>
          </a:p>
        </p:txBody>
      </p:sp>
      <p:pic>
        <p:nvPicPr>
          <p:cNvPr id="18" name="Picture 17" descr="a9e697a44b5878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801" y="3326216"/>
            <a:ext cx="812101" cy="270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5902" y="3195629"/>
            <a:ext cx="4571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940" y="3326216"/>
            <a:ext cx="1563528" cy="270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428" y="3698549"/>
            <a:ext cx="8830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AC:  </a:t>
            </a:r>
          </a:p>
        </p:txBody>
      </p:sp>
      <p:pic>
        <p:nvPicPr>
          <p:cNvPr id="22" name="Picture 21" descr="f99e1e60b05ca13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296" y="3787131"/>
            <a:ext cx="2310288" cy="261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02585" y="369854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4" name="Picture 23" descr="d65cbda9bdc0017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4862" y="3836137"/>
            <a:ext cx="718756" cy="2123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46428" y="4201469"/>
            <a:ext cx="8833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BC:  </a:t>
            </a:r>
          </a:p>
        </p:txBody>
      </p:sp>
      <p:pic>
        <p:nvPicPr>
          <p:cNvPr id="26" name="Picture 25" descr="4d8caafc7f3b64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2596" y="4290051"/>
            <a:ext cx="2314956" cy="2613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07552" y="420146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8" name="Picture 27" descr="de21a50ad46b70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9829" y="4339057"/>
            <a:ext cx="723423" cy="212359"/>
          </a:xfrm>
          <a:prstGeom prst="rect">
            <a:avLst/>
          </a:prstGeom>
        </p:spPr>
      </p:pic>
      <p:pic>
        <p:nvPicPr>
          <p:cNvPr id="29" name="Picture 28" descr="b5e1abcfea899ec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1292" y="4839358"/>
            <a:ext cx="2566416" cy="213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 units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8267466ea736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1215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9f134f801c00f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55" y="2510773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4169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7c815d6c4c3d1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31" y="2510773"/>
            <a:ext cx="894016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5648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19.1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551393e40b0172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08296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369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53bf76273dd0f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31" y="2508296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9122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22905f4670dbbc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584" y="2508296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13077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5" name="Picture 14" descr="266f276499f02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61" y="3259867"/>
            <a:ext cx="165687" cy="2076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3448" y="3122278"/>
            <a:ext cx="9691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a758a03a2f4a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442" y="3259867"/>
            <a:ext cx="135350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00792" y="3122278"/>
            <a:ext cx="2153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on grid lines</a:t>
            </a:r>
          </a:p>
        </p:txBody>
      </p:sp>
      <p:pic>
        <p:nvPicPr>
          <p:cNvPr id="19" name="Picture 18" descr="750acb3136d72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761" y="3711399"/>
            <a:ext cx="209397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6173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ba45acd94f9f2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014" y="3680919"/>
            <a:ext cx="1103376" cy="368808"/>
          </a:xfrm>
          <a:prstGeom prst="rect">
            <a:avLst/>
          </a:prstGeom>
        </p:spPr>
      </p:pic>
      <p:pic>
        <p:nvPicPr>
          <p:cNvPr id="22" name="Picture 21" descr="3da6e9a4942ea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7761" y="4183839"/>
            <a:ext cx="281025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19.1 units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0f55939e83f868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71675"/>
            <a:ext cx="1037653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e6f553610f618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6799"/>
            <a:ext cx="718185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73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5829683f873a4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69198"/>
            <a:ext cx="104013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4536ab029dd41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4323"/>
            <a:ext cx="720661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420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412" y="3734926"/>
            <a:ext cx="14907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5" name="Picture 14" descr="9c44261c617b9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03" y="3870181"/>
            <a:ext cx="1309163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91412" y="4237846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7" name="Picture 16" descr="66901e8dbd0d7c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771" y="4326428"/>
            <a:ext cx="2429303" cy="2613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26074" y="4237846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d65cbda9bdc001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352" y="4375435"/>
            <a:ext cx="718756" cy="212359"/>
          </a:xfrm>
          <a:prstGeom prst="rect">
            <a:avLst/>
          </a:prstGeom>
        </p:spPr>
      </p:pic>
      <p:pic>
        <p:nvPicPr>
          <p:cNvPr id="20" name="Picture 19" descr="50b2058d54e97c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276" y="4875735"/>
            <a:ext cx="1319784" cy="21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blocks shorter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3249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4288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c58404344209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728" y="2508296"/>
            <a:ext cx="896493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022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5be363abca88bd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661" y="2508296"/>
            <a:ext cx="703326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2298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a073f0616c6f53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450" y="2513249"/>
            <a:ext cx="876681" cy="2798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67131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676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a9d5ba6f1da89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04" y="2505820"/>
            <a:ext cx="898969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517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1f63a00e4aba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614" y="2505820"/>
            <a:ext cx="705802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041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c4d9a797873976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879" y="2510773"/>
            <a:ext cx="879157" cy="2823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7037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721" y="3122278"/>
            <a:ext cx="1328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sides  </a:t>
            </a:r>
          </a:p>
        </p:txBody>
      </p:sp>
      <p:pic>
        <p:nvPicPr>
          <p:cNvPr id="18" name="Picture 17" descr="b3de44e021298e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452" y="3234863"/>
            <a:ext cx="1668399" cy="3204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4851" y="3122278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0" name="Picture 19" descr="f976dc64324c8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993" y="3237626"/>
            <a:ext cx="1875567" cy="317658"/>
          </a:xfrm>
          <a:prstGeom prst="rect">
            <a:avLst/>
          </a:prstGeom>
        </p:spPr>
      </p:pic>
      <p:pic>
        <p:nvPicPr>
          <p:cNvPr id="21" name="Picture 20" descr="f26d83ebda2082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585" y="3729782"/>
            <a:ext cx="2871216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0801" y="3661774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ff28beca06f781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686" y="3781598"/>
            <a:ext cx="853440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15 units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6cd0cd2d13a38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71675"/>
            <a:ext cx="87915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51bb3a4fad71c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6799"/>
            <a:ext cx="88906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3924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2247b49f98365d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69198"/>
            <a:ext cx="88163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18162535f5be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4323"/>
            <a:ext cx="891540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640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593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dd377e872e9d4e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360" y="3847511"/>
            <a:ext cx="1707070" cy="3204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5430" y="3734926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101" y="3850274"/>
            <a:ext cx="1660112" cy="317658"/>
          </a:xfrm>
          <a:prstGeom prst="rect">
            <a:avLst/>
          </a:prstGeom>
        </p:spPr>
      </p:pic>
      <p:pic>
        <p:nvPicPr>
          <p:cNvPr id="18" name="Picture 17" descr="91cf07a762e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457" y="4353098"/>
            <a:ext cx="266090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65361" y="428509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b009dc32ba55e7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247" y="4297282"/>
            <a:ext cx="2459736" cy="432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672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√106 ≈ 10.3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8f59a1bbce1b0e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9198"/>
            <a:ext cx="105003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4416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64a0bcb964d3ac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81846"/>
            <a:ext cx="693420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6966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c10c7ade43b947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95" y="2584323"/>
            <a:ext cx="876681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317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22f8e5064804e9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6722"/>
            <a:ext cx="105251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6892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560793fe7d3f04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79370"/>
            <a:ext cx="695896" cy="287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9442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49c8c6e822b84b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972" y="2581846"/>
            <a:ext cx="879157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8129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151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8" name="Picture 17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918" y="3850274"/>
            <a:ext cx="1660112" cy="3176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34030" y="373492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947" y="3847511"/>
            <a:ext cx="1850707" cy="320421"/>
          </a:xfrm>
          <a:prstGeom prst="rect">
            <a:avLst/>
          </a:prstGeom>
        </p:spPr>
      </p:pic>
      <p:pic>
        <p:nvPicPr>
          <p:cNvPr id="21" name="Picture 20" descr="bad877a561fe21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015" y="4342430"/>
            <a:ext cx="287426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64279" y="4274422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09a1ea0ee626ec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65" y="4394246"/>
            <a:ext cx="847344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71675"/>
            <a:ext cx="7280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6964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52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5707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9ebcc4ac7047e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69198"/>
            <a:ext cx="73056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441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29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0660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749" y="366137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515" y="3785011"/>
            <a:ext cx="168497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30013" y="366137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dcd07b346f0b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0" y="3779486"/>
            <a:ext cx="124301" cy="248602"/>
          </a:xfrm>
          <a:prstGeom prst="rect">
            <a:avLst/>
          </a:prstGeom>
        </p:spPr>
      </p:pic>
      <p:pic>
        <p:nvPicPr>
          <p:cNvPr id="19" name="Picture 18" descr="cb8915871a8227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613" y="4279549"/>
            <a:ext cx="2060448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8061" y="421154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8e57f85f0236f1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946" y="4223732"/>
            <a:ext cx="2072640" cy="4328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7937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it is the hypotenuse of a triangle with legs 3 and 1, √10 ≈ 3.2 units.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0" name="Picture 9" descr="a5b6d05fd7f41c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512" y="1572039"/>
            <a:ext cx="873715" cy="2316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8228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f03a5612a3e3a0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15" y="1570780"/>
            <a:ext cx="715087" cy="23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9402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47befe413b734b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489" y="1570780"/>
            <a:ext cx="715087" cy="234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576" y="1499019"/>
            <a:ext cx="27976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It has no right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66953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8" name="Picture 17" descr="98ab927d307ba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12" y="2038714"/>
            <a:ext cx="725158" cy="2341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9671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1b12795c360466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758" y="2038714"/>
            <a:ext cx="556458" cy="23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217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3c68a2fc1886b1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303" y="2038714"/>
            <a:ext cx="737748" cy="2341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56052" y="1966953"/>
            <a:ext cx="272697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434888"/>
            <a:ext cx="494270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parallelogram </a:t>
            </a:r>
          </a:p>
        </p:txBody>
      </p:sp>
      <p:pic>
        <p:nvPicPr>
          <p:cNvPr id="26" name="Picture 25" descr="5fb9e783455f43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024" y="2507907"/>
            <a:ext cx="893859" cy="231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3883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8" name="Picture 27" descr="401a08bf02b2db9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9970" y="2506648"/>
            <a:ext cx="725158" cy="2341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85129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0" name="Picture 29" descr="d02d33295232874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215" y="2507907"/>
            <a:ext cx="566530" cy="231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57746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2" name="Picture 31" descr="2d42b3e817eed69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832" y="2506648"/>
            <a:ext cx="556458" cy="2341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20291" y="2434888"/>
            <a:ext cx="265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90282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02822"/>
            <a:ext cx="450903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blocks, Kai's home is at </a:t>
            </a:r>
          </a:p>
        </p:txBody>
      </p:sp>
      <p:pic>
        <p:nvPicPr>
          <p:cNvPr id="36" name="Picture 35" descr="324b66480ae87fb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350" y="2974582"/>
            <a:ext cx="878751" cy="23416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05102" y="2902822"/>
            <a:ext cx="23294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his school at </a:t>
            </a:r>
          </a:p>
        </p:txBody>
      </p:sp>
      <p:pic>
        <p:nvPicPr>
          <p:cNvPr id="38" name="Picture 37" descr="4b06abb07817386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7365" y="2975841"/>
            <a:ext cx="564012" cy="2316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1377" y="2902822"/>
            <a:ext cx="16391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much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70172"/>
            <a:ext cx="52734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shorter is the straight line than the streets?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738106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3738106"/>
            <a:ext cx="38841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miles, a dock is at </a:t>
            </a:r>
          </a:p>
        </p:txBody>
      </p:sp>
      <p:pic>
        <p:nvPicPr>
          <p:cNvPr id="43" name="Picture 42" descr="ede51becaffdb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1443" y="3811126"/>
            <a:ext cx="732712" cy="2316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4156" y="3738106"/>
            <a:ext cx="224344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an island at </a:t>
            </a:r>
          </a:p>
        </p:txBody>
      </p:sp>
      <p:pic>
        <p:nvPicPr>
          <p:cNvPr id="45" name="Picture 44" descr="383f37ada98a346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443" y="3811126"/>
            <a:ext cx="720123" cy="2316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860566" y="3738106"/>
            <a:ext cx="251800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far apart are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105457"/>
            <a:ext cx="33147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they, to the nearest tenth?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339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573391"/>
            <a:ext cx="30600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has corners </a:t>
            </a:r>
          </a:p>
        </p:txBody>
      </p:sp>
      <p:pic>
        <p:nvPicPr>
          <p:cNvPr id="50" name="Picture 49" descr="322e6c6f3990ed6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7358" y="4645152"/>
            <a:ext cx="866162" cy="2341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4352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2" name="Picture 51" descr="6d96e9ef855f92f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9607" y="4645152"/>
            <a:ext cx="720123" cy="23416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973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4" name="Picture 53" descr="aee1254e09a8849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5817" y="4645152"/>
            <a:ext cx="715087" cy="2341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90904" y="4573391"/>
            <a:ext cx="79885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56" name="Picture 55" descr="3c9a30b1926c47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2595" y="4645152"/>
            <a:ext cx="861126" cy="23416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13721" y="4573391"/>
            <a:ext cx="197782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long is a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4940741"/>
            <a:ext cx="137644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diagonal?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perimeter — VGE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