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4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Relationship Id="rId9" Type="http://schemas.openxmlformats.org/officeDocument/2006/relationships/image" Target="../media/image61.png"/><Relationship Id="rId10" Type="http://schemas.openxmlformats.org/officeDocument/2006/relationships/image" Target="../media/image6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77.png"/><Relationship Id="rId6" Type="http://schemas.openxmlformats.org/officeDocument/2006/relationships/image" Target="../media/image81.png"/><Relationship Id="rId7" Type="http://schemas.openxmlformats.org/officeDocument/2006/relationships/image" Target="../media/image82.png"/><Relationship Id="rId8" Type="http://schemas.openxmlformats.org/officeDocument/2006/relationships/image" Target="../media/image83.png"/><Relationship Id="rId9" Type="http://schemas.openxmlformats.org/officeDocument/2006/relationships/image" Target="../media/image84.png"/><Relationship Id="rId10" Type="http://schemas.openxmlformats.org/officeDocument/2006/relationships/image" Target="../media/image8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Relationship Id="rId4" Type="http://schemas.openxmlformats.org/officeDocument/2006/relationships/image" Target="../media/image91.png"/><Relationship Id="rId5" Type="http://schemas.openxmlformats.org/officeDocument/2006/relationships/image" Target="../media/image92.png"/><Relationship Id="rId6" Type="http://schemas.openxmlformats.org/officeDocument/2006/relationships/image" Target="../media/image93.png"/><Relationship Id="rId7" Type="http://schemas.openxmlformats.org/officeDocument/2006/relationships/image" Target="../media/image94.png"/><Relationship Id="rId8" Type="http://schemas.openxmlformats.org/officeDocument/2006/relationships/image" Target="../media/image95.png"/><Relationship Id="rId9" Type="http://schemas.openxmlformats.org/officeDocument/2006/relationships/image" Target="../media/image9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image" Target="../media/image9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Relationship Id="rId4" Type="http://schemas.openxmlformats.org/officeDocument/2006/relationships/image" Target="../media/image101.png"/><Relationship Id="rId5" Type="http://schemas.openxmlformats.org/officeDocument/2006/relationships/image" Target="../media/image102.png"/><Relationship Id="rId6" Type="http://schemas.openxmlformats.org/officeDocument/2006/relationships/image" Target="../media/image82.png"/><Relationship Id="rId7" Type="http://schemas.openxmlformats.org/officeDocument/2006/relationships/image" Target="../media/image10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Relationship Id="rId6" Type="http://schemas.openxmlformats.org/officeDocument/2006/relationships/image" Target="../media/image110.png"/><Relationship Id="rId7" Type="http://schemas.openxmlformats.org/officeDocument/2006/relationships/image" Target="../media/image111.png"/><Relationship Id="rId8" Type="http://schemas.openxmlformats.org/officeDocument/2006/relationships/image" Target="../media/image112.png"/><Relationship Id="rId9" Type="http://schemas.openxmlformats.org/officeDocument/2006/relationships/image" Target="../media/image1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Relationship Id="rId4" Type="http://schemas.openxmlformats.org/officeDocument/2006/relationships/image" Target="../media/image31.png"/><Relationship Id="rId5" Type="http://schemas.openxmlformats.org/officeDocument/2006/relationships/image" Target="../media/image118.png"/><Relationship Id="rId6" Type="http://schemas.openxmlformats.org/officeDocument/2006/relationships/image" Target="../media/image119.png"/><Relationship Id="rId7" Type="http://schemas.openxmlformats.org/officeDocument/2006/relationships/image" Target="../media/image1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Relationship Id="rId5" Type="http://schemas.openxmlformats.org/officeDocument/2006/relationships/image" Target="../media/image118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Relationship Id="rId3" Type="http://schemas.openxmlformats.org/officeDocument/2006/relationships/image" Target="../media/image1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Relationship Id="rId3" Type="http://schemas.openxmlformats.org/officeDocument/2006/relationships/image" Target="../media/image133.png"/><Relationship Id="rId4" Type="http://schemas.openxmlformats.org/officeDocument/2006/relationships/image" Target="../media/image46.png"/><Relationship Id="rId5" Type="http://schemas.openxmlformats.org/officeDocument/2006/relationships/image" Target="../media/image134.png"/><Relationship Id="rId6" Type="http://schemas.openxmlformats.org/officeDocument/2006/relationships/image" Target="../media/image135.png"/><Relationship Id="rId7" Type="http://schemas.openxmlformats.org/officeDocument/2006/relationships/image" Target="../media/image1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8.png"/><Relationship Id="rId4" Type="http://schemas.openxmlformats.org/officeDocument/2006/relationships/image" Target="../media/image139.png"/><Relationship Id="rId5" Type="http://schemas.openxmlformats.org/officeDocument/2006/relationships/image" Target="../media/image140.png"/><Relationship Id="rId6" Type="http://schemas.openxmlformats.org/officeDocument/2006/relationships/image" Target="../media/image141.png"/><Relationship Id="rId7" Type="http://schemas.openxmlformats.org/officeDocument/2006/relationships/image" Target="../media/image142.png"/><Relationship Id="rId8" Type="http://schemas.openxmlformats.org/officeDocument/2006/relationships/image" Target="../media/image143.png"/><Relationship Id="rId9" Type="http://schemas.openxmlformats.org/officeDocument/2006/relationships/image" Target="../media/image144.png"/><Relationship Id="rId10" Type="http://schemas.openxmlformats.org/officeDocument/2006/relationships/image" Target="../media/image145.png"/><Relationship Id="rId11" Type="http://schemas.openxmlformats.org/officeDocument/2006/relationships/image" Target="../media/image146.png"/><Relationship Id="rId12" Type="http://schemas.openxmlformats.org/officeDocument/2006/relationships/image" Target="../media/image147.png"/><Relationship Id="rId13" Type="http://schemas.openxmlformats.org/officeDocument/2006/relationships/image" Target="../media/image148.png"/><Relationship Id="rId14" Type="http://schemas.openxmlformats.org/officeDocument/2006/relationships/image" Target="../media/image149.png"/><Relationship Id="rId15" Type="http://schemas.openxmlformats.org/officeDocument/2006/relationships/image" Target="../media/image150.png"/><Relationship Id="rId16" Type="http://schemas.openxmlformats.org/officeDocument/2006/relationships/image" Target="../media/image151.png"/><Relationship Id="rId17" Type="http://schemas.openxmlformats.org/officeDocument/2006/relationships/image" Target="../media/image152.png"/><Relationship Id="rId18" Type="http://schemas.openxmlformats.org/officeDocument/2006/relationships/image" Target="../media/image153.png"/><Relationship Id="rId19" Type="http://schemas.openxmlformats.org/officeDocument/2006/relationships/image" Target="../media/image15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Coordinate-Plane Problems; Perimeter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of a figure on the coordinate plane, and a straight-line distance on a map.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1e5bf0a274377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115456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68433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17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2277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6" name="Picture 15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3402663"/>
            <a:ext cx="830659" cy="27055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04988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8" name="Picture 17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3402663"/>
            <a:ext cx="683514" cy="2705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2564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ea0772b8c1a16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3402663"/>
            <a:ext cx="954071" cy="2705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0698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3a95cfae893827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761" y="3402663"/>
            <a:ext cx="1101217" cy="2705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45978" y="32781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1e5bf0a274377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115456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68433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17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2277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4389" y="1440180"/>
            <a:ext cx="1405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 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510028"/>
            <a:ext cx="19095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√53 ≈ 7.3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579876"/>
            <a:ext cx="10191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75 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1925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9" name="Picture 18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4317063"/>
            <a:ext cx="830659" cy="2705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04988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1" name="Picture 20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4317063"/>
            <a:ext cx="683514" cy="27055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22564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ea0772b8c1a16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4317063"/>
            <a:ext cx="954071" cy="27055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10698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3a95cfae893827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761" y="4317063"/>
            <a:ext cx="1101217" cy="27055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45978" y="41925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4649724"/>
            <a:ext cx="14021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20 units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distance around a figure: the sum of all its sides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height of a triangle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a corner straight to the opposite side, meeting it at a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straight-line 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length of the one segment between two points — on a map, straight across, not along the streets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Perimeter: every side — a slanted one by its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31351b3fe50c96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5129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82475" y="4629777"/>
            <a:ext cx="2402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slanted side:  </a:t>
            </a:r>
          </a:p>
        </p:txBody>
      </p:sp>
      <p:pic>
        <p:nvPicPr>
          <p:cNvPr id="12" name="Picture 11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524" y="4687086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8211" y="4629777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374" y="4746109"/>
            <a:ext cx="662670" cy="241458"/>
          </a:xfrm>
          <a:prstGeom prst="rect">
            <a:avLst/>
          </a:prstGeom>
        </p:spPr>
      </p:pic>
      <p:pic>
        <p:nvPicPr>
          <p:cNvPr id="15" name="Picture 14" descr="773f0a6bae0a03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780" y="5396730"/>
            <a:ext cx="27279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Along the streets, or straight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6df1d0e66359e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8769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78806" y="4993739"/>
            <a:ext cx="1569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2" name="Picture 11" descr="eab0f25709b4c0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929" y="5104705"/>
            <a:ext cx="1387046" cy="244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97975" y="49937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0606" y="5679539"/>
            <a:ext cx="1730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5" name="Picture 14" descr="9b4c53d9bae6f4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689" y="5736847"/>
            <a:ext cx="2623851" cy="3004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97541" y="56795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0137bb391ff62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5704" y="5793188"/>
            <a:ext cx="850471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196176" y="56795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No right angle: split it — and round once, at the end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9b174812ddca13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59" y="1993392"/>
            <a:ext cx="2057400" cy="2057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81518" y="4179101"/>
            <a:ext cx="32763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each slanted side:  </a:t>
            </a:r>
          </a:p>
        </p:txBody>
      </p:sp>
      <p:pic>
        <p:nvPicPr>
          <p:cNvPr id="12" name="Picture 11" descr="924c351cdfb9db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9" y="4236410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41396" y="4179101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accfca2019880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9559" y="4197096"/>
            <a:ext cx="2390441" cy="421211"/>
          </a:xfrm>
          <a:prstGeom prst="rect">
            <a:avLst/>
          </a:prstGeom>
        </p:spPr>
      </p:pic>
      <p:pic>
        <p:nvPicPr>
          <p:cNvPr id="15" name="Picture 14" descr="b83bb1fe4162237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2676" y="4947872"/>
            <a:ext cx="591616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64243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Round once, at the end: 6 + 5.8 + 5.8 = 17.6 is short.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142" y="1440180"/>
            <a:ext cx="39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DEF has corners </a:t>
            </a:r>
          </a:p>
        </p:txBody>
      </p:sp>
      <p:pic>
        <p:nvPicPr>
          <p:cNvPr id="9" name="Picture 8" descr="2b82d6ff52fd29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6965" y="1560195"/>
            <a:ext cx="138188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88852" y="144018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168aa1b708cf3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858" y="1560195"/>
            <a:ext cx="115652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8638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a02078d08fa46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891" y="1557718"/>
            <a:ext cx="859345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16223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5" name="Picture 14" descr="g10f73fa5acbaad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7675" y="2148840"/>
            <a:ext cx="2586168" cy="31638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89cc993aa9783d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45864" cy="353568"/>
          </a:xfrm>
          <a:prstGeom prst="rect">
            <a:avLst/>
          </a:prstGeom>
        </p:spPr>
      </p:pic>
      <p:pic>
        <p:nvPicPr>
          <p:cNvPr id="9" name="Picture 8" descr="78be168ada708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504944" cy="408432"/>
          </a:xfrm>
          <a:prstGeom prst="rect">
            <a:avLst/>
          </a:prstGeom>
        </p:spPr>
      </p:pic>
      <p:pic>
        <p:nvPicPr>
          <p:cNvPr id="10" name="Picture 9" descr="fbb19df952207e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297484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units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f7637bf1f23e2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0442" y="2238929"/>
            <a:ext cx="1173861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4303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c53dc4ab84ce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309" y="2238929"/>
            <a:ext cx="1007935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3244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afbf59c4acfdfe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751" y="2238929"/>
            <a:ext cx="718185" cy="2798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87936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0885c1628ecce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727" y="2236453"/>
            <a:ext cx="117633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3064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e1561ae894e4e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071" y="2236453"/>
            <a:ext cx="101041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4483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e5863a5afd993e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0989" y="2236453"/>
            <a:ext cx="720661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91651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290" y="28753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dd377e872e9d4e4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1091" y="3005978"/>
            <a:ext cx="1442180" cy="2707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43271" y="2875390"/>
            <a:ext cx="1119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b75662d7fd6f12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6034" y="3008311"/>
            <a:ext cx="1563528" cy="268366"/>
          </a:xfrm>
          <a:prstGeom prst="rect">
            <a:avLst/>
          </a:prstGeom>
        </p:spPr>
      </p:pic>
      <p:pic>
        <p:nvPicPr>
          <p:cNvPr id="19" name="Picture 18" descr="2899ab4d0ffda9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9154" y="3464511"/>
            <a:ext cx="242925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58410" y="33783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869a797ec94ecf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0687" y="3513279"/>
            <a:ext cx="725424" cy="213360"/>
          </a:xfrm>
          <a:prstGeom prst="rect">
            <a:avLst/>
          </a:prstGeom>
        </p:spPr>
      </p:pic>
      <p:pic>
        <p:nvPicPr>
          <p:cNvPr id="22" name="Picture 21" descr="b1b8042aeba4014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9154" y="4016199"/>
            <a:ext cx="2380488" cy="213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 units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0298" y="1591967"/>
            <a:ext cx="6874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Ana's home H is at </a:t>
            </a:r>
          </a:p>
        </p:txBody>
      </p:sp>
      <p:pic>
        <p:nvPicPr>
          <p:cNvPr id="9" name="Picture 8" descr="7d14c651bb500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266" y="1711982"/>
            <a:ext cx="116395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5254" y="2277767"/>
            <a:ext cx="2899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gym G at </a:t>
            </a:r>
          </a:p>
        </p:txBody>
      </p:sp>
      <p:pic>
        <p:nvPicPr>
          <p:cNvPr id="11" name="Picture 10" descr="d3f3db88036135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7322" y="2400259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43124" y="2277767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dc0aefe51d8e6f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19" y="2986427"/>
            <a:ext cx="2926080" cy="20519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3675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along the streets? In a straight line, to the nearest tenth?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1ffce193f79756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51960" cy="350520"/>
          </a:xfrm>
          <a:prstGeom prst="rect">
            <a:avLst/>
          </a:prstGeom>
        </p:spPr>
      </p:pic>
      <p:pic>
        <p:nvPicPr>
          <p:cNvPr id="9" name="Picture 8" descr="13d4e50efd4c3b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5080"/>
            <a:ext cx="1530096" cy="277368"/>
          </a:xfrm>
          <a:prstGeom prst="rect">
            <a:avLst/>
          </a:prstGeom>
        </p:spPr>
      </p:pic>
      <p:pic>
        <p:nvPicPr>
          <p:cNvPr id="10" name="Picture 9" descr="5fa77f02f7f5d38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6767"/>
            <a:ext cx="5663184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blocks along the streets; about 8.6 blocks straight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1605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c24bc71b07f684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8468" y="1699831"/>
            <a:ext cx="901446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0258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ee337b7924af30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083" y="2383155"/>
            <a:ext cx="1191196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28279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367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66fd2bf88109e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7230" y="1697355"/>
            <a:ext cx="90392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69020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eeb24940e898cd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844" y="2380678"/>
            <a:ext cx="1193673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29517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7904" y="35611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4704" y="3701112"/>
            <a:ext cx="142351" cy="2100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97055" y="3561190"/>
            <a:ext cx="155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f881daf22278d3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4690" y="3701112"/>
            <a:ext cx="142351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57042" y="3561190"/>
            <a:ext cx="1753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 streets  </a:t>
            </a:r>
          </a:p>
        </p:txBody>
      </p:sp>
      <p:pic>
        <p:nvPicPr>
          <p:cNvPr id="19" name="Picture 18" descr="9ff67c01493767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3804" y="3698779"/>
            <a:ext cx="1162145" cy="21235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27904" y="4064110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21" name="Picture 20" descr="e5ca82a6025d91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3262" y="4152692"/>
            <a:ext cx="1934575" cy="26136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67838" y="40641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d3e2c57dc9fe8fb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0115" y="4120022"/>
            <a:ext cx="1752552" cy="36637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3561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blocks along the streets; about 8.5 blocks straight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20651465751a1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9198"/>
            <a:ext cx="139674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1483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6b8c6650b1e42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489" y="1969198"/>
            <a:ext cx="1186243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3873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4665787323d98f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5240" y="1969198"/>
            <a:ext cx="89649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173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3071986"/>
            <a:ext cx="3840480" cy="20374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9292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91e37486c2daf4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6722"/>
            <a:ext cx="1399222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3960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95d3ee67f1492f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966" y="1966722"/>
            <a:ext cx="1188720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368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c98c87b1cfc68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0193" y="1966722"/>
            <a:ext cx="901446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61639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5853" y="3071986"/>
            <a:ext cx="3840480" cy="2037475"/>
          </a:xfrm>
          <a:prstGeom prst="rect">
            <a:avLst/>
          </a:prstGeom>
        </p:spPr>
      </p:pic>
      <p:pic>
        <p:nvPicPr>
          <p:cNvPr id="17" name="Picture 16" descr="2ad16f491f3a9c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717" y="3497221"/>
            <a:ext cx="1563624" cy="2651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46341" y="335920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bea86e4d3b7a25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8618" y="3497221"/>
            <a:ext cx="1408176" cy="265176"/>
          </a:xfrm>
          <a:prstGeom prst="rect">
            <a:avLst/>
          </a:prstGeom>
        </p:spPr>
      </p:pic>
      <p:pic>
        <p:nvPicPr>
          <p:cNvPr id="20" name="Picture 19" descr="b5a3055c75d2f9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2717" y="3948325"/>
            <a:ext cx="2429256" cy="2621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11973" y="386212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323e35a470aba23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4250" y="3997093"/>
            <a:ext cx="719328" cy="213360"/>
          </a:xfrm>
          <a:prstGeom prst="rect">
            <a:avLst/>
          </a:prstGeom>
        </p:spPr>
      </p:pic>
      <p:pic>
        <p:nvPicPr>
          <p:cNvPr id="23" name="Picture 22" descr="b0cd45a756bbf01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82717" y="4500013"/>
            <a:ext cx="2383536" cy="213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539292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units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cddc938f2754fd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4151"/>
            <a:ext cx="1186243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3028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14f1e4fdf2858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4034" y="1971675"/>
            <a:ext cx="995553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958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1f888c65bc7e46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6094" y="1971675"/>
            <a:ext cx="681037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771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766d9171f27c16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1675"/>
            <a:ext cx="118872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5505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561bb298a85bac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6511" y="1969198"/>
            <a:ext cx="99802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8454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dfcee36a543c9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1047" y="1969198"/>
            <a:ext cx="68351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8456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pic>
        <p:nvPicPr>
          <p:cNvPr id="16" name="Picture 15" descr="4ecb7174b2f126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7573" y="3260295"/>
            <a:ext cx="1402080" cy="265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89653" y="312227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8" name="Picture 17" descr="6c42fd71d3e069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930" y="3260295"/>
            <a:ext cx="1438656" cy="265176"/>
          </a:xfrm>
          <a:prstGeom prst="rect">
            <a:avLst/>
          </a:prstGeom>
        </p:spPr>
      </p:pic>
      <p:pic>
        <p:nvPicPr>
          <p:cNvPr id="19" name="Picture 18" descr="9fdb8650e92ba2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7573" y="3711399"/>
            <a:ext cx="2066543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5411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6af8d51231c004d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394" y="3680919"/>
            <a:ext cx="1094232" cy="368808"/>
          </a:xfrm>
          <a:prstGeom prst="rect">
            <a:avLst/>
          </a:prstGeom>
        </p:spPr>
      </p:pic>
      <p:pic>
        <p:nvPicPr>
          <p:cNvPr id="22" name="Picture 21" descr="95a936965c2fc4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7573" y="4183839"/>
            <a:ext cx="284073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22.8 units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d832b4bac9153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9198"/>
            <a:ext cx="141903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0986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973c6edcb7dba7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0869" y="1969198"/>
            <a:ext cx="136207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1294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9fced5befde40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950" y="1969198"/>
            <a:ext cx="88906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43013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7e2e8b59de7d1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664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a9da81e531be71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6722"/>
            <a:ext cx="142151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12339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6c2f1763edcf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345" y="1966722"/>
            <a:ext cx="136455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17897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04b6b4f9e2e5e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8903" y="1966722"/>
            <a:ext cx="89154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50443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7e2e8b59de7d1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5993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45703" y="3447089"/>
            <a:ext cx="8830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AC:  </a:t>
            </a:r>
          </a:p>
        </p:txBody>
      </p:sp>
      <p:pic>
        <p:nvPicPr>
          <p:cNvPr id="18" name="Picture 17" descr="f99e1e60b05ca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571" y="3535671"/>
            <a:ext cx="2310288" cy="2613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01860" y="344708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d65cbda9bdc0017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4137" y="3584677"/>
            <a:ext cx="718756" cy="2123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45703" y="3950009"/>
            <a:ext cx="8833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BC:  </a:t>
            </a:r>
          </a:p>
        </p:txBody>
      </p:sp>
      <p:pic>
        <p:nvPicPr>
          <p:cNvPr id="22" name="Picture 21" descr="4d8caafc7f3b642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871" y="4038591"/>
            <a:ext cx="2314956" cy="261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06827" y="395000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4" name="Picture 23" descr="de21a50ad46b70b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9104" y="4087597"/>
            <a:ext cx="723423" cy="212359"/>
          </a:xfrm>
          <a:prstGeom prst="rect">
            <a:avLst/>
          </a:prstGeom>
        </p:spPr>
      </p:pic>
      <p:pic>
        <p:nvPicPr>
          <p:cNvPr id="25" name="Picture 24" descr="b5e1abcfea899ec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00567" y="4587898"/>
            <a:ext cx="2566416" cy="2133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 units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8267466ea736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1215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89f134f801c00f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55" y="2510773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4169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85355efc44b8aa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1631" y="2510773"/>
            <a:ext cx="1010412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22043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19.1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551393e40b0172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08296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691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53bf76273dd0fe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131" y="2508296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9122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5cac30a7325a50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6584" y="2508296"/>
            <a:ext cx="1012888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29473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5" name="Picture 14" descr="266f276499f02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7761" y="3259867"/>
            <a:ext cx="165687" cy="2076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33448" y="3122278"/>
            <a:ext cx="9691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14a758a03a2f4a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5442" y="3259867"/>
            <a:ext cx="135350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00792" y="3122278"/>
            <a:ext cx="2153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on grid lines</a:t>
            </a:r>
          </a:p>
        </p:txBody>
      </p:sp>
      <p:pic>
        <p:nvPicPr>
          <p:cNvPr id="19" name="Picture 18" descr="750acb3136d728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7761" y="3711399"/>
            <a:ext cx="209397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6173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ba45acd94f9f2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4014" y="3680919"/>
            <a:ext cx="1103376" cy="368808"/>
          </a:xfrm>
          <a:prstGeom prst="rect">
            <a:avLst/>
          </a:prstGeom>
        </p:spPr>
      </p:pic>
      <p:pic>
        <p:nvPicPr>
          <p:cNvPr id="22" name="Picture 21" descr="3da6e9a4942eac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67761" y="4183839"/>
            <a:ext cx="281025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19.1 units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b381385a56012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71675"/>
            <a:ext cx="115157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e6f553610f6180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6799"/>
            <a:ext cx="718185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732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59e86e97f1b20d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69198"/>
            <a:ext cx="115404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4536ab029dd41e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4323"/>
            <a:ext cx="720661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420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1412" y="3734926"/>
            <a:ext cx="14907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5" name="Picture 14" descr="9c44261c617b9f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5003" y="3870181"/>
            <a:ext cx="1309163" cy="212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91412" y="4237846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7" name="Picture 16" descr="66901e8dbd0d7c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771" y="4326428"/>
            <a:ext cx="2429303" cy="2613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526074" y="4237846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d65cbda9bdc0017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352" y="4375435"/>
            <a:ext cx="718756" cy="212359"/>
          </a:xfrm>
          <a:prstGeom prst="rect">
            <a:avLst/>
          </a:prstGeom>
        </p:spPr>
      </p:pic>
      <p:pic>
        <p:nvPicPr>
          <p:cNvPr id="20" name="Picture 19" descr="50b2058d54e97cf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6276" y="4875735"/>
            <a:ext cx="1319784" cy="213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blocks shorter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cddc938f2754fd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3249"/>
            <a:ext cx="1186243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0683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53b53c1ff7ca6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123" y="2508296"/>
            <a:ext cx="1012888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3012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5be363abca88bd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452" y="2508296"/>
            <a:ext cx="703326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55778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a073f0616c6f53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3241" y="2513249"/>
            <a:ext cx="876681" cy="2798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99922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766d9171f27c16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118872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3160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abbcd38a0851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600" y="2505820"/>
            <a:ext cx="101536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7965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1f63a00e4aba7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7405" y="2505820"/>
            <a:ext cx="705802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63208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c4d9a797873976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0670" y="2510773"/>
            <a:ext cx="879157" cy="2823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9828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4721" y="3122278"/>
            <a:ext cx="1328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sides  </a:t>
            </a:r>
          </a:p>
        </p:txBody>
      </p:sp>
      <p:pic>
        <p:nvPicPr>
          <p:cNvPr id="18" name="Picture 17" descr="b3de44e021298e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6452" y="3234863"/>
            <a:ext cx="1668399" cy="3204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84851" y="3122278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0" name="Picture 19" descr="f976dc64324c8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3993" y="3237626"/>
            <a:ext cx="1875567" cy="317658"/>
          </a:xfrm>
          <a:prstGeom prst="rect">
            <a:avLst/>
          </a:prstGeom>
        </p:spPr>
      </p:pic>
      <p:pic>
        <p:nvPicPr>
          <p:cNvPr id="21" name="Picture 20" descr="f26d83ebda20826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9585" y="3729782"/>
            <a:ext cx="2871216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50801" y="3661774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ff28beca06f781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0686" y="3781598"/>
            <a:ext cx="853440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15 units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6cd0cd2d13a38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71675"/>
            <a:ext cx="87915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eba37c76e917a3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6799"/>
            <a:ext cx="1005459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03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2247b49f98365d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69198"/>
            <a:ext cx="88163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de7e15c7b8d74a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4323"/>
            <a:ext cx="100793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279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9593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dd377e872e9d4e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360" y="3847511"/>
            <a:ext cx="1707070" cy="3204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95430" y="3734926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101" y="3850274"/>
            <a:ext cx="1660112" cy="317658"/>
          </a:xfrm>
          <a:prstGeom prst="rect">
            <a:avLst/>
          </a:prstGeom>
        </p:spPr>
      </p:pic>
      <p:pic>
        <p:nvPicPr>
          <p:cNvPr id="18" name="Picture 17" descr="91cf07a762e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4457" y="4353098"/>
            <a:ext cx="2660904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565361" y="428509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009dc32ba55e7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5247" y="4297282"/>
            <a:ext cx="2459736" cy="4328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672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√106 ≈ 10.3 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890cad1d225c0e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9198"/>
            <a:ext cx="116643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0811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64a0bcb964d3ac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81846"/>
            <a:ext cx="693420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6966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c10c7ade43b947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495" y="2584323"/>
            <a:ext cx="876681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317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5078aaa02558f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6722"/>
            <a:ext cx="1168908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328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560793fe7d3f04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79370"/>
            <a:ext cx="695896" cy="28727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9442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49c8c6e822b84b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8972" y="2581846"/>
            <a:ext cx="879157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8129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151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8" name="Picture 17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3918" y="3850274"/>
            <a:ext cx="1660112" cy="31765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34030" y="373492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20" name="Picture 19" descr="d7ba9e475850f3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3947" y="3847511"/>
            <a:ext cx="1850707" cy="320421"/>
          </a:xfrm>
          <a:prstGeom prst="rect">
            <a:avLst/>
          </a:prstGeom>
        </p:spPr>
      </p:pic>
      <p:pic>
        <p:nvPicPr>
          <p:cNvPr id="21" name="Picture 20" descr="bad877a561fe219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0015" y="4342430"/>
            <a:ext cx="287426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64279" y="4274422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09a1ea0ee626ec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4165" y="4394246"/>
            <a:ext cx="847344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mi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71675"/>
            <a:ext cx="72809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6964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052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65707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9ebcc4ac7047e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69198"/>
            <a:ext cx="73056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9441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529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0660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749" y="366137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1515" y="3785011"/>
            <a:ext cx="168497" cy="2486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30013" y="366137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dcd07b346f0b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9930" y="3779486"/>
            <a:ext cx="124301" cy="248602"/>
          </a:xfrm>
          <a:prstGeom prst="rect">
            <a:avLst/>
          </a:prstGeom>
        </p:spPr>
      </p:pic>
      <p:pic>
        <p:nvPicPr>
          <p:cNvPr id="19" name="Picture 18" descr="cb8915871a82272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613" y="4279549"/>
            <a:ext cx="2060448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38061" y="421154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8e57f85f0236f1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7946" y="4223732"/>
            <a:ext cx="2072640" cy="4328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793708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it is the hypotenuse of a triangle with legs 3 and 1, √10 ≈ 3.2 units.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0" name="Picture 9" descr="f8df7d2fbd412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512" y="1570780"/>
            <a:ext cx="964360" cy="2341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8873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b490da1242b960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960" y="1570780"/>
            <a:ext cx="725158" cy="23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0119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dca74f84de6bf1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205" y="1572039"/>
            <a:ext cx="569048" cy="23164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5254" y="1499019"/>
            <a:ext cx="265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1966953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8" name="Picture 17" descr="98ab927d307bab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4512" y="2038714"/>
            <a:ext cx="725158" cy="23416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49671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1b12795c360466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5758" y="2038714"/>
            <a:ext cx="556458" cy="23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12217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047226acc1322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8303" y="2038714"/>
            <a:ext cx="833429" cy="23416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51733" y="1966953"/>
            <a:ext cx="272697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2434888"/>
            <a:ext cx="494270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parallelogram </a:t>
            </a:r>
          </a:p>
        </p:txBody>
      </p:sp>
      <p:pic>
        <p:nvPicPr>
          <p:cNvPr id="26" name="Picture 25" descr="36f61976a2ef1ad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0024" y="2507907"/>
            <a:ext cx="989539" cy="23164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49564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8" name="Picture 27" descr="e47ee9949ebce04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5651" y="2506648"/>
            <a:ext cx="820839" cy="23416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376490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0" name="Picture 29" descr="d02d33295232874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82577" y="2507907"/>
            <a:ext cx="566530" cy="23164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149107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2" name="Picture 31" descr="2d42b3e817eed69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55194" y="2506648"/>
            <a:ext cx="556458" cy="23416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911653" y="2434888"/>
            <a:ext cx="265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90282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2902822"/>
            <a:ext cx="450903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blocks, Kai's home is at </a:t>
            </a:r>
          </a:p>
        </p:txBody>
      </p:sp>
      <p:pic>
        <p:nvPicPr>
          <p:cNvPr id="36" name="Picture 35" descr="6f3371b3f4bbf6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26350" y="2974582"/>
            <a:ext cx="974432" cy="23416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900783" y="2902822"/>
            <a:ext cx="23294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his school at </a:t>
            </a:r>
          </a:p>
        </p:txBody>
      </p:sp>
      <p:pic>
        <p:nvPicPr>
          <p:cNvPr id="38" name="Picture 37" descr="4b06abb07817386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93046" y="2975841"/>
            <a:ext cx="564012" cy="23164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657058" y="2902822"/>
            <a:ext cx="16391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much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3270172"/>
            <a:ext cx="52734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shorter is the straight line than the streets?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738106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3738106"/>
            <a:ext cx="38841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miles, a dock is at </a:t>
            </a:r>
          </a:p>
        </p:txBody>
      </p:sp>
      <p:pic>
        <p:nvPicPr>
          <p:cNvPr id="43" name="Picture 42" descr="ede51becaffdb32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1443" y="3811126"/>
            <a:ext cx="732712" cy="23164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034156" y="3738106"/>
            <a:ext cx="224344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an island at </a:t>
            </a:r>
          </a:p>
        </p:txBody>
      </p:sp>
      <p:pic>
        <p:nvPicPr>
          <p:cNvPr id="45" name="Picture 44" descr="06d2d48467fcd0c7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40443" y="3811126"/>
            <a:ext cx="815803" cy="2316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956247" y="3738106"/>
            <a:ext cx="251800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far apart are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105457"/>
            <a:ext cx="33147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they, to the nearest tenth?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57339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4480" y="4573391"/>
            <a:ext cx="30600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has corners </a:t>
            </a:r>
          </a:p>
        </p:txBody>
      </p:sp>
      <p:pic>
        <p:nvPicPr>
          <p:cNvPr id="50" name="Picture 49" descr="6d8814c221810b9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7358" y="4645152"/>
            <a:ext cx="961842" cy="23416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439201" y="4573391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52" name="Picture 51" descr="209a3bec006696b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45288" y="4645152"/>
            <a:ext cx="815803" cy="23416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461091" y="4573391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54" name="Picture 53" descr="aee1254e09a8849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67178" y="4645152"/>
            <a:ext cx="715087" cy="23416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382265" y="4573391"/>
            <a:ext cx="79885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56" name="Picture 55" descr="3c9a30b1926c472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43956" y="4645152"/>
            <a:ext cx="861126" cy="23416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905083" y="4573391"/>
            <a:ext cx="197782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long is a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" y="4940741"/>
            <a:ext cx="13764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diagonal?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perimeter — VGE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