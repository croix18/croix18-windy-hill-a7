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Triangle Inequality Theorem; Converse of the 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decide whether three lengths can make a triangle, and whether they make a right triangle.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0" name="Picture 9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129901"/>
            <a:ext cx="754713" cy="2658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0884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2" name="Picture 11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170247"/>
            <a:ext cx="579088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771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7" name="Picture 16" descr="44a9be878ecf9f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3352823"/>
            <a:ext cx="1001537" cy="265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1948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288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1" name="Picture 10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587101"/>
            <a:ext cx="754713" cy="265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08849" y="25100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3" name="Picture 12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627447"/>
            <a:ext cx="579088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77713" y="25100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67228"/>
            <a:ext cx="1224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3623722"/>
            <a:ext cx="806926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23277" y="3579876"/>
            <a:ext cx="549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20" name="Picture 19" descr="44a9be878ecf9f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4267223"/>
            <a:ext cx="1001537" cy="2658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44665" y="4192524"/>
            <a:ext cx="71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inequality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 two sides of a triangle add up to MORE than the third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sides of a right triangle that make the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side across from the right angle — always the longest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converse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51662"/>
            <a:ext cx="4302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statement turned around: if </a:t>
            </a:r>
          </a:p>
        </p:txBody>
      </p:sp>
      <p:pic>
        <p:nvPicPr>
          <p:cNvPr id="16" name="Picture 15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50" y="5135323"/>
            <a:ext cx="1436989" cy="2542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45239" y="5051662"/>
            <a:ext cx="4729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for the two shorter sides and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6294"/>
            <a:ext cx="3957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longest, the triangle is 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Two sides together must be longer than the third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0b98c26a463894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4425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64621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the two shorter sides. A triangle needs MORE than the longest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336582"/>
            <a:ext cx="30464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the FAST sheet:  </a:t>
            </a:r>
          </a:p>
        </p:txBody>
      </p:sp>
      <p:pic>
        <p:nvPicPr>
          <p:cNvPr id="13" name="Picture 12" descr="3dff896e73351c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92" y="4454001"/>
            <a:ext cx="1079857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76649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91c3012494ba80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090" y="4454001"/>
            <a:ext cx="1075110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68201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5e6002f24e4fe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41" y="4454001"/>
            <a:ext cx="1056124" cy="225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third side is between the difference and the sum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3154aaaf4cda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603" y="2249805"/>
            <a:ext cx="4020312" cy="280416"/>
          </a:xfrm>
          <a:prstGeom prst="rect">
            <a:avLst/>
          </a:prstGeom>
        </p:spPr>
      </p:pic>
      <p:pic>
        <p:nvPicPr>
          <p:cNvPr id="11" name="Picture 10" descr="c8ac983533cfd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75" y="3048381"/>
            <a:ext cx="1496568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41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Sides 4 and 9: the third side x is more than 5 and less than 13.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31436"/>
            <a:ext cx="1150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Never </a:t>
            </a:r>
          </a:p>
        </p:txBody>
      </p:sp>
      <p:pic>
        <p:nvPicPr>
          <p:cNvPr id="14" name="Picture 13" descr="86c91fb9500094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88" y="4812934"/>
            <a:ext cx="151892" cy="1566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52680" y="4631436"/>
            <a:ext cx="41503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: at 5 or 13 the sides lie flat.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legs' squares add up to the hypotenuse's square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d978ce3bc7c14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93392"/>
            <a:ext cx="2148840" cy="1967189"/>
          </a:xfrm>
          <a:prstGeom prst="rect">
            <a:avLst/>
          </a:prstGeom>
        </p:spPr>
      </p:pic>
      <p:pic>
        <p:nvPicPr>
          <p:cNvPr id="11" name="Picture 10" descr="77f157c420812a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271" y="4106885"/>
            <a:ext cx="3998975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85669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shorter sides squared and added = the longest side squared: a right triangle.</a:t>
            </a:r>
          </a:p>
        </p:txBody>
      </p:sp>
      <p:pic>
        <p:nvPicPr>
          <p:cNvPr id="13" name="Picture 12" descr="907ae7451718aa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66858"/>
            <a:ext cx="1056124" cy="2729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43676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5" name="Picture 14" descr="201bd8d4d2887a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626" y="5621765"/>
            <a:ext cx="2506218" cy="2658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54844" y="5547065"/>
            <a:ext cx="1446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right.    </a:t>
            </a:r>
          </a:p>
        </p:txBody>
      </p:sp>
      <p:pic>
        <p:nvPicPr>
          <p:cNvPr id="17" name="Picture 16" descr="db91a7798c4bf6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623" y="5666858"/>
            <a:ext cx="757086" cy="2729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1710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9" name="Picture 18" descr="07affdc0b9ac2e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661" y="5621765"/>
            <a:ext cx="1450093" cy="2658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76754" y="5547065"/>
            <a:ext cx="922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1" name="Picture 20" descr="db1362cf918c4d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2038" y="5669231"/>
            <a:ext cx="332263" cy="2159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94302" y="5547065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5 cm, 8 cm and 14 cm make a triangle?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545336" cy="277368"/>
          </a:xfrm>
          <a:prstGeom prst="rect">
            <a:avLst/>
          </a:prstGeom>
        </p:spPr>
      </p:pic>
      <p:pic>
        <p:nvPicPr>
          <p:cNvPr id="9" name="Picture 8" descr="eb6c03627e6a6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12471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5 + 8 = 13 is less than 14.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  <p:pic>
        <p:nvPicPr>
          <p:cNvPr id="9" name="Picture 8" descr="14b1b0d5182390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72" y="2300270"/>
            <a:ext cx="138379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3908" y="2729086"/>
            <a:ext cx="54508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16 is more than 15: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7 + 9 = 16 is more than 15.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20 m, 12 m and 16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0b182f565455e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575048" cy="341376"/>
          </a:xfrm>
          <a:prstGeom prst="rect">
            <a:avLst/>
          </a:prstGeom>
        </p:spPr>
      </p:pic>
      <p:pic>
        <p:nvPicPr>
          <p:cNvPr id="9" name="Picture 8" descr="041f2b9b675da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164592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  <p:pic>
        <p:nvPicPr>
          <p:cNvPr id="10" name="Picture 9" descr="7c0920cdde35d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793649"/>
            <a:ext cx="3663696" cy="304800"/>
          </a:xfrm>
          <a:prstGeom prst="rect">
            <a:avLst/>
          </a:prstGeom>
        </p:spPr>
      </p:pic>
      <p:pic>
        <p:nvPicPr>
          <p:cNvPr id="11" name="Picture 10" descr="461ad6978bbfc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3328287"/>
            <a:ext cx="1383887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9187" y="3268184"/>
            <a:ext cx="2181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not equal.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185 is not 196.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pic>
        <p:nvPicPr>
          <p:cNvPr id="9" name="Picture 8" descr="2df5e3f92a90d5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49" y="2623358"/>
            <a:ext cx="1210056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6685" y="3049126"/>
            <a:ext cx="5225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9 is less than 10: no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2 + 7 = 9 is less than 10.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pic>
        <p:nvPicPr>
          <p:cNvPr id="9" name="Picture 8" descr="85ff24f4fb0da8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59" y="2623358"/>
            <a:ext cx="1395984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95" y="3049126"/>
            <a:ext cx="5422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12 is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6 + 6 = 12 is more than 11.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7, 7, 14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5, 11, 8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3, 10, 6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12, 4, 6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pic>
        <p:nvPicPr>
          <p:cNvPr id="9" name="Picture 8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45" y="2647219"/>
            <a:ext cx="1183147" cy="212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77793" y="2509630"/>
            <a:ext cx="40438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9781" y="3012550"/>
            <a:ext cx="9019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 each other set the two shorter sides fall short or lie flat.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5, 11,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pic>
        <p:nvPicPr>
          <p:cNvPr id="10" name="Picture 9" descr="64e100d81a433f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09" y="3596209"/>
            <a:ext cx="1364551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57660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8034704937480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03" y="3593447"/>
            <a:ext cx="1544097" cy="251364"/>
          </a:xfrm>
          <a:prstGeom prst="rect">
            <a:avLst/>
          </a:prstGeom>
        </p:spPr>
      </p:pic>
      <p:pic>
        <p:nvPicPr>
          <p:cNvPr id="13" name="Picture 12" descr="13e3ad95332ccb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109" y="4134371"/>
            <a:ext cx="1365504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 &lt; x &lt; 19 — more than 5 cm and less than 19 cm.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0fbe6fa0ef0cae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64967"/>
            <a:ext cx="151790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ffc528ca75e11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61919"/>
            <a:ext cx="161239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77505d4898526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74567"/>
            <a:ext cx="153009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c71b5ee8fe399e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77615"/>
            <a:ext cx="1520952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pic>
        <p:nvPicPr>
          <p:cNvPr id="10" name="Picture 9" descr="776ebc7eac5ed4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56" y="3596209"/>
            <a:ext cx="1414272" cy="254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328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ec18a57bdad36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70" y="3596209"/>
            <a:ext cx="1571720" cy="254126"/>
          </a:xfrm>
          <a:prstGeom prst="rect">
            <a:avLst/>
          </a:prstGeom>
        </p:spPr>
      </p:pic>
      <p:pic>
        <p:nvPicPr>
          <p:cNvPr id="13" name="Picture 12" descr="4878d8a402d2d5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056" y="4130180"/>
            <a:ext cx="1386649" cy="2541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39706" y="4017595"/>
            <a:ext cx="28550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never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 &lt; x &lt; 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pic>
        <p:nvPicPr>
          <p:cNvPr id="9" name="Picture 8" descr="43395e419bfcc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883" y="3003961"/>
            <a:ext cx="3749039" cy="304800"/>
          </a:xfrm>
          <a:prstGeom prst="rect">
            <a:avLst/>
          </a:prstGeom>
        </p:spPr>
      </p:pic>
      <p:pic>
        <p:nvPicPr>
          <p:cNvPr id="10" name="Picture 9" descr="18e0f36cf337f5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83" y="3541361"/>
            <a:ext cx="1383887" cy="306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9770" y="3478496"/>
            <a:ext cx="4712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a right triangle.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8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289 = 17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=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 + 24 &gt;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≠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7 + 24 ≠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pic>
        <p:nvPicPr>
          <p:cNvPr id="10" name="Picture 9" descr="5490789b4120b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98" y="3110641"/>
            <a:ext cx="3755136" cy="307848"/>
          </a:xfrm>
          <a:prstGeom prst="rect">
            <a:avLst/>
          </a:prstGeom>
        </p:spPr>
      </p:pic>
      <p:pic>
        <p:nvPicPr>
          <p:cNvPr id="11" name="Picture 10" descr="1b06dea067902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98" y="3648327"/>
            <a:ext cx="1417034" cy="30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9232" y="3588224"/>
            <a:ext cx="28725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yes, because 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pic>
        <p:nvPicPr>
          <p:cNvPr id="10" name="Picture 9" descr="e14984151c53cd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75" y="3546107"/>
            <a:ext cx="4197096" cy="304800"/>
          </a:xfrm>
          <a:prstGeom prst="rect">
            <a:avLst/>
          </a:prstGeom>
        </p:spPr>
      </p:pic>
      <p:pic>
        <p:nvPicPr>
          <p:cNvPr id="11" name="Picture 10" descr="2bcf32630534ac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5" y="4080460"/>
            <a:ext cx="1417034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54110" y="4017595"/>
            <a:ext cx="2784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a right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841 = 29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7662b6e2d2d4ee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69" y="3538202"/>
            <a:ext cx="1709832" cy="3093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16002" y="3478099"/>
            <a:ext cx="11175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but </a:t>
            </a:r>
          </a:p>
        </p:txBody>
      </p:sp>
      <p:pic>
        <p:nvPicPr>
          <p:cNvPr id="12" name="Picture 11" descr="984ee268824627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66" y="3540964"/>
            <a:ext cx="101374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10112" y="3478099"/>
            <a:ext cx="2948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6 + 7 &gt; 9 shows only a triangle; 85 is not 81, so it is not right.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4 cm, 8 cm and 13 cm make a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9 inches, 9 inches and 18 inches make a triangle?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Two sides of a triangle are 5 m and 11 m. Write an inequality for the length x, in meters, of the third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3814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28 cm, 45 cm and 53 cm make a right triangle?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4106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17 ft, 10 ft and 14 ft make a right triangle?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43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carpenter joins boards of 30 inches, 40 inches and 50 inches into a triangle. Is one corner a right angle?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inequality — 2N5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Converse of the Pythagorean theorem: is it a right triangle? — EQZ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