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 in Real-World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length in a real situation by finding the right triangle inside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9586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inches on it. Real length?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700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6626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81 + 1,600 = 1,681 = 41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9586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inches on it. Real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8977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426" y="4649724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diagonal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one corner of a rectangle to the opposite corner — the hypotenuse of the right triangle it cuts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rise and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ramp's height and the distance along the ground it covers; the ramp itself is the hypotenuse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Find the right angle, then 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0e5aa953a89c7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993392"/>
            <a:ext cx="2304288" cy="2287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18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Sketch the story. Mark the right angle. The side across from it is 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70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ladder, a diagonal, a ramp, a kite string: each is the hypotenuse.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 in a story: the diagonal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fd5ddee4c5feff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93392"/>
            <a:ext cx="4206240" cy="1939298"/>
          </a:xfrm>
          <a:prstGeom prst="rect">
            <a:avLst/>
          </a:prstGeom>
        </p:spPr>
      </p:pic>
      <p:pic>
        <p:nvPicPr>
          <p:cNvPr id="11" name="Picture 10" descr="3485607edb5ad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075" y="4078994"/>
            <a:ext cx="4849368" cy="341376"/>
          </a:xfrm>
          <a:prstGeom prst="rect">
            <a:avLst/>
          </a:prstGeom>
        </p:spPr>
      </p:pic>
      <p:pic>
        <p:nvPicPr>
          <p:cNvPr id="12" name="Picture 11" descr="b433e3a5e16f76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564" y="4764794"/>
            <a:ext cx="2374392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558165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path is 13 m. Along two sides is 17 m: the path is 4 m shorter.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 in a story: how high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4fc4e71f3131bc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1993392"/>
            <a:ext cx="1179576" cy="2174344"/>
          </a:xfrm>
          <a:prstGeom prst="rect">
            <a:avLst/>
          </a:prstGeom>
        </p:spPr>
      </p:pic>
      <p:pic>
        <p:nvPicPr>
          <p:cNvPr id="11" name="Picture 10" descr="e66f074be1227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0" y="4314040"/>
            <a:ext cx="4419600" cy="341376"/>
          </a:xfrm>
          <a:prstGeom prst="rect">
            <a:avLst/>
          </a:prstGeom>
        </p:spPr>
      </p:pic>
      <p:pic>
        <p:nvPicPr>
          <p:cNvPr id="12" name="Picture 11" descr="ce5b1cc793623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284" y="4999840"/>
            <a:ext cx="2282952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ramp rises 2 ft over a run of 13 ft along the ground.</a:t>
            </a:r>
          </a:p>
        </p:txBody>
      </p:sp>
      <p:pic>
        <p:nvPicPr>
          <p:cNvPr id="9" name="Picture 8" descr="g3059fda3489aa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276458"/>
            <a:ext cx="5120640" cy="118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8788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35716e3d9cb0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578096" cy="341376"/>
          </a:xfrm>
          <a:prstGeom prst="rect">
            <a:avLst/>
          </a:prstGeom>
        </p:spPr>
      </p:pic>
      <p:pic>
        <p:nvPicPr>
          <p:cNvPr id="9" name="Picture 8" descr="bb58d5f4ac9fa9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578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ramp is about 13.2 ft long.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inches tall and 10 inches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inches tall and 10 inches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  <p:pic>
        <p:nvPicPr>
          <p:cNvPr id="10" name="Picture 9" descr="d73bd93a04707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79" y="2793649"/>
            <a:ext cx="4437888" cy="307848"/>
          </a:xfrm>
          <a:prstGeom prst="rect">
            <a:avLst/>
          </a:prstGeom>
        </p:spPr>
      </p:pic>
      <p:pic>
        <p:nvPicPr>
          <p:cNvPr id="11" name="Picture 10" descr="cb22f1747753ce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79" y="3291044"/>
            <a:ext cx="245059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12.2 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12-ft ladder leans on a wall. Its foot is 5 ft from the wall.</a:t>
            </a:r>
          </a:p>
        </p:txBody>
      </p:sp>
      <p:pic>
        <p:nvPicPr>
          <p:cNvPr id="9" name="Picture 8" descr="g8e7e96d88d0988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79" y="2276458"/>
            <a:ext cx="1508760" cy="23726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7832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reach, to the nearest tenth of a foot?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a3ca4f2e3cf23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40224" cy="341376"/>
          </a:xfrm>
          <a:prstGeom prst="rect">
            <a:avLst/>
          </a:prstGeom>
        </p:spPr>
      </p:pic>
      <p:pic>
        <p:nvPicPr>
          <p:cNvPr id="9" name="Picture 8" descr="f6fe74ec98ff4c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91384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reaches about 10.9 ft up the wall.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2dacb2c8b5bb15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796697"/>
            <a:ext cx="4322064" cy="304800"/>
          </a:xfrm>
          <a:prstGeom prst="rect">
            <a:avLst/>
          </a:prstGeom>
        </p:spPr>
      </p:pic>
      <p:pic>
        <p:nvPicPr>
          <p:cNvPr id="11" name="Picture 10" descr="4ae30c3b206efc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115" y="3291044"/>
            <a:ext cx="240182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11.5 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tablet screen is 6 inches wide and 8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d4d601fb3e797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492" y="2998436"/>
            <a:ext cx="2002536" cy="22692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5112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tablet screen is 6 inches wide and 8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d4d601fb3e797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256" y="2998436"/>
            <a:ext cx="2002536" cy="2269223"/>
          </a:xfrm>
          <a:prstGeom prst="rect">
            <a:avLst/>
          </a:prstGeom>
        </p:spPr>
      </p:pic>
      <p:pic>
        <p:nvPicPr>
          <p:cNvPr id="11" name="Picture 10" descr="3f19fa5341f20c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75" y="3739189"/>
            <a:ext cx="2282952" cy="262128"/>
          </a:xfrm>
          <a:prstGeom prst="rect">
            <a:avLst/>
          </a:prstGeom>
        </p:spPr>
      </p:pic>
      <p:pic>
        <p:nvPicPr>
          <p:cNvPr id="12" name="Picture 11" descr="2716f0e30bc433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175" y="4211629"/>
            <a:ext cx="187147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511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998436"/>
            <a:ext cx="2331720" cy="2376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5846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892" y="2998436"/>
            <a:ext cx="2331720" cy="2376560"/>
          </a:xfrm>
          <a:prstGeom prst="rect">
            <a:avLst/>
          </a:prstGeom>
        </p:spPr>
      </p:pic>
      <p:pic>
        <p:nvPicPr>
          <p:cNvPr id="11" name="Picture 10" descr="6c71fea9fa85d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995" y="3792858"/>
            <a:ext cx="2447544" cy="262128"/>
          </a:xfrm>
          <a:prstGeom prst="rect">
            <a:avLst/>
          </a:prstGeom>
        </p:spPr>
      </p:pic>
      <p:pic>
        <p:nvPicPr>
          <p:cNvPr id="12" name="Picture 11" descr="f3e91517e4c695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995" y="4265298"/>
            <a:ext cx="187147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5846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4 ft over a run of 11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2742e16789d1b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803" y="2998436"/>
            <a:ext cx="3867912" cy="164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2678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4 ft over a run of 11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2742e16789d1b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87" y="2998436"/>
            <a:ext cx="3867912" cy="1644880"/>
          </a:xfrm>
          <a:prstGeom prst="rect">
            <a:avLst/>
          </a:prstGeom>
        </p:spPr>
      </p:pic>
      <p:pic>
        <p:nvPicPr>
          <p:cNvPr id="11" name="Picture 10" descr="a67103b6e306ec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384" y="3427018"/>
            <a:ext cx="2346960" cy="262128"/>
          </a:xfrm>
          <a:prstGeom prst="rect">
            <a:avLst/>
          </a:prstGeom>
        </p:spPr>
      </p:pic>
      <p:pic>
        <p:nvPicPr>
          <p:cNvPr id="12" name="Picture 11" descr="c7a7f848c47d41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384" y="3899458"/>
            <a:ext cx="2026920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92678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11.7 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20-ft ladder reaches 16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 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25.6 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 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144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20-ft ladder reaches 16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pic>
        <p:nvPicPr>
          <p:cNvPr id="10" name="Picture 9" descr="e53afea40bf001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615" y="3116737"/>
            <a:ext cx="3176016" cy="304800"/>
          </a:xfrm>
          <a:prstGeom prst="rect">
            <a:avLst/>
          </a:prstGeom>
        </p:spPr>
      </p:pic>
      <p:pic>
        <p:nvPicPr>
          <p:cNvPr id="11" name="Picture 10" descr="439b2213650612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615" y="3611084"/>
            <a:ext cx="224332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12 ft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19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114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67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72267" y="3596399"/>
            <a:ext cx="2838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Along two sides:  </a:t>
            </a:r>
          </a:p>
        </p:txBody>
      </p:sp>
      <p:pic>
        <p:nvPicPr>
          <p:cNvPr id="12" name="Picture 11" descr="02842d48bbb1ca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488" y="3729321"/>
            <a:ext cx="1318498" cy="212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72267" y="4099319"/>
            <a:ext cx="1450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Across:  </a:t>
            </a:r>
          </a:p>
        </p:txBody>
      </p:sp>
      <p:pic>
        <p:nvPicPr>
          <p:cNvPr id="14" name="Picture 13" descr="d00a5309a7c21b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243" y="4155231"/>
            <a:ext cx="2009251" cy="366379"/>
          </a:xfrm>
          <a:prstGeom prst="rect">
            <a:avLst/>
          </a:prstGeom>
        </p:spPr>
      </p:pic>
      <p:pic>
        <p:nvPicPr>
          <p:cNvPr id="15" name="Picture 14" descr="091e4f5866ccb7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131" y="4737209"/>
            <a:ext cx="1325880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5114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m shorter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kite flies on 30 m of string, straight above a spot 18 m from where the string is held.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18 m on the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kite's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30-m 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none: no right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kite flies on 30 m of string, straight above a spot 18 m from where the string is held.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8356" y="3478099"/>
            <a:ext cx="65419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square corner is under the kite.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8356" y="4017595"/>
            <a:ext cx="46870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from it: the string.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30-m string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inches wide and 12 inches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3d0437d6ec0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998436"/>
            <a:ext cx="2377440" cy="2008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29071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inches wide and 12 inches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3d0437d6ec0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03" y="2998436"/>
            <a:ext cx="2377440" cy="2008812"/>
          </a:xfrm>
          <a:prstGeom prst="rect">
            <a:avLst/>
          </a:prstGeom>
        </p:spPr>
      </p:pic>
      <p:pic>
        <p:nvPicPr>
          <p:cNvPr id="11" name="Picture 10" descr="0ad3c9708a1233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427" y="3608984"/>
            <a:ext cx="2438400" cy="262128"/>
          </a:xfrm>
          <a:prstGeom prst="rect">
            <a:avLst/>
          </a:prstGeom>
        </p:spPr>
      </p:pic>
      <p:pic>
        <p:nvPicPr>
          <p:cNvPr id="12" name="Picture 11" descr="63e6833ca8e297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427" y="4081424"/>
            <a:ext cx="203911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29071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the diagonal is about 13.9 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d8068f4f04bc6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9" y="3116737"/>
            <a:ext cx="2703576" cy="304800"/>
          </a:xfrm>
          <a:prstGeom prst="rect">
            <a:avLst/>
          </a:prstGeom>
        </p:spPr>
      </p:pic>
      <p:pic>
        <p:nvPicPr>
          <p:cNvPr id="11" name="Picture 10" descr="1ef693a9e44a9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59" y="3611084"/>
            <a:ext cx="204825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7.1 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839" y="3478099"/>
            <a:ext cx="8519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ladder is the hypotenuse, the longest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839" y="4017595"/>
            <a:ext cx="746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height is a leg, so it is less than 11 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height is a leg — always shorter than the 11-ft ladder.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tablet screen is 5 inches wide and 8 inches tall. How long is its diagonal, to the nearest tenth of an inch?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1401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1401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fire truck's 50-ft ladder reaches 48 ft up a building. How far from the building is its foot?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5526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5526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ramp rises 3 ft over a run of 14 ft. How long is the ramp, to the nearest tenth of a foot?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9651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park is 7 m by 11 m. How much shorter is the walk straight across, corner to corner, than the walk along two sides? Give it to the nearest tenth of a meter.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93776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Will a 10-in pencil lie flat in a box 7 inches by 8 inches, corner to corner?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2239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2239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kite flies at the end of 25 m of string, straight above a spot 20 m from where the string is held. How high is the kite?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word problems — 87U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