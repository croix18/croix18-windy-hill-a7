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1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14ee079d1637d9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830659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71439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ee079d1637d9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830659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71439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551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356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068972f18107b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636" y="2197798"/>
            <a:ext cx="105746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4102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609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2481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9487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3880271116b9ce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559" y="1699831"/>
            <a:ext cx="1054989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54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05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0139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01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0615cb9324181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82" y="1697355"/>
            <a:ext cx="105746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54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05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61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a6597be3d74db6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07480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720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67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887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5fd5df3d6d682a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07727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9680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143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5382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0691fbdd0b8a9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295209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761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075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909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a54c215aeb101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297686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008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52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4045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4e952a37bd3c5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27044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0284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310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66803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f67d1259734e5c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27292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0532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787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1756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481fc1d2fe870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032700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1501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8ca33af7e8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035177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19965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7048afd5967e5b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03517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29355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66de72f5c26fc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03765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31831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b46983e41caf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874776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45322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0906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50234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9a3929db1861857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899160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08730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9cc9d23d4888b00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856488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90442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059c3899fa754e3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048512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03094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85100b15cbd6747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78521" y="4555236"/>
            <a:ext cx="710184" cy="2804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688705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957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line, to the nearest tenth of a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344668"/>
            <a:ext cx="17069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kilometer?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