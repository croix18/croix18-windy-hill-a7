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4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1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Relationship Id="rId9" Type="http://schemas.openxmlformats.org/officeDocument/2006/relationships/image" Target="../media/image103.png"/><Relationship Id="rId10" Type="http://schemas.openxmlformats.org/officeDocument/2006/relationships/image" Target="../media/image104.png"/><Relationship Id="rId11" Type="http://schemas.openxmlformats.org/officeDocument/2006/relationships/image" Target="../media/image105.png"/><Relationship Id="rId12" Type="http://schemas.openxmlformats.org/officeDocument/2006/relationships/image" Target="../media/image10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Distance on the Coordinate Plane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the distance between two points: subtract on a line, and draw the right triangle when the segment is slanted.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3095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25-ft ladder reaches 24 ft up a wall. How far out is its foot?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72547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Do sides of 8, 15 and 17 make a right triangle?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65476"/>
            <a:ext cx="93384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map's scale is 1 cm : 5 km. Towns 3.4 cm apart are how far?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78124"/>
            <a:ext cx="3350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How far apart are </a:t>
            </a:r>
          </a:p>
        </p:txBody>
      </p:sp>
      <p:pic>
        <p:nvPicPr>
          <p:cNvPr id="12" name="Picture 11" descr="3f92619b08e1ef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296" y="3402663"/>
            <a:ext cx="666900" cy="2705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55196" y="3278124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4" name="Picture 13" descr="26b57b6476f69a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780" y="3402663"/>
            <a:ext cx="939831" cy="27055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80612" y="3278124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3095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25-ft ladder reaches 24 ft up a wall. How far out is its foot?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7006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7 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72547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Do sides of 8, 15 and 17 make a right triangle?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67228"/>
            <a:ext cx="40815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Yes — 64 + 225 = 289 = 17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79876"/>
            <a:ext cx="93384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 map's scale is 1 cm : 5 km. Towns 3.4 cm apart are how far?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037076"/>
            <a:ext cx="10991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17 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649724"/>
            <a:ext cx="3350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How far apart are </a:t>
            </a:r>
          </a:p>
        </p:txBody>
      </p:sp>
      <p:pic>
        <p:nvPicPr>
          <p:cNvPr id="15" name="Picture 14" descr="3f92619b08e1ef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296" y="4774263"/>
            <a:ext cx="666900" cy="27055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55196" y="4649724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7" name="Picture 16" descr="26b57b6476f69a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780" y="4774263"/>
            <a:ext cx="939831" cy="27055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80612" y="4649724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2723" y="4649724"/>
            <a:ext cx="386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horizontal distance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between two points with the same y: the difference of the x's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vertical distance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between two points with the same x: the difference of the y's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legs on the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13818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horizontal and vertical segments under a slanted one; the slanted segment is the hypotenuse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On one line: subtract — and across zero, add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85ddcde18f0b2c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993392"/>
            <a:ext cx="5120640" cy="23357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453943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Same y: subtract the x's.  Same x: subtract the y's.</a:t>
            </a:r>
          </a:p>
        </p:txBody>
      </p:sp>
      <p:pic>
        <p:nvPicPr>
          <p:cNvPr id="12" name="Picture 11" descr="d9baf198c07caf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349599"/>
            <a:ext cx="1464333" cy="2753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51885" y="5229806"/>
            <a:ext cx="39788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 across zero, 4 and 5 add.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Slanted: draw the right triangle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6612d3fac7ce1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19" y="1993392"/>
            <a:ext cx="2926080" cy="2594003"/>
          </a:xfrm>
          <a:prstGeom prst="rect">
            <a:avLst/>
          </a:prstGeom>
        </p:spPr>
      </p:pic>
      <p:pic>
        <p:nvPicPr>
          <p:cNvPr id="11" name="Picture 10" descr="8c9bdc06edb310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90" y="4733699"/>
            <a:ext cx="2636520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8510" y="4710839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3" name="Picture 12" descr="848bbba5727756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673" y="4795040"/>
            <a:ext cx="752856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548350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legs are the across and the up. The distance is the hypotenuse.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legs come from the coordinates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e7abd8d941aa4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93392"/>
            <a:ext cx="3017520" cy="27624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00771" y="4879272"/>
            <a:ext cx="14345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2" name="Picture 11" descr="2a151f79b2b1c7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210" y="4987556"/>
            <a:ext cx="1612407" cy="3085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10618" y="4879272"/>
            <a:ext cx="17346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down  </a:t>
            </a:r>
          </a:p>
        </p:txBody>
      </p:sp>
      <p:pic>
        <p:nvPicPr>
          <p:cNvPr id="14" name="Picture 13" descr="3a2b7cef219f26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097" y="4984873"/>
            <a:ext cx="1652651" cy="311213"/>
          </a:xfrm>
          <a:prstGeom prst="rect">
            <a:avLst/>
          </a:prstGeom>
        </p:spPr>
      </p:pic>
      <p:pic>
        <p:nvPicPr>
          <p:cNvPr id="15" name="Picture 14" descr="d91104f1f4f96e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510" y="5615745"/>
            <a:ext cx="2697480" cy="3413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16990" y="5598600"/>
            <a:ext cx="48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7" name="Picture 16" descr="d8b0b39714d6c2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5153" y="5587932"/>
            <a:ext cx="2276856" cy="4785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6605" y="208026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0c90d3ed4c01e3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677" y="2197798"/>
            <a:ext cx="1171384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91061" y="20802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9871f90388a14c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7568" y="2197798"/>
            <a:ext cx="874204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81773" y="20802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f64a283fabf590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831848" cy="353568"/>
          </a:xfrm>
          <a:prstGeom prst="rect">
            <a:avLst/>
          </a:prstGeom>
        </p:spPr>
      </p:pic>
      <p:pic>
        <p:nvPicPr>
          <p:cNvPr id="9" name="Picture 8" descr="120985f9a5e717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133807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 units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0634" y="157734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863e3bd0d756c0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706" y="1699831"/>
            <a:ext cx="871728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25434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e6cedc5ae0e63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941" y="1699831"/>
            <a:ext cx="705802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4774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8158" y="157734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25eb277be65ac9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230" y="1697355"/>
            <a:ext cx="874204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25434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a41215e6290584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1941" y="1697355"/>
            <a:ext cx="708279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50220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f063d0108ae690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734" y="2453068"/>
            <a:ext cx="1819656" cy="3169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688870" y="2875788"/>
            <a:ext cx="1548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check:  </a:t>
            </a:r>
          </a:p>
        </p:txBody>
      </p:sp>
      <p:pic>
        <p:nvPicPr>
          <p:cNvPr id="15" name="Picture 14" descr="9ff67c01493767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811" y="2996660"/>
            <a:ext cx="1375600" cy="2513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11 units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4349" y="144018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cf4bfc8301ccbb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421" y="1560195"/>
            <a:ext cx="856868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4290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de663e1127867f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797" y="1557718"/>
            <a:ext cx="713232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44029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f9ec2368c5afe7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966" y="2148840"/>
            <a:ext cx="3085586" cy="35174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64db5025ba36da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755136" cy="353568"/>
          </a:xfrm>
          <a:prstGeom prst="rect">
            <a:avLst/>
          </a:prstGeom>
        </p:spPr>
      </p:pic>
      <p:pic>
        <p:nvPicPr>
          <p:cNvPr id="9" name="Picture 8" descr="9b4c53d9bae6f4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2980944" cy="341376"/>
          </a:xfrm>
          <a:prstGeom prst="rect">
            <a:avLst/>
          </a:prstGeom>
        </p:spPr>
      </p:pic>
      <p:pic>
        <p:nvPicPr>
          <p:cNvPr id="10" name="Picture 9" descr="f5cca9bd60907f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63824"/>
            <a:ext cx="2444496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 units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528" y="157734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4d7650af90a236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5599" y="1699831"/>
            <a:ext cx="1168908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34507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fdf702a474e8a8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014" y="1697355"/>
            <a:ext cx="676084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27098" y="1577340"/>
            <a:ext cx="33890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to the nearest tenth.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51" y="1577340"/>
            <a:ext cx="42202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9" name="Picture 8" descr="fd1e2597f8d8f8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123" y="1697355"/>
            <a:ext cx="1171384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34507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95cc6bf05af792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014" y="1694878"/>
            <a:ext cx="67856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29575" y="1577340"/>
            <a:ext cx="33890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to the nearest tenth.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686" y="2336292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4" name="Picture 13" descr="57962fee0f6680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453" y="2451639"/>
            <a:ext cx="1671161" cy="31765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37614" y="2336292"/>
            <a:ext cx="1287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16" name="Picture 15" descr="e1855d5e17edb2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7532" y="2451639"/>
            <a:ext cx="1651825" cy="317658"/>
          </a:xfrm>
          <a:prstGeom prst="rect">
            <a:avLst/>
          </a:prstGeom>
        </p:spPr>
      </p:pic>
      <p:pic>
        <p:nvPicPr>
          <p:cNvPr id="17" name="Picture 16" descr="f75d31cf019ff7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550" y="2954464"/>
            <a:ext cx="2474976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57526" y="2886456"/>
            <a:ext cx="5170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9" name="Picture 18" descr="2036ec5ceaa312e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7412" y="2898648"/>
            <a:ext cx="2069591" cy="4328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√65 ≈ 8.1 units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c3f1c5f11e201d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4151"/>
            <a:ext cx="1191196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23599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e1a6e4fc0d2e3c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62" y="1969198"/>
            <a:ext cx="874204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65267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73f0f8823578f1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1675"/>
            <a:ext cx="1193673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26076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4a640eeb704727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539" y="1966722"/>
            <a:ext cx="876681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0220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2b25f04dd06e36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0743" y="2696908"/>
            <a:ext cx="1886712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 units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6c1213adfa61f8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69198"/>
            <a:ext cx="874204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06607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67db46e2c7538c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4070" y="1971675"/>
            <a:ext cx="683514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57584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8e8dcd55f53bb6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66722"/>
            <a:ext cx="876681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09084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a65f16c2c6afe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547" y="1969198"/>
            <a:ext cx="685990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62537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c4872da53ead36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3603" y="2699956"/>
            <a:ext cx="1850136" cy="3169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 units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897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distance between </a:t>
            </a:r>
          </a:p>
        </p:txBody>
      </p:sp>
      <p:pic>
        <p:nvPicPr>
          <p:cNvPr id="9" name="Picture 8" descr="9c29bd96c421c9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773" y="1971675"/>
            <a:ext cx="864298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9072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c3080bd209d99f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534" y="1971675"/>
            <a:ext cx="668655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95189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62432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62432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31012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31012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−8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897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distance between </a:t>
            </a:r>
          </a:p>
        </p:txBody>
      </p:sp>
      <p:pic>
        <p:nvPicPr>
          <p:cNvPr id="9" name="Picture 8" descr="dbc4a837c96d2a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773" y="1969198"/>
            <a:ext cx="866775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61548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f55c03bbe67171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9011" y="1969198"/>
            <a:ext cx="67113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00142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eb579ab8aa5164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899" y="2699956"/>
            <a:ext cx="1682496" cy="3169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8 units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99a62bdd266be7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4151"/>
            <a:ext cx="1411605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44008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487a0ba682d46f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71" y="1969198"/>
            <a:ext cx="894016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5487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gb16c9bf643697f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562" y="2532888"/>
            <a:ext cx="2570394" cy="27523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7f404ed3578af3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1675"/>
            <a:ext cx="1414081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46484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21a8358e07e684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947" y="1966722"/>
            <a:ext cx="896493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10440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pic>
        <p:nvPicPr>
          <p:cNvPr id="13" name="Picture 12" descr="gb16c9bf643697f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174" y="2532888"/>
            <a:ext cx="2570394" cy="27523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17089" y="3177539"/>
            <a:ext cx="24236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 9, up 12</a:t>
            </a:r>
          </a:p>
        </p:txBody>
      </p:sp>
      <p:pic>
        <p:nvPicPr>
          <p:cNvPr id="15" name="Picture 14" descr="2899ab4d0ffda9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953" y="3766661"/>
            <a:ext cx="2429256" cy="262128"/>
          </a:xfrm>
          <a:prstGeom prst="rect">
            <a:avLst/>
          </a:prstGeom>
        </p:spPr>
      </p:pic>
      <p:pic>
        <p:nvPicPr>
          <p:cNvPr id="16" name="Picture 15" descr="c869a797ec94ec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953" y="4318349"/>
            <a:ext cx="725424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 units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cb503a1a696b25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71675"/>
            <a:ext cx="1386840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19243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c1f81a0d66e2bf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706" y="1974151"/>
            <a:ext cx="896493" cy="2798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83199" y="1851660"/>
            <a:ext cx="364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to the nearest tenth?</a:t>
            </a:r>
          </a:p>
        </p:txBody>
      </p:sp>
      <p:pic>
        <p:nvPicPr>
          <p:cNvPr id="13" name="Picture 12" descr="ge7274e332c7185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219" y="2532888"/>
            <a:ext cx="2501080" cy="2752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1351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apart are </a:t>
            </a:r>
          </a:p>
        </p:txBody>
      </p:sp>
      <p:pic>
        <p:nvPicPr>
          <p:cNvPr id="9" name="Picture 8" descr="711531d20504cf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403" y="1969198"/>
            <a:ext cx="1389316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21719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be704d8279190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182" y="1971675"/>
            <a:ext cx="898969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88152" y="1851660"/>
            <a:ext cx="36461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, to the nearest tenth?</a:t>
            </a:r>
          </a:p>
        </p:txBody>
      </p:sp>
      <p:pic>
        <p:nvPicPr>
          <p:cNvPr id="13" name="Picture 12" descr="ge7274e332c7185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032" y="2532888"/>
            <a:ext cx="2501080" cy="2752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24633" y="3177540"/>
            <a:ext cx="22820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across 5, up 8</a:t>
            </a:r>
          </a:p>
        </p:txBody>
      </p:sp>
      <p:pic>
        <p:nvPicPr>
          <p:cNvPr id="15" name="Picture 14" descr="2328d08f5bfa39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497" y="3766661"/>
            <a:ext cx="2121408" cy="262128"/>
          </a:xfrm>
          <a:prstGeom prst="rect">
            <a:avLst/>
          </a:prstGeom>
        </p:spPr>
      </p:pic>
      <p:pic>
        <p:nvPicPr>
          <p:cNvPr id="16" name="Picture 15" descr="e6364691b284b66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497" y="4239101"/>
            <a:ext cx="1786128" cy="3688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√89 ≈ 9.4 units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5993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gives the distance between </a:t>
            </a:r>
          </a:p>
        </p:txBody>
      </p:sp>
      <p:pic>
        <p:nvPicPr>
          <p:cNvPr id="9" name="Picture 8" descr="afbf59c4acfdfe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664" y="1974151"/>
            <a:ext cx="718185" cy="2798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14849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3a95cfae893827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312" y="1971675"/>
            <a:ext cx="1149096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31408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679192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4" name="Picture 13" descr="765d97c3446b7c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2624328"/>
            <a:ext cx="1517904" cy="4785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59" y="2679192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6" name="Picture 15" descr="3c70701c2c439e9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2624328"/>
            <a:ext cx="1569720" cy="4785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91640" y="335889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8" name="Picture 17" descr="1e5420f7c2c396c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8568" y="3304032"/>
            <a:ext cx="1536192" cy="4785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7959" y="3358896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20" name="Picture 19" descr="7e1151bc898f59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3346704"/>
            <a:ext cx="762000" cy="2773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5993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gives the distance between </a:t>
            </a:r>
          </a:p>
        </p:txBody>
      </p:sp>
      <p:pic>
        <p:nvPicPr>
          <p:cNvPr id="9" name="Picture 8" descr="e5863a5afd993e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664" y="1971675"/>
            <a:ext cx="720661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17326" y="1851660"/>
            <a:ext cx="1004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7cb372c2035acb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88" y="1969198"/>
            <a:ext cx="1151572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36361" y="1851660"/>
            <a:ext cx="374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9732" y="2583180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4" name="Picture 13" descr="60439a2a7a9877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498" y="2701290"/>
            <a:ext cx="1690497" cy="314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38995" y="2583180"/>
            <a:ext cx="12870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up  </a:t>
            </a:r>
          </a:p>
        </p:txBody>
      </p:sp>
      <p:pic>
        <p:nvPicPr>
          <p:cNvPr id="16" name="Picture 15" descr="89bd363145e9a7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913" y="2695765"/>
            <a:ext cx="1662874" cy="320421"/>
          </a:xfrm>
          <a:prstGeom prst="rect">
            <a:avLst/>
          </a:prstGeom>
        </p:spPr>
      </p:pic>
      <p:pic>
        <p:nvPicPr>
          <p:cNvPr id="17" name="Picture 16" descr="dd5f279e456d3ec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4596" y="3145536"/>
            <a:ext cx="2526792" cy="4328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√(7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+ 6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) = √85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8968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</a:t>
            </a:r>
          </a:p>
        </p:txBody>
      </p:sp>
      <p:pic>
        <p:nvPicPr>
          <p:cNvPr id="9" name="Picture 8" descr="87c765902c21e7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178" y="1971675"/>
            <a:ext cx="1151572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45750" y="1851660"/>
            <a:ext cx="28443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from the origin?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8968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</a:t>
            </a:r>
          </a:p>
        </p:txBody>
      </p:sp>
      <p:pic>
        <p:nvPicPr>
          <p:cNvPr id="9" name="Picture 8" descr="2dd890084e8153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4178" y="1969198"/>
            <a:ext cx="1154049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48227" y="1851660"/>
            <a:ext cx="28443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 from the origin?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0419" y="2583180"/>
            <a:ext cx="15759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across  </a:t>
            </a:r>
          </a:p>
        </p:txBody>
      </p:sp>
      <p:pic>
        <p:nvPicPr>
          <p:cNvPr id="12" name="Picture 11" descr="9df1fa8e4b6e59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185" y="2704052"/>
            <a:ext cx="168497" cy="2486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87683" y="2583180"/>
            <a:ext cx="18018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down  </a:t>
            </a:r>
          </a:p>
        </p:txBody>
      </p:sp>
      <p:pic>
        <p:nvPicPr>
          <p:cNvPr id="14" name="Picture 13" descr="d31ebf8ea64734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2353" y="2701290"/>
            <a:ext cx="325945" cy="248602"/>
          </a:xfrm>
          <a:prstGeom prst="rect">
            <a:avLst/>
          </a:prstGeom>
        </p:spPr>
      </p:pic>
      <p:pic>
        <p:nvPicPr>
          <p:cNvPr id="15" name="Picture 14" descr="bad877a561fe219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5283" y="3190684"/>
            <a:ext cx="2874264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09547" y="3122676"/>
            <a:ext cx="4131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</a:t>
            </a:r>
          </a:p>
        </p:txBody>
      </p:sp>
      <p:pic>
        <p:nvPicPr>
          <p:cNvPr id="17" name="Picture 16" descr="d382120c751305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5572" y="3242500"/>
            <a:ext cx="850392" cy="2529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 units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1763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miles, the school is at </a:t>
            </a:r>
          </a:p>
        </p:txBody>
      </p:sp>
      <p:pic>
        <p:nvPicPr>
          <p:cNvPr id="9" name="Picture 8" descr="badd1a413eb604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663" y="1971675"/>
            <a:ext cx="866775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40438" y="1851660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22295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library at </a:t>
            </a:r>
          </a:p>
        </p:txBody>
      </p:sp>
      <p:pic>
        <p:nvPicPr>
          <p:cNvPr id="12" name="Picture 11" descr="a52a7da6d9ceef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839" y="2584323"/>
            <a:ext cx="713232" cy="28232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40071" y="2464308"/>
            <a:ext cx="33479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the town hall at </a:t>
            </a:r>
          </a:p>
        </p:txBody>
      </p:sp>
      <p:pic>
        <p:nvPicPr>
          <p:cNvPr id="14" name="Picture 13" descr="638a526335cefa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850" y="2584323"/>
            <a:ext cx="715708" cy="2823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66558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the school from the library?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61763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On a town map in miles, the school is at </a:t>
            </a:r>
          </a:p>
        </p:txBody>
      </p:sp>
      <p:pic>
        <p:nvPicPr>
          <p:cNvPr id="9" name="Picture 8" descr="8f4de137902d99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663" y="1969198"/>
            <a:ext cx="869251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42915" y="1851660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22295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library at </a:t>
            </a:r>
          </a:p>
        </p:txBody>
      </p:sp>
      <p:pic>
        <p:nvPicPr>
          <p:cNvPr id="12" name="Picture 11" descr="c91a08a95e1981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839" y="2581846"/>
            <a:ext cx="715708" cy="28479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42547" y="2464308"/>
            <a:ext cx="33479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the town hall at </a:t>
            </a:r>
          </a:p>
        </p:txBody>
      </p:sp>
      <p:pic>
        <p:nvPicPr>
          <p:cNvPr id="14" name="Picture 13" descr="63ac53719e49d5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326" y="2581846"/>
            <a:ext cx="718185" cy="28479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71511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is the school from the library?</a:t>
            </a:r>
          </a:p>
        </p:txBody>
      </p:sp>
      <p:pic>
        <p:nvPicPr>
          <p:cNvPr id="17" name="Picture 16" descr="478ab4916ad688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1328" y="3851702"/>
            <a:ext cx="1691640" cy="3169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 mi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3818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Ty says </a:t>
            </a:r>
          </a:p>
        </p:txBody>
      </p:sp>
      <p:pic>
        <p:nvPicPr>
          <p:cNvPr id="9" name="Picture 8" descr="4c1bd0b477442b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175" y="1971675"/>
            <a:ext cx="884110" cy="28232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63285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0eb549c7a965b3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792" y="1971675"/>
            <a:ext cx="705802" cy="2823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85594" y="1851660"/>
            <a:ext cx="2859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are 4 units apart.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did he do? What is the distance?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13818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Ty says </a:t>
            </a:r>
          </a:p>
        </p:txBody>
      </p:sp>
      <p:pic>
        <p:nvPicPr>
          <p:cNvPr id="9" name="Picture 8" descr="24d8e4bd60f45a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175" y="1969198"/>
            <a:ext cx="886587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65762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5d1fac1bf15402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268" y="1969198"/>
            <a:ext cx="710755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93024" y="1851660"/>
            <a:ext cx="2859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are 4 units apart.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did he do? What is the distance?</a:t>
            </a:r>
          </a:p>
        </p:txBody>
      </p:sp>
      <p:pic>
        <p:nvPicPr>
          <p:cNvPr id="14" name="Picture 13" descr="ccda51d4ef7fae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542" y="3239054"/>
            <a:ext cx="1844040" cy="3169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3678" y="3661774"/>
            <a:ext cx="1548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check:  </a:t>
            </a:r>
          </a:p>
        </p:txBody>
      </p:sp>
      <p:pic>
        <p:nvPicPr>
          <p:cNvPr id="16" name="Picture 15" descr="9c3e88f0783f4e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618" y="3782646"/>
            <a:ext cx="1408747" cy="2513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He subtracted 7 − 3. Across zero the pieces add: 10 units.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4053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10" name="Picture 9" descr="bd4ea132c00445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546" y="1581912"/>
            <a:ext cx="868680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39226" y="1495044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2" name="Picture 11" descr="93b7b061e8d06e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810" y="1583436"/>
            <a:ext cx="682752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07562" y="1495044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089403"/>
            <a:ext cx="4053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16" name="Picture 15" descr="54a04eef7073b8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546" y="2177795"/>
            <a:ext cx="990599" cy="2804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61146" y="2089403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8" name="Picture 17" descr="8432d63f6064aa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730" y="2177795"/>
            <a:ext cx="719328" cy="2804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66058" y="2089403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683763"/>
            <a:ext cx="4053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22" name="Picture 21" descr="2e475e20ec271da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0546" y="2770631"/>
            <a:ext cx="853440" cy="2834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23986" y="2683763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24" name="Picture 23" descr="5eb0c83aac6e38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9570" y="2772155"/>
            <a:ext cx="1014984" cy="28041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124554" y="2683763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278123"/>
            <a:ext cx="4053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distance between </a:t>
            </a:r>
          </a:p>
        </p:txBody>
      </p:sp>
      <p:pic>
        <p:nvPicPr>
          <p:cNvPr id="28" name="Picture 27" descr="b490da1242b960c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0546" y="3364991"/>
            <a:ext cx="877824" cy="28346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48370" y="3278123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30" name="Picture 29" descr="30a7ddc4d05885a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3954" y="3364991"/>
            <a:ext cx="972311" cy="28346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06266" y="3278123"/>
            <a:ext cx="32566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to the nearest tenth.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3872483"/>
            <a:ext cx="17286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How far is </a:t>
            </a:r>
          </a:p>
        </p:txBody>
      </p:sp>
      <p:pic>
        <p:nvPicPr>
          <p:cNvPr id="34" name="Picture 33" descr="22aa6f172de2346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46014" y="3959352"/>
            <a:ext cx="896112" cy="28346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042126" y="3872483"/>
            <a:ext cx="55557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from the origin, to the nearest tenth?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4466844"/>
            <a:ext cx="53372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On a map in kilometers, a pool is at </a:t>
            </a:r>
          </a:p>
        </p:txBody>
      </p:sp>
      <p:pic>
        <p:nvPicPr>
          <p:cNvPr id="38" name="Picture 37" descr="8c6f3e57d36ddd4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54582" y="4553712"/>
            <a:ext cx="1164336" cy="28346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918918" y="4466844"/>
            <a:ext cx="23125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a park at </a:t>
            </a:r>
          </a:p>
        </p:txBody>
      </p:sp>
      <p:pic>
        <p:nvPicPr>
          <p:cNvPr id="40" name="Picture 39" descr="1d6b3c1823f8861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94345" y="4553712"/>
            <a:ext cx="688848" cy="28346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783193" y="4466844"/>
            <a:ext cx="3597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4905756"/>
            <a:ext cx="60210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How far apart are they in a straight line?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 5 — Distance on the Coordinate Plane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distance between two points on a horizontal or vertical line — L9V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distance between two points — ZBP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