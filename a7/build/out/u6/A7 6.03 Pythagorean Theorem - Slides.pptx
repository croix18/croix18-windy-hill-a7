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a right triangle — the hypotenuse, or a leg.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157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in, 7 in and 12 in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1" name="Picture 10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3" name="Picture 12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3355197"/>
            <a:ext cx="996791" cy="265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157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in, 7 in and 12 in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31905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No — 4 + 7 = 11 &lt;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15480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81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3623722"/>
            <a:ext cx="806926" cy="3726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23277" y="35798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6" name="Picture 15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4269597"/>
            <a:ext cx="996791" cy="2658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9919" y="4192524"/>
            <a:ext cx="5753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Pythagorean Theorem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6888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in every right triangle,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+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= hypotenuse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0" name="Picture 9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05" y="1953211"/>
            <a:ext cx="1436989" cy="254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5050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3442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 — the side across from the right angle, always the longest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576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square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72272"/>
            <a:ext cx="4142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that, times itself,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56904"/>
            <a:ext cx="56466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makes the number under the root sign:  </a:t>
            </a:r>
          </a:p>
        </p:txBody>
      </p:sp>
      <p:pic>
        <p:nvPicPr>
          <p:cNvPr id="16" name="Picture 15" descr="c01d6e653b6eb2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533" y="4508784"/>
            <a:ext cx="1064688" cy="3564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square corner first; c is across from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58aa5bffac20a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8" y="1993392"/>
            <a:ext cx="4215384" cy="2194957"/>
          </a:xfrm>
          <a:prstGeom prst="rect">
            <a:avLst/>
          </a:prstGeom>
        </p:spPr>
      </p:pic>
      <p:pic>
        <p:nvPicPr>
          <p:cNvPr id="11" name="Picture 10" descr="f29ece7fb4d230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80373"/>
            <a:ext cx="192938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5066173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legs' squares add up to the hypotenuse's square. c is across from the right angle — always the longest 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hypotenuse: square, add, then the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21f71f1271258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3" y="2194560"/>
            <a:ext cx="3730752" cy="341376"/>
          </a:xfrm>
          <a:prstGeom prst="rect">
            <a:avLst/>
          </a:prstGeom>
        </p:spPr>
      </p:pic>
      <p:pic>
        <p:nvPicPr>
          <p:cNvPr id="11" name="Picture 10" descr="f5cca9bd60907f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511" y="2990088"/>
            <a:ext cx="2444496" cy="478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66971"/>
            <a:ext cx="2311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Legs 3 and 5:   </a:t>
            </a:r>
          </a:p>
        </p:txBody>
      </p:sp>
      <p:pic>
        <p:nvPicPr>
          <p:cNvPr id="13" name="Picture 12" descr="24c2904a6862c3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79" y="4044045"/>
            <a:ext cx="1483320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5700" y="3966971"/>
            <a:ext cx="535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363f37b4e81453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519" y="4010818"/>
            <a:ext cx="1808464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34483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Exact: </a:t>
            </a:r>
          </a:p>
        </p:txBody>
      </p:sp>
      <p:pic>
        <p:nvPicPr>
          <p:cNvPr id="17" name="Picture 16" descr="5b982e7bc59239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736" y="4678330"/>
            <a:ext cx="666900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27636" y="4634483"/>
            <a:ext cx="41507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  To the nearest tenth: 5.8.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leg: subtract the squares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e309e7e8ce6a1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5" y="1993392"/>
            <a:ext cx="2258568" cy="341376"/>
          </a:xfrm>
          <a:prstGeom prst="rect">
            <a:avLst/>
          </a:prstGeom>
        </p:spPr>
      </p:pic>
      <p:pic>
        <p:nvPicPr>
          <p:cNvPr id="11" name="Picture 10" descr="5652a128c97c63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367" y="2679192"/>
            <a:ext cx="3224784" cy="341376"/>
          </a:xfrm>
          <a:prstGeom prst="rect">
            <a:avLst/>
          </a:prstGeom>
        </p:spPr>
      </p:pic>
      <p:pic>
        <p:nvPicPr>
          <p:cNvPr id="12" name="Picture 11" descr="c79a9df2bcafe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364991"/>
            <a:ext cx="2066543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4140707"/>
            <a:ext cx="32313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For a leg, subtract:  </a:t>
            </a:r>
          </a:p>
        </p:txBody>
      </p:sp>
      <p:pic>
        <p:nvPicPr>
          <p:cNvPr id="14" name="Picture 13" descr="1eb4729ee4dde5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31" y="4217781"/>
            <a:ext cx="1499933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81665" y="4140707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84936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Check: a leg is shorter than the hypotenuse.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7 cm and 9 cm.</a:t>
            </a:r>
          </a:p>
        </p:txBody>
      </p:sp>
      <p:pic>
        <p:nvPicPr>
          <p:cNvPr id="9" name="Picture 8" descr="g37a284cc012c9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19" y="2276458"/>
            <a:ext cx="2240280" cy="234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54362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 Give it exactly and to the nearest tenth.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3f94f57da23b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22648" cy="341376"/>
          </a:xfrm>
          <a:prstGeom prst="rect">
            <a:avLst/>
          </a:prstGeom>
        </p:spPr>
      </p:pic>
      <p:pic>
        <p:nvPicPr>
          <p:cNvPr id="9" name="Picture 8" descr="b97c89e1a1136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97480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√130 cm ≈ 11.4 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 and 11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 and 11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  <p:pic>
        <p:nvPicPr>
          <p:cNvPr id="10" name="Picture 9" descr="49e72f05093d83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019" y="2796697"/>
            <a:ext cx="4331208" cy="304800"/>
          </a:xfrm>
          <a:prstGeom prst="rect">
            <a:avLst/>
          </a:prstGeom>
        </p:spPr>
      </p:pic>
      <p:pic>
        <p:nvPicPr>
          <p:cNvPr id="11" name="Picture 10" descr="42e060f27f4a5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019" y="3291044"/>
            <a:ext cx="242620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√146 in ≈ 12.1 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26 m and one leg of 24 m.</a:t>
            </a:r>
          </a:p>
        </p:txBody>
      </p:sp>
      <p:pic>
        <p:nvPicPr>
          <p:cNvPr id="9" name="Picture 8" descr="g1605b09377360d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2276458"/>
            <a:ext cx="1810512" cy="25523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15803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9d154ca61db8b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316480" cy="341376"/>
          </a:xfrm>
          <a:prstGeom prst="rect">
            <a:avLst/>
          </a:prstGeom>
        </p:spPr>
      </p:pic>
      <p:pic>
        <p:nvPicPr>
          <p:cNvPr id="9" name="Picture 8" descr="fafc9a58f3fff9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3422904" cy="341376"/>
          </a:xfrm>
          <a:prstGeom prst="rect">
            <a:avLst/>
          </a:prstGeom>
        </p:spPr>
      </p:pic>
      <p:pic>
        <p:nvPicPr>
          <p:cNvPr id="10" name="Picture 9" descr="2f21362e83d94f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51632"/>
            <a:ext cx="2468880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10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  <p:pic>
        <p:nvPicPr>
          <p:cNvPr id="10" name="Picture 9" descr="3e1aaf67d43b2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59" y="2796697"/>
            <a:ext cx="4151376" cy="304800"/>
          </a:xfrm>
          <a:prstGeom prst="rect">
            <a:avLst/>
          </a:prstGeom>
        </p:spPr>
      </p:pic>
      <p:pic>
        <p:nvPicPr>
          <p:cNvPr id="11" name="Picture 10" descr="12045b10f967ac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459" y="3291044"/>
            <a:ext cx="211836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√85 ft ≈ 9.2 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998436"/>
            <a:ext cx="2304288" cy="23461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80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28" y="2998436"/>
            <a:ext cx="2304288" cy="2346139"/>
          </a:xfrm>
          <a:prstGeom prst="rect">
            <a:avLst/>
          </a:prstGeom>
        </p:spPr>
      </p:pic>
      <p:pic>
        <p:nvPicPr>
          <p:cNvPr id="11" name="Picture 10" descr="2899ab4d0ffda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899" y="3777647"/>
            <a:ext cx="2429256" cy="262128"/>
          </a:xfrm>
          <a:prstGeom prst="rect">
            <a:avLst/>
          </a:prstGeom>
        </p:spPr>
      </p:pic>
      <p:pic>
        <p:nvPicPr>
          <p:cNvPr id="12" name="Picture 11" descr="e078427f0d1d53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899" y="4250087"/>
            <a:ext cx="1840991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80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 and 9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 and 9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7410ced1fcc2b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9" y="3113689"/>
            <a:ext cx="2441448" cy="307848"/>
          </a:xfrm>
          <a:prstGeom prst="rect">
            <a:avLst/>
          </a:prstGeom>
        </p:spPr>
      </p:pic>
      <p:pic>
        <p:nvPicPr>
          <p:cNvPr id="11" name="Picture 10" descr="d774a50e89260b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899" y="3611084"/>
            <a:ext cx="2075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√97 in ≈ 9.8 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3" y="2998436"/>
            <a:ext cx="2176272" cy="2343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501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998436"/>
            <a:ext cx="2176272" cy="2343111"/>
          </a:xfrm>
          <a:prstGeom prst="rect">
            <a:avLst/>
          </a:prstGeom>
        </p:spPr>
      </p:pic>
      <p:pic>
        <p:nvPicPr>
          <p:cNvPr id="11" name="Picture 10" descr="da85c990301d92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76133"/>
            <a:ext cx="2657856" cy="262128"/>
          </a:xfrm>
          <a:prstGeom prst="rect">
            <a:avLst/>
          </a:prstGeom>
        </p:spPr>
      </p:pic>
      <p:pic>
        <p:nvPicPr>
          <p:cNvPr id="12" name="Picture 11" descr="6e05135a1808f9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48573"/>
            <a:ext cx="1859280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50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81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57.3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f10d4c561f967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75" y="3110641"/>
            <a:ext cx="3438144" cy="368808"/>
          </a:xfrm>
          <a:prstGeom prst="rect">
            <a:avLst/>
          </a:prstGeom>
        </p:spPr>
      </p:pic>
      <p:pic>
        <p:nvPicPr>
          <p:cNvPr id="11" name="Picture 10" descr="a236597d86fee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75" y="3611084"/>
            <a:ext cx="182270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 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right triangle is drawn turned. Its legs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98436"/>
            <a:ext cx="4206240" cy="21783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46029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right triangle is drawn turned. Its legs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28" y="2998436"/>
            <a:ext cx="4206240" cy="2178389"/>
          </a:xfrm>
          <a:prstGeom prst="rect">
            <a:avLst/>
          </a:prstGeom>
        </p:spPr>
      </p:pic>
      <p:pic>
        <p:nvPicPr>
          <p:cNvPr id="11" name="Picture 10" descr="38f42acf1793d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52" y="3693772"/>
            <a:ext cx="2130552" cy="262128"/>
          </a:xfrm>
          <a:prstGeom prst="rect">
            <a:avLst/>
          </a:prstGeom>
        </p:spPr>
      </p:pic>
      <p:pic>
        <p:nvPicPr>
          <p:cNvPr id="12" name="Picture 11" descr="95a27a9fc7d94d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752" y="4166212"/>
            <a:ext cx="1786128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602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√74 cm ≈ 8.6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in; its legs are 16 in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467b3d8054f9e8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5596"/>
            <a:ext cx="175260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940ac47e9562c5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089876"/>
            <a:ext cx="2246376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64ca13b55e11e6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48244"/>
            <a:ext cx="287426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b1c1dd707cdaed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02524"/>
            <a:ext cx="2246376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in; its legs are 16 in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pic>
        <p:nvPicPr>
          <p:cNvPr id="10" name="Picture 9" descr="723ec51e38368d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59" y="3116737"/>
            <a:ext cx="3157728" cy="304800"/>
          </a:xfrm>
          <a:prstGeom prst="rect">
            <a:avLst/>
          </a:prstGeom>
        </p:spPr>
      </p:pic>
      <p:pic>
        <p:nvPicPr>
          <p:cNvPr id="11" name="Picture 10" descr="29d805f74fa34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59" y="3611084"/>
            <a:ext cx="222504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and x = 12 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pic>
        <p:nvPicPr>
          <p:cNvPr id="10" name="Picture 9" descr="4d4d0148702223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923" y="3116737"/>
            <a:ext cx="2822448" cy="304800"/>
          </a:xfrm>
          <a:prstGeom prst="rect">
            <a:avLst/>
          </a:prstGeom>
        </p:spPr>
      </p:pic>
      <p:pic>
        <p:nvPicPr>
          <p:cNvPr id="11" name="Picture 10" descr="899457164c48e8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923" y="3611084"/>
            <a:ext cx="2456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√115 m ≈ 10.7 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 and 11 in.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 and 11 in.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pic>
        <p:nvPicPr>
          <p:cNvPr id="10" name="Picture 9" descr="c0b0581c2b142e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28" y="3546107"/>
            <a:ext cx="2831592" cy="304800"/>
          </a:xfrm>
          <a:prstGeom prst="rect">
            <a:avLst/>
          </a:prstGeom>
        </p:spPr>
      </p:pic>
      <p:pic>
        <p:nvPicPr>
          <p:cNvPr id="11" name="Picture 10" descr="6f89b6850aed21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4040455"/>
            <a:ext cx="243535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√185 in ≈ 13.6 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56becf73e2479b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6185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3293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8b551e9736168d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8662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5770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pic>
        <p:nvPicPr>
          <p:cNvPr id="13" name="Picture 12" descr="ec09cf29acca5c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299" y="3930155"/>
            <a:ext cx="2901696" cy="304800"/>
          </a:xfrm>
          <a:prstGeom prst="rect">
            <a:avLst/>
          </a:prstGeom>
        </p:spPr>
      </p:pic>
      <p:pic>
        <p:nvPicPr>
          <p:cNvPr id="14" name="Picture 13" descr="4616387d26fd7c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4424503"/>
            <a:ext cx="2231136" cy="43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added the squares; a leg must be shorter than 13 cm. Subtract: the leg is 12 cm.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12 m and 5 m. How long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3 ft and 8 ft. How long is the hypotenuse, exactly and to the nearest tenth?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9864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39 cm and one leg of 36 cm. How long is the other leg?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3989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989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11 in and one leg of 4 in. How long is the other leg, exactly and to the nearest tenth?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81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8114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is drawn turned on its side. Its legs are 6 m and 11 m. How long is its hypotenuse, to the nearest tenth?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2239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2239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25 yd and one leg of 24 yd. The other leg is x. Write the equation that finds x, then find 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missing leg or hypotenuse length — MTM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