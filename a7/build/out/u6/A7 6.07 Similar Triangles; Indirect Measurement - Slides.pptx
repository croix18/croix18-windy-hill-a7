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LESSONS 7–8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Similar Triangles; Indirect Measurement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MA.8.GR.2.4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a missing side of similar triangles with the scale factor, and use similar triangles to measure what I cannot reach.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4616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The triangle </a:t>
            </a:r>
          </a:p>
        </p:txBody>
      </p:sp>
      <p:pic>
        <p:nvPicPr>
          <p:cNvPr id="9" name="Picture 8" descr="a14bf8353d2e0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017" y="1564719"/>
            <a:ext cx="697753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96771" y="1440180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261b9496b8e6f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34" y="1564719"/>
            <a:ext cx="674020" cy="2705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04854" y="1440180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67db46e2c7538c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917" y="1564719"/>
            <a:ext cx="655034" cy="2705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93951" y="1440180"/>
            <a:ext cx="41424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its perimeter, to the tenth?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052828"/>
            <a:ext cx="96015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13-ft ladder's foot is 5 ft from a wall. How high does it reach?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85873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10 cm side is 4 cm in a copy. What is the scale factor?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278124"/>
            <a:ext cx="7911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At 1 in : 6 ft, a 3.5-in wall on a drawing is how long?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4616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The triangle </a:t>
            </a:r>
          </a:p>
        </p:txBody>
      </p:sp>
      <p:pic>
        <p:nvPicPr>
          <p:cNvPr id="9" name="Picture 8" descr="a14bf8353d2e05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017" y="1564719"/>
            <a:ext cx="697753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96771" y="1440180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261b9496b8e6f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34" y="1564719"/>
            <a:ext cx="674020" cy="2705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04854" y="1440180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3" name="Picture 12" descr="67db46e2c7538c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917" y="1564719"/>
            <a:ext cx="655034" cy="2705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93951" y="1440180"/>
            <a:ext cx="41424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its perimeter, to the tenth?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1897380"/>
            <a:ext cx="14645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8.6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510028"/>
            <a:ext cx="96015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13-ft ladder's foot is 5 ft from a wall. How high does it reach?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967228"/>
            <a:ext cx="864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12 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79876"/>
            <a:ext cx="85873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10 cm side is 4 cm in a copy. What is the scale factor?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037076"/>
            <a:ext cx="12274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k = 0.4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649724"/>
            <a:ext cx="79117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At 1 in : 6 ft, a 3.5-in wall on a drawing is how long?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7727" y="4649724"/>
            <a:ext cx="864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21 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similar triangles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same shape, any size: matching angles equal, and every side multiplied by the same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0999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corresponding sides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03580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sides that match — across from equal angles: shortest with shortest, longest with longest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56941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 factor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50531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copy ÷ original, for one matching pair of sides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46084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indirect measurement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39673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finding a length you cannot reach from similar triangles you can measure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Similar: every side times the same 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b1393c149350c9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993392"/>
            <a:ext cx="7315200" cy="1765914"/>
          </a:xfrm>
          <a:prstGeom prst="rect">
            <a:avLst/>
          </a:prstGeom>
        </p:spPr>
      </p:pic>
      <p:pic>
        <p:nvPicPr>
          <p:cNvPr id="11" name="Picture 10" descr="dffa0e8c36125c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197" y="3908658"/>
            <a:ext cx="1106424" cy="673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86621" y="4015338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f0a344a8a323dc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7904" y="3914754"/>
            <a:ext cx="1295400" cy="667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23304" y="4015338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c01a75d5d6aaea9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586" y="3905610"/>
            <a:ext cx="1316736" cy="6766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512176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Three ratios, all equal: similar. Match shortest to shortest, longest to longest.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 missing side: find k, then multiply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af1054aa98879b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993392"/>
            <a:ext cx="6858000" cy="2146433"/>
          </a:xfrm>
          <a:prstGeom prst="rect">
            <a:avLst/>
          </a:prstGeom>
        </p:spPr>
      </p:pic>
      <p:pic>
        <p:nvPicPr>
          <p:cNvPr id="11" name="Picture 10" descr="4bfdef353fb7e1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880" y="4286129"/>
            <a:ext cx="1889760" cy="670560"/>
          </a:xfrm>
          <a:prstGeom prst="rect">
            <a:avLst/>
          </a:prstGeom>
        </p:spPr>
      </p:pic>
      <p:pic>
        <p:nvPicPr>
          <p:cNvPr id="12" name="Picture 11" descr="4d0a8ac6cf842b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610" y="5286254"/>
            <a:ext cx="2389632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09242" y="5208149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4" name="Picture 13" descr="8a8c7878b0eec0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0525" y="5279777"/>
            <a:ext cx="2691384" cy="3627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Same sun, same angle: shadows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111dd3fd22a0dc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1993392"/>
            <a:ext cx="3456432" cy="2650023"/>
          </a:xfrm>
          <a:prstGeom prst="rect">
            <a:avLst/>
          </a:prstGeom>
        </p:spPr>
      </p:pic>
      <p:pic>
        <p:nvPicPr>
          <p:cNvPr id="11" name="Picture 10" descr="2b85bcbfdf01e5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4789719"/>
            <a:ext cx="1609344" cy="670560"/>
          </a:xfrm>
          <a:prstGeom prst="rect">
            <a:avLst/>
          </a:prstGeom>
        </p:spPr>
      </p:pic>
      <p:pic>
        <p:nvPicPr>
          <p:cNvPr id="12" name="Picture 11" descr="1695fa317230a6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320" y="5814657"/>
            <a:ext cx="1859232" cy="254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97553" y="5711739"/>
            <a:ext cx="5628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The two triangles are similar.</a:t>
            </a:r>
          </a:p>
        </p:txBody>
      </p:sp>
      <p:pic>
        <p:nvPicPr>
          <p:cNvPr id="9" name="Picture 8" descr="ge2425ae442de18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276458"/>
            <a:ext cx="6858000" cy="26613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26702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x and 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5a97477c281592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566672" cy="673608"/>
          </a:xfrm>
          <a:prstGeom prst="rect">
            <a:avLst/>
          </a:prstGeom>
        </p:spPr>
      </p:pic>
      <p:pic>
        <p:nvPicPr>
          <p:cNvPr id="9" name="Picture 8" descr="bbdfad226e56a2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2060448" cy="277368"/>
          </a:xfrm>
          <a:prstGeom prst="rect">
            <a:avLst/>
          </a:prstGeom>
        </p:spPr>
      </p:pic>
      <p:pic>
        <p:nvPicPr>
          <p:cNvPr id="10" name="Picture 9" descr="75dd21dab41116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19856"/>
            <a:ext cx="2100072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21, y =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3, 5 and 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similar triangle has sides 28, x and 12. Find 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3, 5 and 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similar triangle has sides 28, x and 12. Find 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7137" y="2728688"/>
            <a:ext cx="44244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sorted:  3, 5, 7  and  12, x, 28</a:t>
            </a:r>
          </a:p>
        </p:txBody>
      </p:sp>
      <p:pic>
        <p:nvPicPr>
          <p:cNvPr id="11" name="Picture 10" descr="0019a33274271f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001" y="3254468"/>
            <a:ext cx="1222248" cy="512064"/>
          </a:xfrm>
          <a:prstGeom prst="rect">
            <a:avLst/>
          </a:prstGeom>
        </p:spPr>
      </p:pic>
      <p:pic>
        <p:nvPicPr>
          <p:cNvPr id="12" name="Picture 11" descr="7329a68ab6aef0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001" y="3970082"/>
            <a:ext cx="1648968" cy="21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Omar's eyes are 5 ft up, 4 ft from a mirror on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0213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it he sees the top of a tree 18 ft beyond the mirror.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412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The two right triangles are similar.</a:t>
            </a:r>
          </a:p>
        </p:txBody>
      </p:sp>
      <p:pic>
        <p:nvPicPr>
          <p:cNvPr id="11" name="Picture 10" descr="gcccabea20ad630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130" y="3080335"/>
            <a:ext cx="2287258" cy="22421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65167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tall is the tree?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6bd577f60b4023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905000" cy="667512"/>
          </a:xfrm>
          <a:prstGeom prst="rect">
            <a:avLst/>
          </a:prstGeom>
        </p:spPr>
      </p:pic>
      <p:pic>
        <p:nvPicPr>
          <p:cNvPr id="9" name="Picture 8" descr="035eeeba9ebb96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2072"/>
            <a:ext cx="2731008" cy="289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tree is 22.5 ft tall.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Ana's eyes are 4 ft up, 1.5 ft from a mirror on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it she sees the top of a flagpole 12 ft beyond the mirror.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83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The two right triangles are similar. How tall is the flagpole?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Ana's eyes are 4 ft up, 1.5 ft from a mirror on the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 it she sees the top of a flagpole 12 ft beyond the mirror.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83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The two right triangles are similar. How tall is the flagpole?</a:t>
            </a:r>
          </a:p>
        </p:txBody>
      </p:sp>
      <p:pic>
        <p:nvPicPr>
          <p:cNvPr id="11" name="Picture 10" descr="06184dcef0298b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3" y="3290647"/>
            <a:ext cx="1511808" cy="609600"/>
          </a:xfrm>
          <a:prstGeom prst="rect">
            <a:avLst/>
          </a:prstGeom>
        </p:spPr>
      </p:pic>
      <p:pic>
        <p:nvPicPr>
          <p:cNvPr id="12" name="Picture 11" descr="be1f699f2cd419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3" y="4113035"/>
            <a:ext cx="1926335" cy="265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57690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32 ft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Are triangles with sides 8, 12, 14 and 12, 18, 21 similar?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Are triangles with sides 8, 12, 14 and 12, 18, 21 similar?</a:t>
            </a:r>
          </a:p>
        </p:txBody>
      </p:sp>
      <p:pic>
        <p:nvPicPr>
          <p:cNvPr id="9" name="Picture 8" descr="29d440c348e857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466" y="2538586"/>
            <a:ext cx="1173480" cy="603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52946" y="26086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1" name="Picture 10" descr="74a531e9e94642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691" y="2532490"/>
            <a:ext cx="1182624" cy="60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19315" y="26086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66bdbc600003a8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061" y="2535538"/>
            <a:ext cx="1197864" cy="606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24602" y="3247246"/>
            <a:ext cx="27811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all three equal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every ratio is 1.5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two triangles are similar.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0" name="Picture 9" descr="g4645b571df500e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998436"/>
            <a:ext cx="6400800" cy="17248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00674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two triangles are similar.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0" name="Picture 9" descr="ge16b055d26223f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000" y="3048327"/>
            <a:ext cx="4754880" cy="14181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08400" y="2975576"/>
            <a:ext cx="45682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sorted:  6, 8, 11  and  18, x, 33</a:t>
            </a:r>
          </a:p>
        </p:txBody>
      </p:sp>
      <p:pic>
        <p:nvPicPr>
          <p:cNvPr id="12" name="Picture 11" descr="6ad28beba7d2ff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264" y="3501356"/>
            <a:ext cx="1203960" cy="515112"/>
          </a:xfrm>
          <a:prstGeom prst="rect">
            <a:avLst/>
          </a:prstGeom>
        </p:spPr>
      </p:pic>
      <p:pic>
        <p:nvPicPr>
          <p:cNvPr id="13" name="Picture 12" descr="10e0b58bf3f66f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264" y="4220018"/>
            <a:ext cx="1633728" cy="213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7998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12, 16 and 20 inches.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similar triangle's longest side is 5 inches.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other two sides.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12, 16 and 20 inches.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similar triangle's longest side is 5 inches.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other two sides.</a:t>
            </a:r>
          </a:p>
        </p:txBody>
      </p:sp>
      <p:pic>
        <p:nvPicPr>
          <p:cNvPr id="11" name="Picture 10" descr="c75e55e6849a05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331" y="3610687"/>
            <a:ext cx="1941576" cy="609600"/>
          </a:xfrm>
          <a:prstGeom prst="rect">
            <a:avLst/>
          </a:prstGeom>
        </p:spPr>
      </p:pic>
      <p:pic>
        <p:nvPicPr>
          <p:cNvPr id="12" name="Picture 11" descr="e275a5b65b3f10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331" y="4445267"/>
            <a:ext cx="1816608" cy="252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3939" y="4325443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4" name="Picture 13" descr="3414c92f419f2e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684" y="4442219"/>
            <a:ext cx="1853184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89694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 inches and 4 inches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Similar triangles: which side of the second matches the 9?</a:t>
            </a:r>
          </a:p>
        </p:txBody>
      </p:sp>
      <p:pic>
        <p:nvPicPr>
          <p:cNvPr id="9" name="Picture 8" descr="ge48dce5fbb9daf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459338"/>
            <a:ext cx="6400800" cy="13160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40131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131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989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989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none of them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Similar triangles: which side of the second matches the 9?</a:t>
            </a:r>
          </a:p>
        </p:txBody>
      </p:sp>
      <p:pic>
        <p:nvPicPr>
          <p:cNvPr id="9" name="Picture 8" descr="g799b3f80e5b01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13" y="2459338"/>
            <a:ext cx="4754880" cy="11111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6613" y="2534848"/>
            <a:ext cx="45698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sorted:  6, 9, 12  and  8, 12,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6613" y="3037768"/>
            <a:ext cx="52318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middle sides match:  9 and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the 12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triangle is similar to one with sides 5, 6 and 8?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5507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7, 8, 10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507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10, 12, 16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365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10, 12, 15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365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5, 6, 9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triangle is similar to one with sides 5, 6 and 8?</a:t>
            </a:r>
          </a:p>
        </p:txBody>
      </p:sp>
      <p:pic>
        <p:nvPicPr>
          <p:cNvPr id="9" name="Picture 8" descr="bdd3cfbd5300e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514" y="2532490"/>
            <a:ext cx="94488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8394" y="26086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1" name="Picture 10" descr="d6055516730cc4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39" y="2535538"/>
            <a:ext cx="923544" cy="606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15683" y="26086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2450c0a5a44890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429" y="2535538"/>
            <a:ext cx="926592" cy="606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08650" y="3247246"/>
            <a:ext cx="37544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one k for every 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10, 12, 16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4-ft post casts a 2.5-ft shadow as a tree casts a 15-ft shadow.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tall is the tree?</a:t>
            </a:r>
          </a:p>
        </p:txBody>
      </p:sp>
      <p:pic>
        <p:nvPicPr>
          <p:cNvPr id="10" name="Picture 9" descr="g03db603ddd3fae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313" y="2998436"/>
            <a:ext cx="2804892" cy="23083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902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4-ft post casts a 2.5-ft shadow as a tree casts a 15-ft shadow.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tall is the tree?</a:t>
            </a:r>
          </a:p>
        </p:txBody>
      </p:sp>
      <p:pic>
        <p:nvPicPr>
          <p:cNvPr id="10" name="Picture 9" descr="g03db603ddd3fae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641" y="2998436"/>
            <a:ext cx="2804892" cy="2308343"/>
          </a:xfrm>
          <a:prstGeom prst="rect">
            <a:avLst/>
          </a:prstGeom>
        </p:spPr>
      </p:pic>
      <p:pic>
        <p:nvPicPr>
          <p:cNvPr id="11" name="Picture 10" descr="1818a67803e262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918" y="3642068"/>
            <a:ext cx="1292352" cy="518160"/>
          </a:xfrm>
          <a:prstGeom prst="rect">
            <a:avLst/>
          </a:prstGeom>
        </p:spPr>
      </p:pic>
      <p:pic>
        <p:nvPicPr>
          <p:cNvPr id="12" name="Picture 11" descr="b7332b452dd02b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918" y="4354634"/>
            <a:ext cx="1645920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59024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24 ft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ramp rises 0.6 m over its first 2 m from A. The right triangles are similar.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is the ramp 8 m from A?</a:t>
            </a:r>
          </a:p>
        </p:txBody>
      </p:sp>
      <p:pic>
        <p:nvPicPr>
          <p:cNvPr id="10" name="Picture 9" descr="ga1f7235b1f551c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443" y="3427807"/>
            <a:ext cx="3526633" cy="19031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144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ramp rises 0.6 m over its first 2 m from A. The right triangles are similar.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high is the ramp 8 m from A?</a:t>
            </a:r>
          </a:p>
        </p:txBody>
      </p:sp>
      <p:pic>
        <p:nvPicPr>
          <p:cNvPr id="10" name="Picture 9" descr="ga1f7235b1f551c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75" y="3427807"/>
            <a:ext cx="3526633" cy="1903144"/>
          </a:xfrm>
          <a:prstGeom prst="rect">
            <a:avLst/>
          </a:prstGeom>
        </p:spPr>
      </p:pic>
      <p:pic>
        <p:nvPicPr>
          <p:cNvPr id="11" name="Picture 10" descr="e99d1959ca4f8c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292" y="3873411"/>
            <a:ext cx="1085088" cy="509016"/>
          </a:xfrm>
          <a:prstGeom prst="rect">
            <a:avLst/>
          </a:prstGeom>
        </p:spPr>
      </p:pic>
      <p:pic>
        <p:nvPicPr>
          <p:cNvPr id="12" name="Picture 11" descr="64fc6715d91c38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292" y="4579880"/>
            <a:ext cx="1959864" cy="222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1441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2.4 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Lena's eyes are 5 ft up. In a mirror on the ground 4 ft away she sees the top of a 45-year-old flagpole, 16 ft past the mirror.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The two right triangles are similar. How tall is the flagpole?</a:t>
            </a:r>
          </a:p>
        </p:txBody>
      </p:sp>
      <p:pic>
        <p:nvPicPr>
          <p:cNvPr id="10" name="Picture 9" descr="g0645dd5acbb2e2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272" y="3427807"/>
            <a:ext cx="1978974" cy="19225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63380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Lena's eyes are 5 ft up. In a mirror on the ground 4 ft away she sees the top of a 45-year-old flagpole, 16 ft past the mirror.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The two right triangles are similar. How tall is the flagpole?</a:t>
            </a:r>
          </a:p>
        </p:txBody>
      </p:sp>
      <p:pic>
        <p:nvPicPr>
          <p:cNvPr id="10" name="Picture 9" descr="g0645dd5acbb2e2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600" y="3427807"/>
            <a:ext cx="1978974" cy="1922533"/>
          </a:xfrm>
          <a:prstGeom prst="rect">
            <a:avLst/>
          </a:prstGeom>
        </p:spPr>
      </p:pic>
      <p:pic>
        <p:nvPicPr>
          <p:cNvPr id="11" name="Picture 10" descr="d89cf00d483841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959" y="3883105"/>
            <a:ext cx="1225296" cy="509016"/>
          </a:xfrm>
          <a:prstGeom prst="rect">
            <a:avLst/>
          </a:prstGeom>
        </p:spPr>
      </p:pic>
      <p:pic>
        <p:nvPicPr>
          <p:cNvPr id="12" name="Picture 11" descr="ca6ea06f1d290d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959" y="4586527"/>
            <a:ext cx="1642872" cy="222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338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20 ft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Kim says triangles with sides 3, 4, 5 and 5, 6, 7 are similar,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because each side grew by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Kim says triangles with sides 3, 4, 5 and 5, 6, 7 are similar,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because each side grew by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pic>
        <p:nvPicPr>
          <p:cNvPr id="11" name="Picture 10" descr="d2dfa2bbc03684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467" y="3613020"/>
            <a:ext cx="1012793" cy="5110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25260" y="3638786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43d58659d8a7f4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261" y="3610687"/>
            <a:ext cx="865774" cy="5133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11036" y="3638786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01b60fb0121f47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037" y="3615354"/>
            <a:ext cx="870442" cy="50873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01479" y="3638786"/>
            <a:ext cx="220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:  three ratios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similar means × one k, not + 2.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Are triangles with sides 4, 10, 12 and 6, 15, 20 similar? Show the three ratios.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9967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9967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triangle has sides 8, 10 and 13. A similar triangle's 10-side is 25. Find its other two sides.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871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87168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triangle has sides 15, 25 and 30. A similar triangle's longest side is 6. Find its other two sides.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0098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0098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A 1.5-m child casts a 2-m shadow. At the same moment a tree casts a 14-m shadow. How tall is the tree?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14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1480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The two right triangles are similar and share corner A. The small one runs 3 m along the ground from A and stands 1.2 m high. The big one runs 12 m along the ground from A. How high is 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92861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92861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20" b="0" i="0">
                <a:solidFill>
                  <a:srgbClr val="1A1A1A"/>
                </a:solidFill>
                <a:latin typeface="Lexend"/>
              </a:rPr>
              <a:t>Which is similar to a triangle with sides 8, 10 and 14: one with sides 10, 12, 16, or one with sides 12, 15, 21? Show why.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7–8 — Similar Triangles; Indirect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Side lengths of similar triangles — QSK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Similar triangles and indirect measurement — 88W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Identify similar triangles — 6PD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