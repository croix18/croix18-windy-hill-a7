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f1054aa98879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993392"/>
            <a:ext cx="6858000" cy="2146433"/>
          </a:xfrm>
          <a:prstGeom prst="rect">
            <a:avLst/>
          </a:prstGeom>
        </p:spPr>
      </p:pic>
      <p:pic>
        <p:nvPicPr>
          <p:cNvPr id="11" name="Picture 10" descr="4bfdef353fb7e1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80" y="4286129"/>
            <a:ext cx="1889760" cy="670560"/>
          </a:xfrm>
          <a:prstGeom prst="rect">
            <a:avLst/>
          </a:prstGeom>
        </p:spPr>
      </p:pic>
      <p:pic>
        <p:nvPicPr>
          <p:cNvPr id="12" name="Picture 11" descr="4d0a8ac6cf842b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610" y="5286254"/>
            <a:ext cx="23896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09242" y="520814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8a8c7878b0eec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0525" y="5279777"/>
            <a:ext cx="2691384" cy="3627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7137" y="2728688"/>
            <a:ext cx="4424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3, 5, 7  and  12, x, 28</a:t>
            </a:r>
          </a:p>
        </p:txBody>
      </p:sp>
      <p:pic>
        <p:nvPicPr>
          <p:cNvPr id="11" name="Picture 10" descr="0019a33274271f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01" y="3254468"/>
            <a:ext cx="1222248" cy="512064"/>
          </a:xfrm>
          <a:prstGeom prst="rect">
            <a:avLst/>
          </a:prstGeom>
        </p:spPr>
      </p:pic>
      <p:pic>
        <p:nvPicPr>
          <p:cNvPr id="12" name="Picture 11" descr="7329a68ab6aef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001" y="3970082"/>
            <a:ext cx="164896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4645b571df500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998436"/>
            <a:ext cx="6400800" cy="17248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0674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e16b055d26223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000" y="3048327"/>
            <a:ext cx="4754880" cy="14181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08400" y="2975576"/>
            <a:ext cx="4568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8, 11  and  18, x, 33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64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264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272" y="3427807"/>
            <a:ext cx="1978974" cy="1922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380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600" y="3427807"/>
            <a:ext cx="1978974" cy="1922533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59" y="3883105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959" y="4586527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3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8, 10 and 13. A similar triangle's 10-side is 25. Find its other two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871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871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00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286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9286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