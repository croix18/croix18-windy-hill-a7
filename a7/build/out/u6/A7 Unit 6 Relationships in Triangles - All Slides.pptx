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Relationship Id="rId8" Type="http://schemas.openxmlformats.org/officeDocument/2006/relationships/slide" Target="slide213.xml"/><Relationship Id="rId9" Type="http://schemas.openxmlformats.org/officeDocument/2006/relationships/slide" Target="slide24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image" Target="../media/image10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Relationship Id="rId3" Type="http://schemas.openxmlformats.org/officeDocument/2006/relationships/image" Target="../media/image144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1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Relationship Id="rId4" Type="http://schemas.openxmlformats.org/officeDocument/2006/relationships/image" Target="../media/image160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Relationship Id="rId3" Type="http://schemas.openxmlformats.org/officeDocument/2006/relationships/image" Target="../media/image162.png"/><Relationship Id="rId4" Type="http://schemas.openxmlformats.org/officeDocument/2006/relationships/image" Target="../media/image5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Relationship Id="rId4" Type="http://schemas.openxmlformats.org/officeDocument/2006/relationships/image" Target="../media/image18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Relationship Id="rId4" Type="http://schemas.openxmlformats.org/officeDocument/2006/relationships/image" Target="../media/image18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88.png"/><Relationship Id="rId5" Type="http://schemas.openxmlformats.org/officeDocument/2006/relationships/image" Target="../media/image73.png"/><Relationship Id="rId6" Type="http://schemas.openxmlformats.org/officeDocument/2006/relationships/image" Target="../media/image19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Relationship Id="rId4" Type="http://schemas.openxmlformats.org/officeDocument/2006/relationships/image" Target="../media/image1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Relationship Id="rId3" Type="http://schemas.openxmlformats.org/officeDocument/2006/relationships/image" Target="../media/image196.png"/><Relationship Id="rId4" Type="http://schemas.openxmlformats.org/officeDocument/2006/relationships/image" Target="../media/image194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Relationship Id="rId5" Type="http://schemas.openxmlformats.org/officeDocument/2006/relationships/image" Target="../media/image208.png"/><Relationship Id="rId6" Type="http://schemas.openxmlformats.org/officeDocument/2006/relationships/image" Target="../media/image209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Relationship Id="rId4" Type="http://schemas.openxmlformats.org/officeDocument/2006/relationships/image" Target="../media/image231.png"/><Relationship Id="rId5" Type="http://schemas.openxmlformats.org/officeDocument/2006/relationships/image" Target="../media/image232.png"/><Relationship Id="rId6" Type="http://schemas.openxmlformats.org/officeDocument/2006/relationships/image" Target="../media/image233.png"/><Relationship Id="rId7" Type="http://schemas.openxmlformats.org/officeDocument/2006/relationships/image" Target="../media/image234.png"/><Relationship Id="rId8" Type="http://schemas.openxmlformats.org/officeDocument/2006/relationships/image" Target="../media/image235.png"/><Relationship Id="rId9" Type="http://schemas.openxmlformats.org/officeDocument/2006/relationships/image" Target="../media/image236.png"/><Relationship Id="rId10" Type="http://schemas.openxmlformats.org/officeDocument/2006/relationships/image" Target="../media/image237.png"/><Relationship Id="rId11" Type="http://schemas.openxmlformats.org/officeDocument/2006/relationships/image" Target="../media/image238.png"/><Relationship Id="rId12" Type="http://schemas.openxmlformats.org/officeDocument/2006/relationships/image" Target="../media/image239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199.png"/><Relationship Id="rId4" Type="http://schemas.openxmlformats.org/officeDocument/2006/relationships/image" Target="../media/image216.png"/><Relationship Id="rId5" Type="http://schemas.openxmlformats.org/officeDocument/2006/relationships/image" Target="../media/image217.png"/><Relationship Id="rId6" Type="http://schemas.openxmlformats.org/officeDocument/2006/relationships/image" Target="../media/image241.png"/><Relationship Id="rId7" Type="http://schemas.openxmlformats.org/officeDocument/2006/relationships/image" Target="../media/image200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199.png"/><Relationship Id="rId4" Type="http://schemas.openxmlformats.org/officeDocument/2006/relationships/image" Target="../media/image216.png"/><Relationship Id="rId5" Type="http://schemas.openxmlformats.org/officeDocument/2006/relationships/image" Target="../media/image217.png"/><Relationship Id="rId6" Type="http://schemas.openxmlformats.org/officeDocument/2006/relationships/image" Target="../media/image241.png"/><Relationship Id="rId7" Type="http://schemas.openxmlformats.org/officeDocument/2006/relationships/image" Target="../media/image20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24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Relationship Id="rId3" Type="http://schemas.openxmlformats.org/officeDocument/2006/relationships/image" Target="../media/image245.png"/><Relationship Id="rId4" Type="http://schemas.openxmlformats.org/officeDocument/2006/relationships/image" Target="../media/image162.png"/><Relationship Id="rId5" Type="http://schemas.openxmlformats.org/officeDocument/2006/relationships/image" Target="../media/image24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Relationship Id="rId5" Type="http://schemas.openxmlformats.org/officeDocument/2006/relationships/image" Target="../media/image25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199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05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73.png"/><Relationship Id="rId8" Type="http://schemas.openxmlformats.org/officeDocument/2006/relationships/image" Target="../media/image191.png"/><Relationship Id="rId9" Type="http://schemas.openxmlformats.org/officeDocument/2006/relationships/image" Target="../media/image26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157.png"/><Relationship Id="rId7" Type="http://schemas.openxmlformats.org/officeDocument/2006/relationships/image" Target="../media/image277.png"/><Relationship Id="rId8" Type="http://schemas.openxmlformats.org/officeDocument/2006/relationships/image" Target="../media/image27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Relationship Id="rId5" Type="http://schemas.openxmlformats.org/officeDocument/2006/relationships/image" Target="../media/image28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Relationship Id="rId5" Type="http://schemas.openxmlformats.org/officeDocument/2006/relationships/image" Target="../media/image282.png"/><Relationship Id="rId6" Type="http://schemas.openxmlformats.org/officeDocument/2006/relationships/image" Target="../media/image286.png"/><Relationship Id="rId7" Type="http://schemas.openxmlformats.org/officeDocument/2006/relationships/image" Target="../media/image287.png"/><Relationship Id="rId8" Type="http://schemas.openxmlformats.org/officeDocument/2006/relationships/image" Target="../media/image288.png"/><Relationship Id="rId9" Type="http://schemas.openxmlformats.org/officeDocument/2006/relationships/image" Target="../media/image289.png"/><Relationship Id="rId10" Type="http://schemas.openxmlformats.org/officeDocument/2006/relationships/image" Target="../media/image290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Relationship Id="rId4" Type="http://schemas.openxmlformats.org/officeDocument/2006/relationships/image" Target="../media/image296.png"/><Relationship Id="rId5" Type="http://schemas.openxmlformats.org/officeDocument/2006/relationships/image" Target="../media/image297.png"/><Relationship Id="rId6" Type="http://schemas.openxmlformats.org/officeDocument/2006/relationships/image" Target="../media/image298.png"/><Relationship Id="rId7" Type="http://schemas.openxmlformats.org/officeDocument/2006/relationships/image" Target="../media/image299.png"/><Relationship Id="rId8" Type="http://schemas.openxmlformats.org/officeDocument/2006/relationships/image" Target="../media/image300.png"/><Relationship Id="rId9" Type="http://schemas.openxmlformats.org/officeDocument/2006/relationships/image" Target="../media/image30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Relationship Id="rId4" Type="http://schemas.openxmlformats.org/officeDocument/2006/relationships/image" Target="../media/image308.png"/><Relationship Id="rId5" Type="http://schemas.openxmlformats.org/officeDocument/2006/relationships/image" Target="../media/image305.png"/><Relationship Id="rId6" Type="http://schemas.openxmlformats.org/officeDocument/2006/relationships/image" Target="../media/image309.png"/><Relationship Id="rId7" Type="http://schemas.openxmlformats.org/officeDocument/2006/relationships/image" Target="../media/image310.png"/><Relationship Id="rId8" Type="http://schemas.openxmlformats.org/officeDocument/2006/relationships/image" Target="../media/image311.png"/><Relationship Id="rId9" Type="http://schemas.openxmlformats.org/officeDocument/2006/relationships/image" Target="../media/image312.png"/><Relationship Id="rId10" Type="http://schemas.openxmlformats.org/officeDocument/2006/relationships/image" Target="../media/image31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Relationship Id="rId4" Type="http://schemas.openxmlformats.org/officeDocument/2006/relationships/image" Target="../media/image319.png"/><Relationship Id="rId5" Type="http://schemas.openxmlformats.org/officeDocument/2006/relationships/image" Target="../media/image320.png"/><Relationship Id="rId6" Type="http://schemas.openxmlformats.org/officeDocument/2006/relationships/image" Target="../media/image321.png"/><Relationship Id="rId7" Type="http://schemas.openxmlformats.org/officeDocument/2006/relationships/image" Target="../media/image322.png"/><Relationship Id="rId8" Type="http://schemas.openxmlformats.org/officeDocument/2006/relationships/image" Target="../media/image323.png"/><Relationship Id="rId9" Type="http://schemas.openxmlformats.org/officeDocument/2006/relationships/image" Target="../media/image32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10.png"/><Relationship Id="rId7" Type="http://schemas.openxmlformats.org/officeDocument/2006/relationships/image" Target="../media/image33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332.png"/><Relationship Id="rId4" Type="http://schemas.openxmlformats.org/officeDocument/2006/relationships/image" Target="../media/image333.png"/><Relationship Id="rId5" Type="http://schemas.openxmlformats.org/officeDocument/2006/relationships/image" Target="../media/image33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Relationship Id="rId5" Type="http://schemas.openxmlformats.org/officeDocument/2006/relationships/image" Target="../media/image337.png"/><Relationship Id="rId6" Type="http://schemas.openxmlformats.org/officeDocument/2006/relationships/image" Target="../media/image338.png"/><Relationship Id="rId7" Type="http://schemas.openxmlformats.org/officeDocument/2006/relationships/image" Target="../media/image339.png"/><Relationship Id="rId8" Type="http://schemas.openxmlformats.org/officeDocument/2006/relationships/image" Target="../media/image340.png"/><Relationship Id="rId9" Type="http://schemas.openxmlformats.org/officeDocument/2006/relationships/image" Target="../media/image34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Relationship Id="rId3" Type="http://schemas.openxmlformats.org/officeDocument/2006/relationships/image" Target="../media/image34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Relationship Id="rId4" Type="http://schemas.openxmlformats.org/officeDocument/2006/relationships/image" Target="../media/image262.png"/><Relationship Id="rId5" Type="http://schemas.openxmlformats.org/officeDocument/2006/relationships/image" Target="../media/image144.png"/><Relationship Id="rId6" Type="http://schemas.openxmlformats.org/officeDocument/2006/relationships/image" Target="../media/image346.png"/><Relationship Id="rId7" Type="http://schemas.openxmlformats.org/officeDocument/2006/relationships/image" Target="../media/image347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Relationship Id="rId3" Type="http://schemas.openxmlformats.org/officeDocument/2006/relationships/image" Target="../media/image352.png"/><Relationship Id="rId4" Type="http://schemas.openxmlformats.org/officeDocument/2006/relationships/image" Target="../media/image353.png"/><Relationship Id="rId5" Type="http://schemas.openxmlformats.org/officeDocument/2006/relationships/image" Target="../media/image144.png"/><Relationship Id="rId6" Type="http://schemas.openxmlformats.org/officeDocument/2006/relationships/image" Target="../media/image354.png"/><Relationship Id="rId7" Type="http://schemas.openxmlformats.org/officeDocument/2006/relationships/image" Target="../media/image214.png"/><Relationship Id="rId8" Type="http://schemas.openxmlformats.org/officeDocument/2006/relationships/image" Target="../media/image35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18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Relationship Id="rId3" Type="http://schemas.openxmlformats.org/officeDocument/2006/relationships/image" Target="../media/image184.png"/><Relationship Id="rId4" Type="http://schemas.openxmlformats.org/officeDocument/2006/relationships/image" Target="../media/image275.png"/><Relationship Id="rId5" Type="http://schemas.openxmlformats.org/officeDocument/2006/relationships/image" Target="../media/image358.png"/><Relationship Id="rId6" Type="http://schemas.openxmlformats.org/officeDocument/2006/relationships/image" Target="../media/image359.png"/><Relationship Id="rId7" Type="http://schemas.openxmlformats.org/officeDocument/2006/relationships/image" Target="../media/image360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235.png"/><Relationship Id="rId4" Type="http://schemas.openxmlformats.org/officeDocument/2006/relationships/image" Target="../media/image362.png"/><Relationship Id="rId5" Type="http://schemas.openxmlformats.org/officeDocument/2006/relationships/image" Target="../media/image363.png"/><Relationship Id="rId6" Type="http://schemas.openxmlformats.org/officeDocument/2006/relationships/image" Target="../media/image364.png"/><Relationship Id="rId7" Type="http://schemas.openxmlformats.org/officeDocument/2006/relationships/image" Target="../media/image365.png"/><Relationship Id="rId8" Type="http://schemas.openxmlformats.org/officeDocument/2006/relationships/image" Target="../media/image366.png"/><Relationship Id="rId9" Type="http://schemas.openxmlformats.org/officeDocument/2006/relationships/image" Target="../media/image367.png"/><Relationship Id="rId10" Type="http://schemas.openxmlformats.org/officeDocument/2006/relationships/image" Target="../media/image368.png"/><Relationship Id="rId11" Type="http://schemas.openxmlformats.org/officeDocument/2006/relationships/image" Target="../media/image369.png"/><Relationship Id="rId12" Type="http://schemas.openxmlformats.org/officeDocument/2006/relationships/image" Target="../media/image370.png"/><Relationship Id="rId13" Type="http://schemas.openxmlformats.org/officeDocument/2006/relationships/image" Target="../media/image371.png"/><Relationship Id="rId14" Type="http://schemas.openxmlformats.org/officeDocument/2006/relationships/image" Target="../media/image372.png"/><Relationship Id="rId15" Type="http://schemas.openxmlformats.org/officeDocument/2006/relationships/image" Target="../media/image373.png"/><Relationship Id="rId16" Type="http://schemas.openxmlformats.org/officeDocument/2006/relationships/image" Target="../media/image374.png"/><Relationship Id="rId17" Type="http://schemas.openxmlformats.org/officeDocument/2006/relationships/image" Target="../media/image375.png"/><Relationship Id="rId18" Type="http://schemas.openxmlformats.org/officeDocument/2006/relationships/image" Target="../media/image376.png"/><Relationship Id="rId19" Type="http://schemas.openxmlformats.org/officeDocument/2006/relationships/image" Target="../media/image377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78.png"/><Relationship Id="rId4" Type="http://schemas.openxmlformats.org/officeDocument/2006/relationships/image" Target="../media/image17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78.png"/><Relationship Id="rId4" Type="http://schemas.openxmlformats.org/officeDocument/2006/relationships/image" Target="../media/image177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380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Relationship Id="rId4" Type="http://schemas.openxmlformats.org/officeDocument/2006/relationships/image" Target="../media/image385.png"/><Relationship Id="rId5" Type="http://schemas.openxmlformats.org/officeDocument/2006/relationships/image" Target="../media/image386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Relationship Id="rId3" Type="http://schemas.openxmlformats.org/officeDocument/2006/relationships/image" Target="../media/image388.png"/><Relationship Id="rId4" Type="http://schemas.openxmlformats.org/officeDocument/2006/relationships/image" Target="../media/image389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392.png"/><Relationship Id="rId4" Type="http://schemas.openxmlformats.org/officeDocument/2006/relationships/image" Target="../media/image39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Relationship Id="rId3" Type="http://schemas.openxmlformats.org/officeDocument/2006/relationships/image" Target="../media/image39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Relationship Id="rId3" Type="http://schemas.openxmlformats.org/officeDocument/2006/relationships/image" Target="../media/image402.png"/><Relationship Id="rId4" Type="http://schemas.openxmlformats.org/officeDocument/2006/relationships/image" Target="../media/image40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Relationship Id="rId3" Type="http://schemas.openxmlformats.org/officeDocument/2006/relationships/image" Target="../media/image409.png"/><Relationship Id="rId4" Type="http://schemas.openxmlformats.org/officeDocument/2006/relationships/image" Target="../media/image410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Relationship Id="rId3" Type="http://schemas.openxmlformats.org/officeDocument/2006/relationships/image" Target="../media/image414.png"/><Relationship Id="rId4" Type="http://schemas.openxmlformats.org/officeDocument/2006/relationships/image" Target="../media/image41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Relationship Id="rId4" Type="http://schemas.openxmlformats.org/officeDocument/2006/relationships/image" Target="../media/image421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Relationship Id="rId3" Type="http://schemas.openxmlformats.org/officeDocument/2006/relationships/image" Target="../media/image423.png"/><Relationship Id="rId4" Type="http://schemas.openxmlformats.org/officeDocument/2006/relationships/image" Target="../media/image424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Relationship Id="rId3" Type="http://schemas.openxmlformats.org/officeDocument/2006/relationships/image" Target="../media/image431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Relationship Id="rId3" Type="http://schemas.openxmlformats.org/officeDocument/2006/relationships/image" Target="../media/image434.png"/><Relationship Id="rId4" Type="http://schemas.openxmlformats.org/officeDocument/2006/relationships/image" Target="../media/image435.png"/><Relationship Id="rId5" Type="http://schemas.openxmlformats.org/officeDocument/2006/relationships/image" Target="../media/image436.png"/><Relationship Id="rId6" Type="http://schemas.openxmlformats.org/officeDocument/2006/relationships/image" Target="../media/image437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Relationship Id="rId4" Type="http://schemas.openxmlformats.org/officeDocument/2006/relationships/image" Target="../media/image44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Relationship Id="rId3" Type="http://schemas.openxmlformats.org/officeDocument/2006/relationships/image" Target="../media/image442.png"/><Relationship Id="rId4" Type="http://schemas.openxmlformats.org/officeDocument/2006/relationships/image" Target="../media/image44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Relationship Id="rId3" Type="http://schemas.openxmlformats.org/officeDocument/2006/relationships/image" Target="../media/image445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Relationship Id="rId3" Type="http://schemas.openxmlformats.org/officeDocument/2006/relationships/image" Target="../media/image447.png"/><Relationship Id="rId4" Type="http://schemas.openxmlformats.org/officeDocument/2006/relationships/image" Target="../media/image448.png"/><Relationship Id="rId5" Type="http://schemas.openxmlformats.org/officeDocument/2006/relationships/image" Target="../media/image449.png"/><Relationship Id="rId6" Type="http://schemas.openxmlformats.org/officeDocument/2006/relationships/image" Target="../media/image450.png"/><Relationship Id="rId7" Type="http://schemas.openxmlformats.org/officeDocument/2006/relationships/image" Target="../media/image451.png"/><Relationship Id="rId8" Type="http://schemas.openxmlformats.org/officeDocument/2006/relationships/image" Target="../media/image452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Relationship Id="rId3" Type="http://schemas.openxmlformats.org/officeDocument/2006/relationships/image" Target="../media/image463.png"/><Relationship Id="rId4" Type="http://schemas.openxmlformats.org/officeDocument/2006/relationships/image" Target="../media/image464.png"/><Relationship Id="rId5" Type="http://schemas.openxmlformats.org/officeDocument/2006/relationships/image" Target="../media/image465.png"/><Relationship Id="rId6" Type="http://schemas.openxmlformats.org/officeDocument/2006/relationships/image" Target="../media/image466.png"/><Relationship Id="rId7" Type="http://schemas.openxmlformats.org/officeDocument/2006/relationships/image" Target="../media/image46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Relationship Id="rId4" Type="http://schemas.openxmlformats.org/officeDocument/2006/relationships/image" Target="../media/image47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Relationship Id="rId3" Type="http://schemas.openxmlformats.org/officeDocument/2006/relationships/image" Target="../media/image474.png"/><Relationship Id="rId4" Type="http://schemas.openxmlformats.org/officeDocument/2006/relationships/image" Target="../media/image475.png"/><Relationship Id="rId5" Type="http://schemas.openxmlformats.org/officeDocument/2006/relationships/image" Target="../media/image476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Relationship Id="rId5" Type="http://schemas.openxmlformats.org/officeDocument/2006/relationships/image" Target="../media/image479.png"/><Relationship Id="rId6" Type="http://schemas.openxmlformats.org/officeDocument/2006/relationships/image" Target="../media/image48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Relationship Id="rId3" Type="http://schemas.openxmlformats.org/officeDocument/2006/relationships/image" Target="../media/image482.png"/><Relationship Id="rId4" Type="http://schemas.openxmlformats.org/officeDocument/2006/relationships/image" Target="../media/image48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5.png"/><Relationship Id="rId6" Type="http://schemas.openxmlformats.org/officeDocument/2006/relationships/image" Target="../media/image486.png"/><Relationship Id="rId7" Type="http://schemas.openxmlformats.org/officeDocument/2006/relationships/image" Target="../media/image48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Relationship Id="rId3" Type="http://schemas.openxmlformats.org/officeDocument/2006/relationships/image" Target="../media/image489.png"/><Relationship Id="rId4" Type="http://schemas.openxmlformats.org/officeDocument/2006/relationships/image" Target="../media/image490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Relationship Id="rId4" Type="http://schemas.openxmlformats.org/officeDocument/2006/relationships/image" Target="../media/image490.png"/><Relationship Id="rId5" Type="http://schemas.openxmlformats.org/officeDocument/2006/relationships/image" Target="../media/image493.png"/><Relationship Id="rId6" Type="http://schemas.openxmlformats.org/officeDocument/2006/relationships/image" Target="../media/image494.png"/><Relationship Id="rId7" Type="http://schemas.openxmlformats.org/officeDocument/2006/relationships/image" Target="../media/image466.png"/><Relationship Id="rId8" Type="http://schemas.openxmlformats.org/officeDocument/2006/relationships/image" Target="../media/image495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Relationship Id="rId3" Type="http://schemas.openxmlformats.org/officeDocument/2006/relationships/image" Target="../media/image499.png"/><Relationship Id="rId4" Type="http://schemas.openxmlformats.org/officeDocument/2006/relationships/image" Target="../media/image500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Relationship Id="rId3" Type="http://schemas.openxmlformats.org/officeDocument/2006/relationships/image" Target="../media/image503.png"/><Relationship Id="rId4" Type="http://schemas.openxmlformats.org/officeDocument/2006/relationships/image" Target="../media/image504.png"/><Relationship Id="rId5" Type="http://schemas.openxmlformats.org/officeDocument/2006/relationships/image" Target="../media/image505.png"/><Relationship Id="rId6" Type="http://schemas.openxmlformats.org/officeDocument/2006/relationships/image" Target="../media/image506.png"/><Relationship Id="rId7" Type="http://schemas.openxmlformats.org/officeDocument/2006/relationships/image" Target="../media/image507.png"/><Relationship Id="rId8" Type="http://schemas.openxmlformats.org/officeDocument/2006/relationships/image" Target="../media/image508.png"/><Relationship Id="rId9" Type="http://schemas.openxmlformats.org/officeDocument/2006/relationships/image" Target="../media/image509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Relationship Id="rId3" Type="http://schemas.openxmlformats.org/officeDocument/2006/relationships/image" Target="../media/image19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Relationship Id="rId3" Type="http://schemas.openxmlformats.org/officeDocument/2006/relationships/image" Target="../media/image199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512.png"/><Relationship Id="rId4" Type="http://schemas.openxmlformats.org/officeDocument/2006/relationships/image" Target="../media/image513.png"/><Relationship Id="rId5" Type="http://schemas.openxmlformats.org/officeDocument/2006/relationships/image" Target="../media/image514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Relationship Id="rId3" Type="http://schemas.openxmlformats.org/officeDocument/2006/relationships/image" Target="../media/image516.png"/><Relationship Id="rId4" Type="http://schemas.openxmlformats.org/officeDocument/2006/relationships/image" Target="../media/image517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Relationship Id="rId3" Type="http://schemas.openxmlformats.org/officeDocument/2006/relationships/image" Target="../media/image519.png"/><Relationship Id="rId4" Type="http://schemas.openxmlformats.org/officeDocument/2006/relationships/image" Target="../media/image520.png"/><Relationship Id="rId5" Type="http://schemas.openxmlformats.org/officeDocument/2006/relationships/image" Target="../media/image521.png"/><Relationship Id="rId6" Type="http://schemas.openxmlformats.org/officeDocument/2006/relationships/image" Target="../media/image522.png"/><Relationship Id="rId7" Type="http://schemas.openxmlformats.org/officeDocument/2006/relationships/image" Target="../media/image523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Relationship Id="rId3" Type="http://schemas.openxmlformats.org/officeDocument/2006/relationships/image" Target="../media/image525.png"/><Relationship Id="rId4" Type="http://schemas.openxmlformats.org/officeDocument/2006/relationships/image" Target="../media/image526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Relationship Id="rId3" Type="http://schemas.openxmlformats.org/officeDocument/2006/relationships/image" Target="../media/image528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Relationship Id="rId3" Type="http://schemas.openxmlformats.org/officeDocument/2006/relationships/image" Target="../media/image530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Relationship Id="rId3" Type="http://schemas.openxmlformats.org/officeDocument/2006/relationships/image" Target="../media/image532.png"/><Relationship Id="rId4" Type="http://schemas.openxmlformats.org/officeDocument/2006/relationships/image" Target="../media/image533.png"/><Relationship Id="rId5" Type="http://schemas.openxmlformats.org/officeDocument/2006/relationships/image" Target="../media/image534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6.png"/><Relationship Id="rId4" Type="http://schemas.openxmlformats.org/officeDocument/2006/relationships/image" Target="../media/image537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Relationship Id="rId3" Type="http://schemas.openxmlformats.org/officeDocument/2006/relationships/image" Target="../media/image539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2.png"/><Relationship Id="rId4" Type="http://schemas.openxmlformats.org/officeDocument/2006/relationships/image" Target="../media/image543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Relationship Id="rId3" Type="http://schemas.openxmlformats.org/officeDocument/2006/relationships/image" Target="../media/image545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Relationship Id="rId3" Type="http://schemas.openxmlformats.org/officeDocument/2006/relationships/image" Target="../media/image54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Relationship Id="rId3" Type="http://schemas.openxmlformats.org/officeDocument/2006/relationships/image" Target="../media/image549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Relationship Id="rId3" Type="http://schemas.openxmlformats.org/officeDocument/2006/relationships/image" Target="../media/image551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Relationship Id="rId3" Type="http://schemas.openxmlformats.org/officeDocument/2006/relationships/image" Target="../media/image553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Relationship Id="rId3" Type="http://schemas.openxmlformats.org/officeDocument/2006/relationships/image" Target="../media/image555.png"/><Relationship Id="rId4" Type="http://schemas.openxmlformats.org/officeDocument/2006/relationships/image" Target="../media/image556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Relationship Id="rId3" Type="http://schemas.openxmlformats.org/officeDocument/2006/relationships/image" Target="../media/image557.png"/><Relationship Id="rId4" Type="http://schemas.openxmlformats.org/officeDocument/2006/relationships/image" Target="../media/image558.png"/><Relationship Id="rId5" Type="http://schemas.openxmlformats.org/officeDocument/2006/relationships/image" Target="../media/image559.png"/><Relationship Id="rId6" Type="http://schemas.openxmlformats.org/officeDocument/2006/relationships/image" Target="../media/image560.png"/><Relationship Id="rId7" Type="http://schemas.openxmlformats.org/officeDocument/2006/relationships/image" Target="../media/image561.png"/><Relationship Id="rId8" Type="http://schemas.openxmlformats.org/officeDocument/2006/relationships/image" Target="../media/image562.png"/><Relationship Id="rId9" Type="http://schemas.openxmlformats.org/officeDocument/2006/relationships/image" Target="../media/image563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Relationship Id="rId6" Type="http://schemas.openxmlformats.org/officeDocument/2006/relationships/image" Target="../media/image568.png"/><Relationship Id="rId7" Type="http://schemas.openxmlformats.org/officeDocument/2006/relationships/image" Target="../media/image569.png"/><Relationship Id="rId8" Type="http://schemas.openxmlformats.org/officeDocument/2006/relationships/image" Target="../media/image570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Relationship Id="rId3" Type="http://schemas.openxmlformats.org/officeDocument/2006/relationships/image" Target="../media/image565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Relationship Id="rId6" Type="http://schemas.openxmlformats.org/officeDocument/2006/relationships/image" Target="../media/image574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Relationship Id="rId3" Type="http://schemas.openxmlformats.org/officeDocument/2006/relationships/image" Target="../media/image57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7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Relationship Id="rId3" Type="http://schemas.openxmlformats.org/officeDocument/2006/relationships/image" Target="../media/image579.png"/><Relationship Id="rId4" Type="http://schemas.openxmlformats.org/officeDocument/2006/relationships/image" Target="../media/image580.png"/><Relationship Id="rId5" Type="http://schemas.openxmlformats.org/officeDocument/2006/relationships/image" Target="../media/image581.png"/><Relationship Id="rId6" Type="http://schemas.openxmlformats.org/officeDocument/2006/relationships/image" Target="../media/image582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Relationships in Triangles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Eight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6.01–02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213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0884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771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08849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77713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pic>
        <p:nvPicPr>
          <p:cNvPr id="11" name="Picture 10" descr="c8ac983533cfd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475" y="3048381"/>
            <a:ext cx="149656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x is more than 5 and less than 13.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31436"/>
            <a:ext cx="1150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Never </a:t>
            </a:r>
          </a:p>
        </p:txBody>
      </p:sp>
      <p:pic>
        <p:nvPicPr>
          <p:cNvPr id="14" name="Picture 13" descr="86c91fb9500094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88" y="4812934"/>
            <a:ext cx="151892" cy="1566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52680" y="4631436"/>
            <a:ext cx="4150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: at 5 or 13 the sides lie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685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62176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109" y="3596209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57660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803" y="3593447"/>
            <a:ext cx="1544097" cy="251364"/>
          </a:xfrm>
          <a:prstGeom prst="rect">
            <a:avLst/>
          </a:prstGeom>
        </p:spPr>
      </p:pic>
      <p:pic>
        <p:nvPicPr>
          <p:cNvPr id="13" name="Picture 12" descr="13e3ad95332ccb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3109" y="4134371"/>
            <a:ext cx="136550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&lt; x &lt; 19 — more than 5 cm and less than 19 cm.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0fbe6fa0ef0cae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51790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ffc528ca75e1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61919"/>
            <a:ext cx="16123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7505d4898526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74567"/>
            <a:ext cx="153009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c71b5ee8fe399e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77615"/>
            <a:ext cx="1520952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056" y="3596209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7328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470" y="3596209"/>
            <a:ext cx="1571720" cy="254126"/>
          </a:xfrm>
          <a:prstGeom prst="rect">
            <a:avLst/>
          </a:prstGeom>
        </p:spPr>
      </p:pic>
      <p:pic>
        <p:nvPicPr>
          <p:cNvPr id="13" name="Picture 12" descr="4878d8a402d2d5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3056" y="4130180"/>
            <a:ext cx="1386649" cy="2541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39706" y="4017595"/>
            <a:ext cx="2855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never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 &lt; x &lt; 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3003961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54136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47849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inches, 9 inches and 18 inches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Write an inequality for the length x, in meters, of the third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38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43814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inches, 40 inches and 50 inches into a triangle. Is one corner a right angle?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15 m and one leg of 8 m.</a:t>
            </a:r>
          </a:p>
        </p:txBody>
      </p:sp>
      <p:pic>
        <p:nvPicPr>
          <p:cNvPr id="9" name="Picture 8" descr="g8750fe113f51c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276458"/>
            <a:ext cx="3657600" cy="23681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381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 Give it exactly and to the nearest tenth.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792e0d9e2775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5688" cy="341376"/>
          </a:xfrm>
          <a:prstGeom prst="rect">
            <a:avLst/>
          </a:prstGeom>
        </p:spPr>
      </p:pic>
      <p:pic>
        <p:nvPicPr>
          <p:cNvPr id="9" name="Picture 8" descr="7647180d4d2d71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166872" cy="341376"/>
          </a:xfrm>
          <a:prstGeom prst="rect">
            <a:avLst/>
          </a:prstGeom>
        </p:spPr>
      </p:pic>
      <p:pic>
        <p:nvPicPr>
          <p:cNvPr id="10" name="Picture 9" descr="b3458a8a85ef49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51632"/>
            <a:ext cx="2682240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√161 m ≈ 12.7 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19247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f1c9e3a279737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31895"/>
            <a:ext cx="253593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31895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54610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4040455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and x = 12 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inches and one leg of 4 inches.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6 m and 11 m (drawn turned on its side on the paper).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d5ddee4c5feff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1939298"/>
          </a:xfrm>
          <a:prstGeom prst="rect">
            <a:avLst/>
          </a:prstGeom>
        </p:spPr>
      </p:pic>
      <p:pic>
        <p:nvPicPr>
          <p:cNvPr id="11" name="Picture 10" descr="3485607edb5ad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075" y="4078994"/>
            <a:ext cx="4849368" cy="341376"/>
          </a:xfrm>
          <a:prstGeom prst="rect">
            <a:avLst/>
          </a:prstGeom>
        </p:spPr>
      </p:pic>
      <p:pic>
        <p:nvPicPr>
          <p:cNvPr id="12" name="Picture 11" descr="b433e3a5e16f76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64" y="4764794"/>
            <a:ext cx="2374392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58165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13 m. Along two sides is 17 m: the path is 4 m shorter.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4fc4e71f3131bc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8e7e96d88d0988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998436"/>
            <a:ext cx="2002536" cy="22692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5112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256" y="2998436"/>
            <a:ext cx="2002536" cy="2269223"/>
          </a:xfrm>
          <a:prstGeom prst="rect">
            <a:avLst/>
          </a:prstGeom>
        </p:spPr>
      </p:pic>
      <p:pic>
        <p:nvPicPr>
          <p:cNvPr id="11" name="Picture 10" descr="3f19fa5341f20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5" y="3739189"/>
            <a:ext cx="2282952" cy="262128"/>
          </a:xfrm>
          <a:prstGeom prst="rect">
            <a:avLst/>
          </a:prstGeom>
        </p:spPr>
      </p:pic>
      <p:pic>
        <p:nvPicPr>
          <p:cNvPr id="12" name="Picture 11" descr="2716f0e30bc433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175" y="4211629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511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in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25.6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e53afea40bf001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615" y="3116737"/>
            <a:ext cx="3176016" cy="304800"/>
          </a:xfrm>
          <a:prstGeom prst="rect">
            <a:avLst/>
          </a:prstGeom>
        </p:spPr>
      </p:pic>
      <p:pic>
        <p:nvPicPr>
          <p:cNvPr id="11" name="Picture 10" descr="439b221365061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615" y="3611084"/>
            <a:ext cx="224332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12 ft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kite's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30-m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8356" y="3478099"/>
            <a:ext cx="6541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kite.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8356" y="4017595"/>
            <a:ext cx="46870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string.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30-m string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965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3776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kite flies at the end of 25 m of string, straight above a spot 20 m from where the string is held. How high is the kite?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939831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80612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939831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80612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2723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660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0c90d3ed4c01e3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77" y="2197798"/>
            <a:ext cx="117138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1061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568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8177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2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d7650af90a23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599" y="1699831"/>
            <a:ext cx="116890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098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5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fd1e2597f8d8f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23" y="1697355"/>
            <a:ext cx="117138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957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3f1c5f11e201d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19119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359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62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26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3f0f8823578f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19367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607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539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022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9a62bdd266be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41160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400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71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548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f404ed3578af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41408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64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47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044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b503a1a696b2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38684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1924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06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3199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11531d20504c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38931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2171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182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152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a95cfae89382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1490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1408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372c2035ac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15157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636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87c765902c21e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5750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2dd890084e8153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8227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54a04eef7073b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990599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1146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730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66058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5eb0c83aac6e3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1014984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24554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30a7ddc4d05885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972311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06266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8c6f3e57d36ddd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164336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18918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1d6b3c1823f8861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345" y="4553712"/>
            <a:ext cx="688848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783193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60210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954071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069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3402663"/>
            <a:ext cx="1101217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45978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4389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954071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1069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4317063"/>
            <a:ext cx="1101217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5978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straight across, not along the streets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142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b82d6ff52fd29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65" y="1560195"/>
            <a:ext cx="138188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8852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168aa1b708cf3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58" y="1560195"/>
            <a:ext cx="115652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8638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891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223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f7637bf1f23e2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442" y="2238929"/>
            <a:ext cx="117386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4303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c53dc4ab84ce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309" y="2238929"/>
            <a:ext cx="100793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3244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751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7936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0885c1628ecce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27" y="2236453"/>
            <a:ext cx="117633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e1561ae894e4e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6453"/>
            <a:ext cx="101041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4483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89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1651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298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7d14c651bb500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266" y="1711982"/>
            <a:ext cx="116395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025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337b7924af3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083" y="2383155"/>
            <a:ext cx="11911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8279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6902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b24940e898cd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4" y="2380678"/>
            <a:ext cx="119367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9517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20651465751a1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39674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148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6b8c6650b1e4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489" y="1969198"/>
            <a:ext cx="118624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3873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40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173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91e37486c2daf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39922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396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5d3ee67f1492f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966" y="1966722"/>
            <a:ext cx="1188720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68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93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6163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302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14f1e4fdf28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34" y="1971675"/>
            <a:ext cx="99555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958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94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71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5505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61bb298a85ba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511" y="1969198"/>
            <a:ext cx="99802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454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1047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456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d832b4bac9153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4190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0986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73c6edcb7dba7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69" y="1969198"/>
            <a:ext cx="136207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294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950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a9da81e531be7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42151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1233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6c2f1763edcf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1966722"/>
            <a:ext cx="136455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7897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903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044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993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45703" y="344708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18" name="Picture 17" descr="f99e1e60b05ca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571" y="3535671"/>
            <a:ext cx="2310288" cy="2613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01860" y="344708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d65cbda9bdc001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137" y="3584677"/>
            <a:ext cx="718756" cy="2123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45703" y="395000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2" name="Picture 21" descr="4d8caafc7f3b64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871" y="4038591"/>
            <a:ext cx="2314956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06827" y="395000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e21a50ad46b70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9104" y="4087597"/>
            <a:ext cx="723423" cy="212359"/>
          </a:xfrm>
          <a:prstGeom prst="rect">
            <a:avLst/>
          </a:prstGeom>
        </p:spPr>
      </p:pic>
      <p:pic>
        <p:nvPicPr>
          <p:cNvPr id="25" name="Picture 24" descr="b5e1abcfea899e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567" y="4587898"/>
            <a:ext cx="2566416" cy="213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85355efc44b8a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1010412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204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5cac30a7325a50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1012888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947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b381385a56012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9e86e97f1b20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0683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53b53c1ff7ca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123" y="2508296"/>
            <a:ext cx="1012888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3012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452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577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3241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99922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abbcd38a0851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600" y="2505820"/>
            <a:ext cx="101536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796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7405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20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670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828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eba37c76e917a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1005459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03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de7e15c7b8d74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100793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279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90cad1d225c0e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16643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0811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5078aaa02558f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168908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328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f8df7d2fbd412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0780"/>
            <a:ext cx="964360" cy="2341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8873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b490da1242b960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60" y="1570780"/>
            <a:ext cx="725158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0119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dca74f84de6bf1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205" y="1572039"/>
            <a:ext cx="569048" cy="2316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5254" y="1499019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047226acc1322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833429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51733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36f61976a2ef1ad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98953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49564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e47ee9949ebce04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5651" y="2506648"/>
            <a:ext cx="820839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76490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2577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9107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94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11653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6f3371b3f4bbf6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974432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0783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3046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57058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06d2d48467fcd0c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81580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956247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6d8814c221810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96184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3920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209a3bec006696b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45288" y="4645152"/>
            <a:ext cx="81580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46109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7178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382265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6" name="Picture 55" descr="3c9a30b1926c47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43956" y="4645152"/>
            <a:ext cx="861126" cy="23416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905083" y="4573391"/>
            <a:ext cx="197782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long is a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4940741"/>
            <a:ext cx="13764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diagonal?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f1054aa98879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993392"/>
            <a:ext cx="6858000" cy="2146433"/>
          </a:xfrm>
          <a:prstGeom prst="rect">
            <a:avLst/>
          </a:prstGeom>
        </p:spPr>
      </p:pic>
      <p:pic>
        <p:nvPicPr>
          <p:cNvPr id="11" name="Picture 10" descr="4bfdef353fb7e1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880" y="4286129"/>
            <a:ext cx="1889760" cy="670560"/>
          </a:xfrm>
          <a:prstGeom prst="rect">
            <a:avLst/>
          </a:prstGeom>
        </p:spPr>
      </p:pic>
      <p:pic>
        <p:nvPicPr>
          <p:cNvPr id="12" name="Picture 11" descr="4d0a8ac6cf842b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610" y="5286254"/>
            <a:ext cx="23896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09242" y="520814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8a8c7878b0eec0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0525" y="5279777"/>
            <a:ext cx="2691384" cy="362712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7137" y="2728688"/>
            <a:ext cx="4424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3, 5, 7  and  12, x, 28</a:t>
            </a:r>
          </a:p>
        </p:txBody>
      </p:sp>
      <p:pic>
        <p:nvPicPr>
          <p:cNvPr id="11" name="Picture 10" descr="0019a33274271f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001" y="3254468"/>
            <a:ext cx="1222248" cy="512064"/>
          </a:xfrm>
          <a:prstGeom prst="rect">
            <a:avLst/>
          </a:prstGeom>
        </p:spPr>
      </p:pic>
      <p:pic>
        <p:nvPicPr>
          <p:cNvPr id="12" name="Picture 11" descr="7329a68ab6aef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001" y="3970082"/>
            <a:ext cx="164896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Omar's eyes are 5 ft up, 4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he sees the top of a tree 18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12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</a:t>
            </a:r>
          </a:p>
        </p:txBody>
      </p:sp>
      <p:pic>
        <p:nvPicPr>
          <p:cNvPr id="11" name="Picture 10" descr="gcccabea20ad63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130" y="3080335"/>
            <a:ext cx="2287258" cy="22421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6516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bd577f60b4023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905000" cy="667512"/>
          </a:xfrm>
          <a:prstGeom prst="rect">
            <a:avLst/>
          </a:prstGeom>
        </p:spPr>
      </p:pic>
      <p:pic>
        <p:nvPicPr>
          <p:cNvPr id="9" name="Picture 8" descr="035eeeba9ebb9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273100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tree is 22.5 ft tall.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1" name="Picture 10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3290647"/>
            <a:ext cx="1511808" cy="609600"/>
          </a:xfrm>
          <a:prstGeom prst="rect">
            <a:avLst/>
          </a:prstGeom>
        </p:spPr>
      </p:pic>
      <p:pic>
        <p:nvPicPr>
          <p:cNvPr id="12" name="Picture 11" descr="be1f699f2cd419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4113035"/>
            <a:ext cx="1926335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6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 ft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4645b571df500e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998436"/>
            <a:ext cx="6400800" cy="17248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0674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e16b055d26223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000" y="3048327"/>
            <a:ext cx="4754880" cy="14181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08400" y="2975576"/>
            <a:ext cx="4568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8, 11  and  18, x, 33</a:t>
            </a:r>
          </a:p>
        </p:txBody>
      </p:sp>
      <p:pic>
        <p:nvPicPr>
          <p:cNvPr id="12" name="Picture 11" descr="6ad28beba7d2f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64" y="3501356"/>
            <a:ext cx="1203960" cy="515112"/>
          </a:xfrm>
          <a:prstGeom prst="rect">
            <a:avLst/>
          </a:prstGeom>
        </p:spPr>
      </p:pic>
      <p:pic>
        <p:nvPicPr>
          <p:cNvPr id="13" name="Picture 12" descr="10e0b58bf3f66f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3264" y="4220018"/>
            <a:ext cx="1633728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99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24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inches and 4 inches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 of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272" y="3427807"/>
            <a:ext cx="1978974" cy="1922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380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600" y="3427807"/>
            <a:ext cx="1978974" cy="1922533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959" y="3883105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959" y="4586527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3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9967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7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8, 10 and 13. A similar triangle's 10-side is 25. Find its other two sides.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871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871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00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14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The two right triangles are similar and share corner A. The small one runs 3 m along the ground from A and stands 1.2 m high. The big one runs 12 m along the ground from A.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286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9286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(adjacent, on a straight line) is supplementary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4645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 —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04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22344" y="5639457"/>
            <a:ext cx="2795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(m for measure).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19" y="2998436"/>
            <a:ext cx="3004268" cy="2286795"/>
          </a:xfrm>
          <a:prstGeom prst="rect">
            <a:avLst/>
          </a:prstGeom>
        </p:spPr>
      </p:pic>
      <p:pic>
        <p:nvPicPr>
          <p:cNvPr id="11" name="Picture 10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971" y="3801696"/>
            <a:ext cx="788765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0736" y="3661774"/>
            <a:ext cx="1758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(vertical)</a:t>
            </a:r>
          </a:p>
        </p:txBody>
      </p:sp>
      <p:pic>
        <p:nvPicPr>
          <p:cNvPr id="13" name="Picture 12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971" y="4292948"/>
            <a:ext cx="2291619" cy="221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3591" y="4164694"/>
            <a:ext cx="2450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(a linear pair)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512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5dcf96e4300877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24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acab42555d0e0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809" y="2459338"/>
            <a:ext cx="2596896" cy="2287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79225" y="3122920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225" y="3625840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3008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0393" y="2052828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3235" y="2665476"/>
            <a:ext cx="1008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$0.75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8483" y="32781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396377"/>
            <a:ext cx="5980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triangle's three angles add to 180°:  </a:t>
            </a:r>
          </a:p>
        </p:txBody>
      </p:sp>
      <p:pic>
        <p:nvPicPr>
          <p:cNvPr id="15" name="Picture 14" descr="9263d6474ca215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695" y="5520916"/>
            <a:ext cx="3540982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60650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isosceles triangle's two base angles are equal. The angle between its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602371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equal sides is 40°. Find 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