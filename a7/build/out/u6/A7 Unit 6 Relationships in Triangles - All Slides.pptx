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Relationship Id="rId8" Type="http://schemas.openxmlformats.org/officeDocument/2006/relationships/slide" Target="slide213.xml"/><Relationship Id="rId9" Type="http://schemas.openxmlformats.org/officeDocument/2006/relationships/slide" Target="slide24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Relationship Id="rId4" Type="http://schemas.openxmlformats.org/officeDocument/2006/relationships/image" Target="../media/image9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45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156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image" Target="../media/image160.png"/><Relationship Id="rId6" Type="http://schemas.openxmlformats.org/officeDocument/2006/relationships/image" Target="../media/image161.png"/><Relationship Id="rId7" Type="http://schemas.openxmlformats.org/officeDocument/2006/relationships/image" Target="../media/image16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Relationship Id="rId3" Type="http://schemas.openxmlformats.org/officeDocument/2006/relationships/image" Target="../media/image169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Relationship Id="rId4" Type="http://schemas.openxmlformats.org/officeDocument/2006/relationships/image" Target="../media/image17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Relationship Id="rId4" Type="http://schemas.openxmlformats.org/officeDocument/2006/relationships/image" Target="../media/image17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Relationship Id="rId4" Type="http://schemas.openxmlformats.org/officeDocument/2006/relationships/image" Target="../media/image18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0.png"/><Relationship Id="rId5" Type="http://schemas.openxmlformats.org/officeDocument/2006/relationships/image" Target="../media/image65.png"/><Relationship Id="rId6" Type="http://schemas.openxmlformats.org/officeDocument/2006/relationships/image" Target="../media/image18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Relationship Id="rId4" Type="http://schemas.openxmlformats.org/officeDocument/2006/relationships/image" Target="../media/image186.png"/><Relationship Id="rId5" Type="http://schemas.openxmlformats.org/officeDocument/2006/relationships/image" Target="../media/image189.png"/><Relationship Id="rId6" Type="http://schemas.openxmlformats.org/officeDocument/2006/relationships/image" Target="../media/image190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Relationship Id="rId7" Type="http://schemas.openxmlformats.org/officeDocument/2006/relationships/image" Target="../media/image19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Relationship Id="rId6" Type="http://schemas.openxmlformats.org/officeDocument/2006/relationships/image" Target="../media/image20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04.png"/><Relationship Id="rId4" Type="http://schemas.openxmlformats.org/officeDocument/2006/relationships/image" Target="../media/image205.png"/><Relationship Id="rId5" Type="http://schemas.openxmlformats.org/officeDocument/2006/relationships/image" Target="../media/image206.png"/><Relationship Id="rId6" Type="http://schemas.openxmlformats.org/officeDocument/2006/relationships/image" Target="../media/image20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Relationship Id="rId3" Type="http://schemas.openxmlformats.org/officeDocument/2006/relationships/image" Target="../media/image216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Relationship Id="rId5" Type="http://schemas.openxmlformats.org/officeDocument/2006/relationships/image" Target="../media/image22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Relationship Id="rId4" Type="http://schemas.openxmlformats.org/officeDocument/2006/relationships/image" Target="../media/image223.png"/><Relationship Id="rId5" Type="http://schemas.openxmlformats.org/officeDocument/2006/relationships/image" Target="../media/image224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Relationship Id="rId8" Type="http://schemas.openxmlformats.org/officeDocument/2006/relationships/image" Target="../media/image227.png"/><Relationship Id="rId9" Type="http://schemas.openxmlformats.org/officeDocument/2006/relationships/image" Target="../media/image228.png"/><Relationship Id="rId10" Type="http://schemas.openxmlformats.org/officeDocument/2006/relationships/image" Target="../media/image229.png"/><Relationship Id="rId11" Type="http://schemas.openxmlformats.org/officeDocument/2006/relationships/image" Target="../media/image230.png"/><Relationship Id="rId12" Type="http://schemas.openxmlformats.org/officeDocument/2006/relationships/image" Target="../media/image23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191.png"/><Relationship Id="rId4" Type="http://schemas.openxmlformats.org/officeDocument/2006/relationships/image" Target="../media/image208.png"/><Relationship Id="rId5" Type="http://schemas.openxmlformats.org/officeDocument/2006/relationships/image" Target="../media/image209.png"/><Relationship Id="rId6" Type="http://schemas.openxmlformats.org/officeDocument/2006/relationships/image" Target="../media/image233.png"/><Relationship Id="rId7" Type="http://schemas.openxmlformats.org/officeDocument/2006/relationships/image" Target="../media/image19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191.png"/><Relationship Id="rId4" Type="http://schemas.openxmlformats.org/officeDocument/2006/relationships/image" Target="../media/image208.png"/><Relationship Id="rId5" Type="http://schemas.openxmlformats.org/officeDocument/2006/relationships/image" Target="../media/image209.png"/><Relationship Id="rId6" Type="http://schemas.openxmlformats.org/officeDocument/2006/relationships/image" Target="../media/image233.png"/><Relationship Id="rId7" Type="http://schemas.openxmlformats.org/officeDocument/2006/relationships/image" Target="../media/image19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235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154.png"/><Relationship Id="rId5" Type="http://schemas.openxmlformats.org/officeDocument/2006/relationships/image" Target="../media/image23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Relationship Id="rId3" Type="http://schemas.openxmlformats.org/officeDocument/2006/relationships/image" Target="../media/image240.png"/><Relationship Id="rId4" Type="http://schemas.openxmlformats.org/officeDocument/2006/relationships/image" Target="../media/image241.png"/><Relationship Id="rId5" Type="http://schemas.openxmlformats.org/officeDocument/2006/relationships/image" Target="../media/image24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Relationship Id="rId3" Type="http://schemas.openxmlformats.org/officeDocument/2006/relationships/image" Target="../media/image251.png"/><Relationship Id="rId4" Type="http://schemas.openxmlformats.org/officeDocument/2006/relationships/image" Target="../media/image19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53.png"/><Relationship Id="rId4" Type="http://schemas.openxmlformats.org/officeDocument/2006/relationships/image" Target="../media/image197.png"/><Relationship Id="rId5" Type="http://schemas.openxmlformats.org/officeDocument/2006/relationships/image" Target="../media/image254.png"/><Relationship Id="rId6" Type="http://schemas.openxmlformats.org/officeDocument/2006/relationships/image" Target="../media/image255.png"/><Relationship Id="rId7" Type="http://schemas.openxmlformats.org/officeDocument/2006/relationships/image" Target="../media/image65.png"/><Relationship Id="rId8" Type="http://schemas.openxmlformats.org/officeDocument/2006/relationships/image" Target="../media/image183.png"/><Relationship Id="rId9" Type="http://schemas.openxmlformats.org/officeDocument/2006/relationships/image" Target="../media/image256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58.png"/><Relationship Id="rId4" Type="http://schemas.openxmlformats.org/officeDocument/2006/relationships/image" Target="../media/image25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Relationship Id="rId3" Type="http://schemas.openxmlformats.org/officeDocument/2006/relationships/image" Target="../media/image264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Relationship Id="rId5" Type="http://schemas.openxmlformats.org/officeDocument/2006/relationships/image" Target="../media/image268.png"/><Relationship Id="rId6" Type="http://schemas.openxmlformats.org/officeDocument/2006/relationships/image" Target="../media/image149.png"/><Relationship Id="rId7" Type="http://schemas.openxmlformats.org/officeDocument/2006/relationships/image" Target="../media/image269.png"/><Relationship Id="rId8" Type="http://schemas.openxmlformats.org/officeDocument/2006/relationships/image" Target="../media/image27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Relationship Id="rId5" Type="http://schemas.openxmlformats.org/officeDocument/2006/relationships/image" Target="../media/image274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image" Target="../media/image277.png"/><Relationship Id="rId5" Type="http://schemas.openxmlformats.org/officeDocument/2006/relationships/image" Target="../media/image274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Relationship Id="rId4" Type="http://schemas.openxmlformats.org/officeDocument/2006/relationships/image" Target="../media/image288.png"/><Relationship Id="rId5" Type="http://schemas.openxmlformats.org/officeDocument/2006/relationships/image" Target="../media/image289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Relationship Id="rId8" Type="http://schemas.openxmlformats.org/officeDocument/2006/relationships/image" Target="../media/image292.png"/><Relationship Id="rId9" Type="http://schemas.openxmlformats.org/officeDocument/2006/relationships/image" Target="../media/image29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Relationship Id="rId4" Type="http://schemas.openxmlformats.org/officeDocument/2006/relationships/image" Target="../media/image296.png"/><Relationship Id="rId5" Type="http://schemas.openxmlformats.org/officeDocument/2006/relationships/image" Target="../media/image29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Relationship Id="rId3" Type="http://schemas.openxmlformats.org/officeDocument/2006/relationships/image" Target="../media/image299.png"/><Relationship Id="rId4" Type="http://schemas.openxmlformats.org/officeDocument/2006/relationships/image" Target="../media/image300.png"/><Relationship Id="rId5" Type="http://schemas.openxmlformats.org/officeDocument/2006/relationships/image" Target="../media/image297.png"/><Relationship Id="rId6" Type="http://schemas.openxmlformats.org/officeDocument/2006/relationships/image" Target="../media/image301.png"/><Relationship Id="rId7" Type="http://schemas.openxmlformats.org/officeDocument/2006/relationships/image" Target="../media/image302.png"/><Relationship Id="rId8" Type="http://schemas.openxmlformats.org/officeDocument/2006/relationships/image" Target="../media/image303.png"/><Relationship Id="rId9" Type="http://schemas.openxmlformats.org/officeDocument/2006/relationships/image" Target="../media/image304.png"/><Relationship Id="rId10" Type="http://schemas.openxmlformats.org/officeDocument/2006/relationships/image" Target="../media/image30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Relationship Id="rId4" Type="http://schemas.openxmlformats.org/officeDocument/2006/relationships/image" Target="../media/image308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Relationship Id="rId5" Type="http://schemas.openxmlformats.org/officeDocument/2006/relationships/image" Target="../media/image312.png"/><Relationship Id="rId6" Type="http://schemas.openxmlformats.org/officeDocument/2006/relationships/image" Target="../media/image313.png"/><Relationship Id="rId7" Type="http://schemas.openxmlformats.org/officeDocument/2006/relationships/image" Target="../media/image314.png"/><Relationship Id="rId8" Type="http://schemas.openxmlformats.org/officeDocument/2006/relationships/image" Target="../media/image315.png"/><Relationship Id="rId9" Type="http://schemas.openxmlformats.org/officeDocument/2006/relationships/image" Target="../media/image31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Relationship Id="rId6" Type="http://schemas.openxmlformats.org/officeDocument/2006/relationships/image" Target="../media/image302.png"/><Relationship Id="rId7" Type="http://schemas.openxmlformats.org/officeDocument/2006/relationships/image" Target="../media/image32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324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327.png"/><Relationship Id="rId4" Type="http://schemas.openxmlformats.org/officeDocument/2006/relationships/image" Target="../media/image328.png"/><Relationship Id="rId5" Type="http://schemas.openxmlformats.org/officeDocument/2006/relationships/image" Target="../media/image329.png"/><Relationship Id="rId6" Type="http://schemas.openxmlformats.org/officeDocument/2006/relationships/image" Target="../media/image330.png"/><Relationship Id="rId7" Type="http://schemas.openxmlformats.org/officeDocument/2006/relationships/image" Target="../media/image331.png"/><Relationship Id="rId8" Type="http://schemas.openxmlformats.org/officeDocument/2006/relationships/image" Target="../media/image332.png"/><Relationship Id="rId9" Type="http://schemas.openxmlformats.org/officeDocument/2006/relationships/image" Target="../media/image33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Relationship Id="rId3" Type="http://schemas.openxmlformats.org/officeDocument/2006/relationships/image" Target="../media/image335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Relationship Id="rId4" Type="http://schemas.openxmlformats.org/officeDocument/2006/relationships/image" Target="../media/image254.png"/><Relationship Id="rId5" Type="http://schemas.openxmlformats.org/officeDocument/2006/relationships/image" Target="../media/image136.png"/><Relationship Id="rId6" Type="http://schemas.openxmlformats.org/officeDocument/2006/relationships/image" Target="../media/image338.png"/><Relationship Id="rId7" Type="http://schemas.openxmlformats.org/officeDocument/2006/relationships/image" Target="../media/image33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Relationship Id="rId3" Type="http://schemas.openxmlformats.org/officeDocument/2006/relationships/image" Target="../media/image341.png"/><Relationship Id="rId4" Type="http://schemas.openxmlformats.org/officeDocument/2006/relationships/image" Target="../media/image34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Relationship Id="rId3" Type="http://schemas.openxmlformats.org/officeDocument/2006/relationships/image" Target="../media/image344.png"/><Relationship Id="rId4" Type="http://schemas.openxmlformats.org/officeDocument/2006/relationships/image" Target="../media/image345.png"/><Relationship Id="rId5" Type="http://schemas.openxmlformats.org/officeDocument/2006/relationships/image" Target="../media/image136.png"/><Relationship Id="rId6" Type="http://schemas.openxmlformats.org/officeDocument/2006/relationships/image" Target="../media/image346.png"/><Relationship Id="rId7" Type="http://schemas.openxmlformats.org/officeDocument/2006/relationships/image" Target="../media/image206.png"/><Relationship Id="rId8" Type="http://schemas.openxmlformats.org/officeDocument/2006/relationships/image" Target="../media/image34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176.png"/><Relationship Id="rId4" Type="http://schemas.openxmlformats.org/officeDocument/2006/relationships/image" Target="../media/image267.png"/><Relationship Id="rId5" Type="http://schemas.openxmlformats.org/officeDocument/2006/relationships/image" Target="../media/image350.png"/><Relationship Id="rId6" Type="http://schemas.openxmlformats.org/officeDocument/2006/relationships/image" Target="../media/image351.png"/><Relationship Id="rId7" Type="http://schemas.openxmlformats.org/officeDocument/2006/relationships/image" Target="../media/image35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227.png"/><Relationship Id="rId4" Type="http://schemas.openxmlformats.org/officeDocument/2006/relationships/image" Target="../media/image354.png"/><Relationship Id="rId5" Type="http://schemas.openxmlformats.org/officeDocument/2006/relationships/image" Target="../media/image355.png"/><Relationship Id="rId6" Type="http://schemas.openxmlformats.org/officeDocument/2006/relationships/image" Target="../media/image356.png"/><Relationship Id="rId7" Type="http://schemas.openxmlformats.org/officeDocument/2006/relationships/image" Target="../media/image357.png"/><Relationship Id="rId8" Type="http://schemas.openxmlformats.org/officeDocument/2006/relationships/image" Target="../media/image358.png"/><Relationship Id="rId9" Type="http://schemas.openxmlformats.org/officeDocument/2006/relationships/image" Target="../media/image359.png"/><Relationship Id="rId10" Type="http://schemas.openxmlformats.org/officeDocument/2006/relationships/image" Target="../media/image360.png"/><Relationship Id="rId11" Type="http://schemas.openxmlformats.org/officeDocument/2006/relationships/image" Target="../media/image361.png"/><Relationship Id="rId12" Type="http://schemas.openxmlformats.org/officeDocument/2006/relationships/image" Target="../media/image362.png"/><Relationship Id="rId13" Type="http://schemas.openxmlformats.org/officeDocument/2006/relationships/image" Target="../media/image363.png"/><Relationship Id="rId14" Type="http://schemas.openxmlformats.org/officeDocument/2006/relationships/image" Target="../media/image364.png"/><Relationship Id="rId15" Type="http://schemas.openxmlformats.org/officeDocument/2006/relationships/image" Target="../media/image365.png"/><Relationship Id="rId16" Type="http://schemas.openxmlformats.org/officeDocument/2006/relationships/image" Target="../media/image366.png"/><Relationship Id="rId17" Type="http://schemas.openxmlformats.org/officeDocument/2006/relationships/image" Target="../media/image367.png"/><Relationship Id="rId18" Type="http://schemas.openxmlformats.org/officeDocument/2006/relationships/image" Target="../media/image368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69.png"/><Relationship Id="rId4" Type="http://schemas.openxmlformats.org/officeDocument/2006/relationships/image" Target="../media/image16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69.png"/><Relationship Id="rId4" Type="http://schemas.openxmlformats.org/officeDocument/2006/relationships/image" Target="../media/image169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Relationship Id="rId3" Type="http://schemas.openxmlformats.org/officeDocument/2006/relationships/image" Target="../media/image379.png"/><Relationship Id="rId4" Type="http://schemas.openxmlformats.org/officeDocument/2006/relationships/image" Target="../media/image38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Relationship Id="rId3" Type="http://schemas.openxmlformats.org/officeDocument/2006/relationships/image" Target="../media/image383.png"/><Relationship Id="rId4" Type="http://schemas.openxmlformats.org/officeDocument/2006/relationships/image" Target="../media/image38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Relationship Id="rId4" Type="http://schemas.openxmlformats.org/officeDocument/2006/relationships/image" Target="../media/image387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3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3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Relationship Id="rId4" Type="http://schemas.openxmlformats.org/officeDocument/2006/relationships/image" Target="../media/image39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Relationship Id="rId4" Type="http://schemas.openxmlformats.org/officeDocument/2006/relationships/image" Target="../media/image39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Relationship Id="rId4" Type="http://schemas.openxmlformats.org/officeDocument/2006/relationships/image" Target="../media/image406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Relationship Id="rId4" Type="http://schemas.openxmlformats.org/officeDocument/2006/relationships/image" Target="../media/image409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Relationship Id="rId3" Type="http://schemas.openxmlformats.org/officeDocument/2006/relationships/image" Target="../media/image414.png"/><Relationship Id="rId4" Type="http://schemas.openxmlformats.org/officeDocument/2006/relationships/image" Target="../media/image41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Relationship Id="rId3" Type="http://schemas.openxmlformats.org/officeDocument/2006/relationships/image" Target="../media/image424.png"/><Relationship Id="rId4" Type="http://schemas.openxmlformats.org/officeDocument/2006/relationships/image" Target="../media/image425.png"/><Relationship Id="rId5" Type="http://schemas.openxmlformats.org/officeDocument/2006/relationships/image" Target="../media/image426.png"/><Relationship Id="rId6" Type="http://schemas.openxmlformats.org/officeDocument/2006/relationships/image" Target="../media/image427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Relationship Id="rId4" Type="http://schemas.openxmlformats.org/officeDocument/2006/relationships/image" Target="../media/image43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Relationship Id="rId4" Type="http://schemas.openxmlformats.org/officeDocument/2006/relationships/image" Target="../media/image43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Relationship Id="rId4" Type="http://schemas.openxmlformats.org/officeDocument/2006/relationships/image" Target="../media/image438.png"/><Relationship Id="rId5" Type="http://schemas.openxmlformats.org/officeDocument/2006/relationships/image" Target="../media/image439.png"/><Relationship Id="rId6" Type="http://schemas.openxmlformats.org/officeDocument/2006/relationships/image" Target="../media/image440.png"/><Relationship Id="rId7" Type="http://schemas.openxmlformats.org/officeDocument/2006/relationships/image" Target="../media/image441.png"/><Relationship Id="rId8" Type="http://schemas.openxmlformats.org/officeDocument/2006/relationships/image" Target="../media/image442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Relationship Id="rId3" Type="http://schemas.openxmlformats.org/officeDocument/2006/relationships/image" Target="../media/image447.png"/><Relationship Id="rId4" Type="http://schemas.openxmlformats.org/officeDocument/2006/relationships/image" Target="../media/image448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Relationship Id="rId3" Type="http://schemas.openxmlformats.org/officeDocument/2006/relationships/image" Target="../media/image450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Relationship Id="rId3" Type="http://schemas.openxmlformats.org/officeDocument/2006/relationships/image" Target="../media/image459.png"/><Relationship Id="rId4" Type="http://schemas.openxmlformats.org/officeDocument/2006/relationships/image" Target="../media/image460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Relationship Id="rId3" Type="http://schemas.openxmlformats.org/officeDocument/2006/relationships/image" Target="../media/image463.png"/><Relationship Id="rId4" Type="http://schemas.openxmlformats.org/officeDocument/2006/relationships/image" Target="../media/image46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3.png"/><Relationship Id="rId4" Type="http://schemas.openxmlformats.org/officeDocument/2006/relationships/image" Target="../media/image464.png"/><Relationship Id="rId5" Type="http://schemas.openxmlformats.org/officeDocument/2006/relationships/image" Target="../media/image466.png"/><Relationship Id="rId6" Type="http://schemas.openxmlformats.org/officeDocument/2006/relationships/image" Target="../media/image467.png"/><Relationship Id="rId7" Type="http://schemas.openxmlformats.org/officeDocument/2006/relationships/image" Target="../media/image468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Relationship Id="rId3" Type="http://schemas.openxmlformats.org/officeDocument/2006/relationships/image" Target="../media/image470.png"/><Relationship Id="rId4" Type="http://schemas.openxmlformats.org/officeDocument/2006/relationships/image" Target="../media/image471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Relationship Id="rId4" Type="http://schemas.openxmlformats.org/officeDocument/2006/relationships/image" Target="../media/image471.png"/><Relationship Id="rId5" Type="http://schemas.openxmlformats.org/officeDocument/2006/relationships/image" Target="../media/image474.png"/><Relationship Id="rId6" Type="http://schemas.openxmlformats.org/officeDocument/2006/relationships/image" Target="../media/image454.png"/><Relationship Id="rId7" Type="http://schemas.openxmlformats.org/officeDocument/2006/relationships/image" Target="../media/image475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Relationship Id="rId3" Type="http://schemas.openxmlformats.org/officeDocument/2006/relationships/image" Target="../media/image479.png"/><Relationship Id="rId4" Type="http://schemas.openxmlformats.org/officeDocument/2006/relationships/image" Target="../media/image48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Relationship Id="rId3" Type="http://schemas.openxmlformats.org/officeDocument/2006/relationships/image" Target="../media/image483.png"/><Relationship Id="rId4" Type="http://schemas.openxmlformats.org/officeDocument/2006/relationships/image" Target="../media/image484.png"/><Relationship Id="rId5" Type="http://schemas.openxmlformats.org/officeDocument/2006/relationships/image" Target="../media/image485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Relationship Id="rId3" Type="http://schemas.openxmlformats.org/officeDocument/2006/relationships/image" Target="../media/image488.png"/><Relationship Id="rId4" Type="http://schemas.openxmlformats.org/officeDocument/2006/relationships/image" Target="../media/image48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Relationship Id="rId3" Type="http://schemas.openxmlformats.org/officeDocument/2006/relationships/image" Target="../media/image491.png"/><Relationship Id="rId4" Type="http://schemas.openxmlformats.org/officeDocument/2006/relationships/image" Target="../media/image492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Relationship Id="rId3" Type="http://schemas.openxmlformats.org/officeDocument/2006/relationships/image" Target="../media/image500.png"/><Relationship Id="rId4" Type="http://schemas.openxmlformats.org/officeDocument/2006/relationships/image" Target="../media/image501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Relationship Id="rId3" Type="http://schemas.openxmlformats.org/officeDocument/2006/relationships/image" Target="../media/image50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Relationship Id="rId3" Type="http://schemas.openxmlformats.org/officeDocument/2006/relationships/image" Target="../media/image505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Relationship Id="rId3" Type="http://schemas.openxmlformats.org/officeDocument/2006/relationships/image" Target="../media/image507.png"/><Relationship Id="rId4" Type="http://schemas.openxmlformats.org/officeDocument/2006/relationships/image" Target="../media/image508.png"/><Relationship Id="rId5" Type="http://schemas.openxmlformats.org/officeDocument/2006/relationships/image" Target="../media/image509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Relationship Id="rId3" Type="http://schemas.openxmlformats.org/officeDocument/2006/relationships/image" Target="../media/image511.png"/><Relationship Id="rId4" Type="http://schemas.openxmlformats.org/officeDocument/2006/relationships/image" Target="../media/image512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Relationship Id="rId3" Type="http://schemas.openxmlformats.org/officeDocument/2006/relationships/image" Target="../media/image514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Relationship Id="rId3" Type="http://schemas.openxmlformats.org/officeDocument/2006/relationships/image" Target="../media/image516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Relationship Id="rId3" Type="http://schemas.openxmlformats.org/officeDocument/2006/relationships/image" Target="../media/image517.png"/><Relationship Id="rId4" Type="http://schemas.openxmlformats.org/officeDocument/2006/relationships/image" Target="../media/image518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Relationship Id="rId3" Type="http://schemas.openxmlformats.org/officeDocument/2006/relationships/image" Target="../media/image520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Relationship Id="rId3" Type="http://schemas.openxmlformats.org/officeDocument/2006/relationships/image" Target="../media/image522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Relationship Id="rId3" Type="http://schemas.openxmlformats.org/officeDocument/2006/relationships/image" Target="../media/image524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Relationship Id="rId3" Type="http://schemas.openxmlformats.org/officeDocument/2006/relationships/image" Target="../media/image52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Relationship Id="rId3" Type="http://schemas.openxmlformats.org/officeDocument/2006/relationships/image" Target="../media/image528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Relationship Id="rId3" Type="http://schemas.openxmlformats.org/officeDocument/2006/relationships/image" Target="../media/image530.png"/><Relationship Id="rId4" Type="http://schemas.openxmlformats.org/officeDocument/2006/relationships/image" Target="../media/image531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Relationship Id="rId3" Type="http://schemas.openxmlformats.org/officeDocument/2006/relationships/image" Target="../media/image532.png"/><Relationship Id="rId4" Type="http://schemas.openxmlformats.org/officeDocument/2006/relationships/image" Target="../media/image533.png"/><Relationship Id="rId5" Type="http://schemas.openxmlformats.org/officeDocument/2006/relationships/image" Target="../media/image534.png"/><Relationship Id="rId6" Type="http://schemas.openxmlformats.org/officeDocument/2006/relationships/image" Target="../media/image535.png"/><Relationship Id="rId7" Type="http://schemas.openxmlformats.org/officeDocument/2006/relationships/image" Target="../media/image536.png"/><Relationship Id="rId8" Type="http://schemas.openxmlformats.org/officeDocument/2006/relationships/image" Target="../media/image537.png"/><Relationship Id="rId9" Type="http://schemas.openxmlformats.org/officeDocument/2006/relationships/image" Target="../media/image538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Relationship Id="rId3" Type="http://schemas.openxmlformats.org/officeDocument/2006/relationships/image" Target="../media/image540.png"/><Relationship Id="rId4" Type="http://schemas.openxmlformats.org/officeDocument/2006/relationships/image" Target="../media/image541.png"/><Relationship Id="rId5" Type="http://schemas.openxmlformats.org/officeDocument/2006/relationships/image" Target="../media/image542.png"/><Relationship Id="rId6" Type="http://schemas.openxmlformats.org/officeDocument/2006/relationships/image" Target="../media/image543.png"/><Relationship Id="rId7" Type="http://schemas.openxmlformats.org/officeDocument/2006/relationships/image" Target="../media/image544.png"/><Relationship Id="rId8" Type="http://schemas.openxmlformats.org/officeDocument/2006/relationships/image" Target="../media/image54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Relationship Id="rId3" Type="http://schemas.openxmlformats.org/officeDocument/2006/relationships/image" Target="../media/image540.png"/><Relationship Id="rId4" Type="http://schemas.openxmlformats.org/officeDocument/2006/relationships/image" Target="../media/image547.png"/><Relationship Id="rId5" Type="http://schemas.openxmlformats.org/officeDocument/2006/relationships/image" Target="../media/image548.png"/><Relationship Id="rId6" Type="http://schemas.openxmlformats.org/officeDocument/2006/relationships/image" Target="../media/image549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Relationship Id="rId3" Type="http://schemas.openxmlformats.org/officeDocument/2006/relationships/image" Target="../media/image551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Relationship Id="rId3" Type="http://schemas.openxmlformats.org/officeDocument/2006/relationships/image" Target="../media/image554.png"/><Relationship Id="rId4" Type="http://schemas.openxmlformats.org/officeDocument/2006/relationships/image" Target="../media/image555.png"/><Relationship Id="rId5" Type="http://schemas.openxmlformats.org/officeDocument/2006/relationships/image" Target="../media/image556.png"/><Relationship Id="rId6" Type="http://schemas.openxmlformats.org/officeDocument/2006/relationships/image" Target="../media/image557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Relationships in Triangles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Eight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6.01–02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213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2611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An area of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492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3205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80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2068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2611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An area of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492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53205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80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2068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is more than 5 and less than 13.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685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62176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in, 9 in and 15 in make a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in, 9 in and 15 in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lengths can the third side be?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lengths can the third side be?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606" y="3166838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158" y="304872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300" y="3164076"/>
            <a:ext cx="154409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41742" y="3588224"/>
            <a:ext cx="5415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More than 5 and less than 19.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More than 5 cm and less than 19 cm.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could be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could be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216" y="3166838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1488" y="304872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631" y="3166838"/>
            <a:ext cx="1571720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72352" y="3588224"/>
            <a:ext cx="5553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Between 4 and 16: only 12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in, 15 in and 17 in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in, 15 in and 17 in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2574590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11199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04912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in, 9 in and 18 in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What lengths can the third side be?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in, 40 in and 50 in into a triangle. Is one corner a right angle?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157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in, 7 in and 12 in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157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in, 7 in and 12 in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 and 11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 and 11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26 m and one leg of 24 m.</a:t>
            </a:r>
          </a:p>
        </p:txBody>
      </p:sp>
      <p:pic>
        <p:nvPicPr>
          <p:cNvPr id="9" name="Picture 8" descr="g1605b09377360d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276458"/>
            <a:ext cx="1810512" cy="25523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1580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9d154ca61db8b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16480" cy="341376"/>
          </a:xfrm>
          <a:prstGeom prst="rect">
            <a:avLst/>
          </a:prstGeom>
        </p:spPr>
      </p:pic>
      <p:pic>
        <p:nvPicPr>
          <p:cNvPr id="9" name="Picture 8" descr="fafc9a58f3fff9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422904" cy="341376"/>
          </a:xfrm>
          <a:prstGeom prst="rect">
            <a:avLst/>
          </a:prstGeom>
        </p:spPr>
      </p:pic>
      <p:pic>
        <p:nvPicPr>
          <p:cNvPr id="10" name="Picture 9" descr="2f21362e83d94f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51632"/>
            <a:ext cx="2468880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10 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 and 9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 and 9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in; its legs are 16 in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5596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089876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64ca13b55e11e6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287426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02524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in; its legs are 16 in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11673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3611084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and x = 12 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 and 11 in.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 and 11 in.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 and one leg of 4 in.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is drawn turned on its side. Its legs are 6 m and 11 m.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89411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89411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d5ddee4c5feff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1939298"/>
          </a:xfrm>
          <a:prstGeom prst="rect">
            <a:avLst/>
          </a:prstGeom>
        </p:spPr>
      </p:pic>
      <p:pic>
        <p:nvPicPr>
          <p:cNvPr id="11" name="Picture 10" descr="3485607edb5ad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075" y="4078994"/>
            <a:ext cx="4849368" cy="341376"/>
          </a:xfrm>
          <a:prstGeom prst="rect">
            <a:avLst/>
          </a:prstGeom>
        </p:spPr>
      </p:pic>
      <p:pic>
        <p:nvPicPr>
          <p:cNvPr id="12" name="Picture 11" descr="b433e3a5e16f76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64" y="4764794"/>
            <a:ext cx="2374392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58165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13 m.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4fc4e71f3131bc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 tall and 10 in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 tall and 10 in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8e7e96d88d0988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 wide and 8 in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998436"/>
            <a:ext cx="2002536" cy="22692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5112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 wide and 8 in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256" y="2998436"/>
            <a:ext cx="2002536" cy="2269223"/>
          </a:xfrm>
          <a:prstGeom prst="rect">
            <a:avLst/>
          </a:prstGeom>
        </p:spPr>
      </p:pic>
      <p:pic>
        <p:nvPicPr>
          <p:cNvPr id="11" name="Picture 10" descr="3f19fa5341f20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5" y="3739189"/>
            <a:ext cx="2282952" cy="262128"/>
          </a:xfrm>
          <a:prstGeom prst="rect">
            <a:avLst/>
          </a:prstGeom>
        </p:spPr>
      </p:pic>
      <p:pic>
        <p:nvPicPr>
          <p:cNvPr id="12" name="Picture 11" descr="2716f0e30bc433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175" y="4211629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511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in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1 ft over a run of 12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1aa89cbdcacb1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9" y="2998436"/>
            <a:ext cx="4572000" cy="8662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1 ft over a run of 12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1aa89cbdcacb1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667" y="3022500"/>
            <a:ext cx="4572000" cy="866273"/>
          </a:xfrm>
          <a:prstGeom prst="rect">
            <a:avLst/>
          </a:prstGeom>
        </p:spPr>
      </p:pic>
      <p:pic>
        <p:nvPicPr>
          <p:cNvPr id="11" name="Picture 10" descr="a20c40ab101424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5052" y="3061778"/>
            <a:ext cx="2264664" cy="262128"/>
          </a:xfrm>
          <a:prstGeom prst="rect">
            <a:avLst/>
          </a:prstGeom>
        </p:spPr>
      </p:pic>
      <p:pic>
        <p:nvPicPr>
          <p:cNvPr id="12" name="Picture 11" descr="f911e00157d38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5052" y="3534218"/>
            <a:ext cx="20909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12.0 ft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17-ft ladder reaches 15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22.7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17-ft ladder reaches 15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96b72744754d2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1" y="3116737"/>
            <a:ext cx="2923032" cy="304800"/>
          </a:xfrm>
          <a:prstGeom prst="rect">
            <a:avLst/>
          </a:prstGeom>
        </p:spPr>
      </p:pic>
      <p:pic>
        <p:nvPicPr>
          <p:cNvPr id="11" name="Picture 10" descr="f51d5964525f8a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31" y="3611084"/>
            <a:ext cx="187147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8 ft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613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21013" y="3596399"/>
            <a:ext cx="15632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Around: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7091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1013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989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5877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kite's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30-m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8356" y="3478099"/>
            <a:ext cx="6541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kite.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8356" y="4017595"/>
            <a:ext cx="46870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string.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30-m string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 wide and 12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b0f4a1f68e14b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998436"/>
            <a:ext cx="3310128" cy="20047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8665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 wide and 12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b0f4a1f68e14b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2259" y="2998436"/>
            <a:ext cx="3310128" cy="2004757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772" y="3606956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772" y="4079396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866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tablet screen is 5 in wide and 8 in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3230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26-ft ladder reaches 24 ft up a wall. How far from the wall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3522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93522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9476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9476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6542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65429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Will a 10-in pencil lie flat in a box 7 in by 8 in,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1572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572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kite flies at the end of 25 m of string, straight above a spot 20 m from where the string is held. How high is the kite?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09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24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2547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8, 15 and 17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939831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80612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09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24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2547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8, 15 and 17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081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64 + 225 = 289 = 17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939831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80612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2723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660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0c90d3ed4c01e3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77" y="2197798"/>
            <a:ext cx="117138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1061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568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8177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2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d7650af90a23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599" y="1699831"/>
            <a:ext cx="116890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098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5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fd1e2597f8d8f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23" y="1697355"/>
            <a:ext cx="117138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957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3f1c5f11e201d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19119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359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62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26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3f0f8823578f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19367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607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539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022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9a62bdd266be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41160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400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71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548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f404ed3578af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41408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64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47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044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b503a1a696b2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38684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1924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06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3199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11531d20504c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38931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2171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182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152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a95cfae89382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1490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1408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372c2035ac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15157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636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87c765902c21e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5750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2dd890084e8153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8227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54a04eef7073b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990599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1146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730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66058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5eb0c83aac6e3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1014984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24554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30a7ddc4d05885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972311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06266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8c6f3e57d36ddd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164336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18918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1d6b3c1823f8861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345" y="4553712"/>
            <a:ext cx="688848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783193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60210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954071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069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3402663"/>
            <a:ext cx="1101217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45978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4389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954071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1069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4317063"/>
            <a:ext cx="1101217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5978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as the crow flies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142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b82d6ff52fd29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65" y="1560195"/>
            <a:ext cx="138188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8852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168aa1b708cf3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58" y="1560195"/>
            <a:ext cx="115652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8638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891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223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f7637bf1f23e2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442" y="2238929"/>
            <a:ext cx="117386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4303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c53dc4ab84ce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309" y="2238929"/>
            <a:ext cx="100793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3244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751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7936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0885c1628ecce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27" y="2236453"/>
            <a:ext cx="117633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e1561ae894e4e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6453"/>
            <a:ext cx="101041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4483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89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1651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298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7d14c651bb500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266" y="1711982"/>
            <a:ext cx="116395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025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337b7924af3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083" y="2383155"/>
            <a:ext cx="11911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8279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6902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b24940e898cd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4" y="2380678"/>
            <a:ext cx="119367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9517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20651465751a1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39674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148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6b8c6650b1e4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489" y="1969198"/>
            <a:ext cx="118624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3873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40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173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91e37486c2daf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39922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396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5d3ee67f1492f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966" y="1966722"/>
            <a:ext cx="1188720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68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93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6163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302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14f1e4fdf28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34" y="1971675"/>
            <a:ext cx="99555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958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94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71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5505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61bb298a85ba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511" y="1969198"/>
            <a:ext cx="99802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454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1047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456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d832b4bac9153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4190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0986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73c6edcb7dba7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69" y="1969198"/>
            <a:ext cx="136207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294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950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a9da81e531be7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42151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1233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6c2f1763edcf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1966722"/>
            <a:ext cx="136455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7897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903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044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993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45703" y="344708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18" name="Picture 17" descr="f99e1e60b05ca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571" y="3535671"/>
            <a:ext cx="2310288" cy="2613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01860" y="344708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d65cbda9bdc001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137" y="3584677"/>
            <a:ext cx="718756" cy="2123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45703" y="395000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2" name="Picture 21" descr="4d8caafc7f3b64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871" y="4038591"/>
            <a:ext cx="2314956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06827" y="395000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e21a50ad46b70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9104" y="4087597"/>
            <a:ext cx="723423" cy="212359"/>
          </a:xfrm>
          <a:prstGeom prst="rect">
            <a:avLst/>
          </a:prstGeom>
        </p:spPr>
      </p:pic>
      <p:pic>
        <p:nvPicPr>
          <p:cNvPr id="25" name="Picture 24" descr="b5e1abcfea899e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567" y="4587898"/>
            <a:ext cx="2566416" cy="213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85355efc44b8a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1010412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204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5cac30a7325a50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1012888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947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b381385a56012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9e86e97f1b20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0683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53b53c1ff7ca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123" y="2508296"/>
            <a:ext cx="1012888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3012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452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577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3241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99922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abbcd38a0851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600" y="2505820"/>
            <a:ext cx="101536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796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7405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20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670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828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eba37c76e917a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1005459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03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de7e15c7b8d74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100793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279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90cad1d225c0e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16643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0811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5078aaa02558f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168908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328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f8df7d2fbd412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0780"/>
            <a:ext cx="964360" cy="2341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8873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b490da1242b960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60" y="1570780"/>
            <a:ext cx="725158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0119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dca74f84de6bf1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205" y="1572039"/>
            <a:ext cx="569048" cy="2316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5254" y="1499019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047226acc1322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833429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51733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36f61976a2ef1ad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98953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49564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e47ee9949ebce04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5651" y="2506648"/>
            <a:ext cx="820839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76490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2577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9107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94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11653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6f3371b3f4bbf6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974432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0783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3046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57058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06d2d48467fcd0c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81580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956247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6d8814c221810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96184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3920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209a3bec006696b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45288" y="4645152"/>
            <a:ext cx="81580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461091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22783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837870" y="4573391"/>
            <a:ext cx="341093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Find its fourth corner and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54480" y="4940741"/>
            <a:ext cx="309510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length of a diagonal.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f1054aa98879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993392"/>
            <a:ext cx="6858000" cy="2146433"/>
          </a:xfrm>
          <a:prstGeom prst="rect">
            <a:avLst/>
          </a:prstGeom>
        </p:spPr>
      </p:pic>
      <p:pic>
        <p:nvPicPr>
          <p:cNvPr id="11" name="Picture 10" descr="4bfdef353fb7e1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880" y="4286129"/>
            <a:ext cx="1889760" cy="670560"/>
          </a:xfrm>
          <a:prstGeom prst="rect">
            <a:avLst/>
          </a:prstGeom>
        </p:spPr>
      </p:pic>
      <p:pic>
        <p:nvPicPr>
          <p:cNvPr id="12" name="Picture 11" descr="4d0a8ac6cf842b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610" y="5286254"/>
            <a:ext cx="23896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09242" y="520814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8a8c7878b0eec0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0525" y="5279777"/>
            <a:ext cx="2691384" cy="362712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12. Find its other two sides.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12. Find its other two sides.</a:t>
            </a:r>
          </a:p>
        </p:txBody>
      </p:sp>
      <p:pic>
        <p:nvPicPr>
          <p:cNvPr id="10" name="Picture 9" descr="3ee81083405724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147" y="2751548"/>
            <a:ext cx="1444752" cy="606552"/>
          </a:xfrm>
          <a:prstGeom prst="rect">
            <a:avLst/>
          </a:prstGeom>
        </p:spPr>
      </p:pic>
      <p:pic>
        <p:nvPicPr>
          <p:cNvPr id="11" name="Picture 10" descr="100b1b51da19d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147" y="3583081"/>
            <a:ext cx="141732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07467" y="346325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a5ec2c20a171f5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12" y="3580033"/>
            <a:ext cx="13868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and 28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737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5-ft girl casts a 3-ft shadow. At the same moment,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flagpole casts a 15-ft shadow.</a:t>
            </a:r>
          </a:p>
        </p:txBody>
      </p:sp>
      <p:pic>
        <p:nvPicPr>
          <p:cNvPr id="10" name="Picture 9" descr="g0cfc49998507ca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51936"/>
            <a:ext cx="3017520" cy="256072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flagpole?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5833f2d00d703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75816" cy="673608"/>
          </a:xfrm>
          <a:prstGeom prst="rect">
            <a:avLst/>
          </a:prstGeom>
        </p:spPr>
      </p:pic>
      <p:pic>
        <p:nvPicPr>
          <p:cNvPr id="9" name="Picture 8" descr="04445b739800ca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103120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flagpole is 25 ft tall.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2-m post casts a 1.5-m shadow. At the same moment,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building casts a 12-m shadow. How tall is the building?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2-m post casts a 1.5-m shadow. At the same moment,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building casts a 12-m shadow. How tall is the building?</a:t>
            </a:r>
          </a:p>
        </p:txBody>
      </p:sp>
      <p:pic>
        <p:nvPicPr>
          <p:cNvPr id="10" name="Picture 9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751548"/>
            <a:ext cx="1511808" cy="609600"/>
          </a:xfrm>
          <a:prstGeom prst="rect">
            <a:avLst/>
          </a:prstGeom>
        </p:spPr>
      </p:pic>
      <p:pic>
        <p:nvPicPr>
          <p:cNvPr id="11" name="Picture 10" descr="b9b66c1a26ec43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2267" y="3573937"/>
            <a:ext cx="1889760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 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 cm, 8 cm and 11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18 cm.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 cm, 8 cm and 11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18 cm.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53eec5d611581b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571" y="3610687"/>
            <a:ext cx="1423416" cy="609600"/>
          </a:xfrm>
          <a:prstGeom prst="rect">
            <a:avLst/>
          </a:prstGeom>
        </p:spPr>
      </p:pic>
      <p:pic>
        <p:nvPicPr>
          <p:cNvPr id="12" name="Picture 11" descr="2bce47045ed4cc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571" y="4445267"/>
            <a:ext cx="138988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4345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ec052705d97f00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204" y="4445267"/>
            <a:ext cx="148742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cm and 33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12 in, 16 in and 20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12 in, 16 in and 20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 and 4 in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triangles are similar. How tall is the flagpole?</a:t>
            </a:r>
          </a:p>
        </p:txBody>
      </p:sp>
      <p:pic>
        <p:nvPicPr>
          <p:cNvPr id="10" name="Picture 9" descr="g7a629c53913334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851" y="3427807"/>
            <a:ext cx="1983817" cy="19242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55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triangles are similar. How tall is the flagpole?</a:t>
            </a:r>
          </a:p>
        </p:txBody>
      </p:sp>
      <p:pic>
        <p:nvPicPr>
          <p:cNvPr id="10" name="Picture 9" descr="g7a629c53913334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179" y="3427807"/>
            <a:ext cx="1983817" cy="1924285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380" y="3883982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3380" y="4587403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55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391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391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 triangle has sides 8, 10 and 13. A similar triangle's 10-side is 25. Find its other two sides.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620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6207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850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850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079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Two similar right triangles share corner A. The small one runs 3 m along the ground and stands 1.2 m high. The big one's upright is 9 m beyond the small one's.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33095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3095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(adjacent, on a straight line) is supplementary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8060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 the crossing, and equal — angle 1 = angle 3.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a8a34ae1a6f6f3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adcc8f1246fa21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2737104" cy="347472"/>
          </a:xfrm>
          <a:prstGeom prst="rect">
            <a:avLst/>
          </a:prstGeom>
        </p:spPr>
      </p:pic>
      <p:pic>
        <p:nvPicPr>
          <p:cNvPr id="10" name="Picture 9" descr="6f95e2cb60145c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3719"/>
            <a:ext cx="24566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8603" y="2875390"/>
            <a:ext cx="37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+ 39,   </a:t>
            </a:r>
          </a:p>
        </p:txBody>
      </p:sp>
      <p:pic>
        <p:nvPicPr>
          <p:cNvPr id="15" name="Picture 14" descr="37b2e35864da63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710" y="3010645"/>
            <a:ext cx="907780" cy="2146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5490" y="287539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449ed3ef3863c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5491" y="3010645"/>
            <a:ext cx="739759" cy="210026"/>
          </a:xfrm>
          <a:prstGeom prst="rect">
            <a:avLst/>
          </a:prstGeom>
        </p:spPr>
      </p:pic>
      <p:pic>
        <p:nvPicPr>
          <p:cNvPr id="18" name="Picture 17" descr="0992bbe3f2b541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3467" y="3516327"/>
            <a:ext cx="1716024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19" y="2998436"/>
            <a:ext cx="3004268" cy="2286795"/>
          </a:xfrm>
          <a:prstGeom prst="rect">
            <a:avLst/>
          </a:prstGeom>
        </p:spPr>
      </p:pic>
      <p:pic>
        <p:nvPicPr>
          <p:cNvPr id="11" name="Picture 10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971" y="3801696"/>
            <a:ext cx="788765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0736" y="3661774"/>
            <a:ext cx="1758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(vertical)</a:t>
            </a:r>
          </a:p>
        </p:txBody>
      </p:sp>
      <p:pic>
        <p:nvPicPr>
          <p:cNvPr id="13" name="Picture 12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971" y="4292948"/>
            <a:ext cx="2291619" cy="221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3591" y="4164694"/>
            <a:ext cx="2450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(a linear pair)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Angles P and Q are complementary, and angle P is 28°. What is angle Q?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98014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8014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6594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6594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7178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Angles P and Q are complementary, and angle P is 28°. What is angle Q?</a:t>
            </a:r>
          </a:p>
        </p:txBody>
      </p:sp>
      <p:pic>
        <p:nvPicPr>
          <p:cNvPr id="9" name="Picture 8" descr="745c0b5bbb17bf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47" y="3055777"/>
            <a:ext cx="182575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512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4256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2272" y="3698549"/>
            <a:ext cx="4135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</a:t>
            </a:r>
          </a:p>
        </p:txBody>
      </p:sp>
      <p:pic>
        <p:nvPicPr>
          <p:cNvPr id="16" name="Picture 15" descr="d0d97e910887ae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0717" y="3838471"/>
            <a:ext cx="956786" cy="2076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07503" y="369854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449ed3ef3863c3a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7504" y="3833804"/>
            <a:ext cx="739759" cy="210026"/>
          </a:xfrm>
          <a:prstGeom prst="rect">
            <a:avLst/>
          </a:prstGeom>
        </p:spPr>
      </p:pic>
      <p:pic>
        <p:nvPicPr>
          <p:cNvPr id="19" name="Picture 18" descr="b9cd8d999bb0953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7136" y="4339486"/>
            <a:ext cx="1898904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5dcf96e4300877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24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acab42555d0e0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809" y="2459338"/>
            <a:ext cx="2596896" cy="2287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79225" y="3122920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225" y="3625840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3008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a3134db9c0b06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a3134db9c0b06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555898"/>
            <a:ext cx="98853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PQR and RQS share the side QR and together make a straight line.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59029"/>
            <a:ext cx="707245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 PQR is 65°. Name the pair and find angle RQS.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621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10-ft ladder's foot is 6 ft from a wall. How high does it reach?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621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10-ft ladder's foot is 6 ft from a wall. How high does it reach?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7141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pic>
        <p:nvPicPr>
          <p:cNvPr id="13" name="Picture 12" descr="65fcf4c9093b55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3235" y="3241357"/>
            <a:ext cx="408432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7353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8483" y="37353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3752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three interior angles of a triangle add to 180°.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 has two base angles of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 has two base angles of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92093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angle between the two equal sides of an isosceles triangle is 40°. Find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240415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