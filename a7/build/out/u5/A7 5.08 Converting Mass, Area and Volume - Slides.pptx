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6.png"/><Relationship Id="rId4" Type="http://schemas.openxmlformats.org/officeDocument/2006/relationships/image" Target="../media/image30.png"/><Relationship Id="rId5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2.png"/><Relationship Id="rId4" Type="http://schemas.openxmlformats.org/officeDocument/2006/relationships/image" Target="../media/image35.png"/><Relationship Id="rId5" Type="http://schemas.openxmlformats.org/officeDocument/2006/relationships/image" Target="../media/image5.png"/><Relationship Id="rId6" Type="http://schemas.openxmlformats.org/officeDocument/2006/relationships/image" Target="../media/image74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057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600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19693"/>
            <a:ext cx="774192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28328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0937735c0d6e3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103" y="2162365"/>
            <a:ext cx="603504" cy="2346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21607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dd9d4cf5c31a1b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84157"/>
            <a:ext cx="103632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a7e24ba549ecbc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75469"/>
            <a:ext cx="1347216" cy="2407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91457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057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600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9884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19693"/>
            <a:ext cx="7741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28328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0937735c0d6e3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103" y="2162365"/>
            <a:ext cx="603504" cy="2346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21607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dd9d4cf5c31a1b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1357"/>
            <a:ext cx="1036320" cy="2255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a7e24ba549ecbc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2669"/>
            <a:ext cx="1347216" cy="24079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91457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746430"/>
            <a:ext cx="1792224" cy="289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9837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880" y="2758622"/>
            <a:ext cx="2234184" cy="3627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716886"/>
            <a:ext cx="1831848" cy="289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87960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679342"/>
            <a:ext cx="399288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42287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330" y="4679342"/>
            <a:ext cx="661416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0274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1789" y="4679342"/>
            <a:ext cx="445008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046797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649799"/>
            <a:ext cx="399288" cy="30175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42287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1330" y="5649799"/>
            <a:ext cx="426720" cy="298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68050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29968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37881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39493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2191512"/>
            <a:ext cx="198729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674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131" y="1688592"/>
            <a:ext cx="198729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9427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10388bb53fbd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55" y="1688592"/>
            <a:ext cx="1984248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903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29" y="21823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6645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8ba99cdd4ae99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03" y="2148840"/>
            <a:ext cx="5760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775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0725" y="1688592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5269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b80bf23af7e2cc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247" y="1645920"/>
            <a:ext cx="71323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2479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677" y="1688592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5269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e4af36b06ea23b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247" y="1645920"/>
            <a:ext cx="716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c9fe1cb570749e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711" y="2943398"/>
            <a:ext cx="83820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911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711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b9b6452f97f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7205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6496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5b6bbccdafb3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7205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6496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1bf4f9ec3810cb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2888"/>
            <a:ext cx="70408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7514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116cfbe2b85a3e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2888"/>
            <a:ext cx="70713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4056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c9fe1cb570749e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711" y="3802934"/>
            <a:ext cx="8382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911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711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fb1d19ce360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5960"/>
            <a:ext cx="1493520" cy="234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796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aae6846e2fca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466" y="1975103"/>
            <a:ext cx="1484376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884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bcdf2ce76b200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5960"/>
            <a:ext cx="1490472" cy="234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491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5cfd257165b20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418" y="1975103"/>
            <a:ext cx="1481328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74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54aa35aeb0a18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888"/>
            <a:ext cx="5852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5742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e6f525412f578c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888"/>
            <a:ext cx="5882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8790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2153689eab6c37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8984"/>
            <a:ext cx="56083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3380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146ce481013c05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732" y="2538984"/>
            <a:ext cx="78333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068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be501a9f3fe0d8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222" y="2584704"/>
            <a:ext cx="1399032" cy="222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1254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a93cf3a68f39c8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8984"/>
            <a:ext cx="56083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3380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db71148f858702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732" y="2538984"/>
            <a:ext cx="786384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7116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b2ab879000df89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270" y="2584704"/>
            <a:ext cx="1402080" cy="222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735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