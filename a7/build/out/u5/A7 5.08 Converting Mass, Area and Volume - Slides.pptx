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30.png"/><Relationship Id="rId5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64.png"/><Relationship Id="rId4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8–9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mass, volume and area between systems, and square the length ratio for area.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2" name="Picture 11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4" name="Picture 13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2792388"/>
            <a:ext cx="99441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32781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9" name="Picture 18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381303"/>
            <a:ext cx="1286335" cy="234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30576" y="32781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9870" y="1440180"/>
            <a:ext cx="15592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30.48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3" name="Picture 12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5" name="Picture 14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10028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63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1226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9" name="Picture 18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3249588"/>
            <a:ext cx="994417" cy="2159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55719" y="3122676"/>
            <a:ext cx="744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7353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22" name="Picture 21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838503"/>
            <a:ext cx="1286335" cy="2349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30576" y="37353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92524"/>
            <a:ext cx="1246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144 in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mass and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0848"/>
            <a:ext cx="10241280" cy="3220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pounds and kilograms — one word on this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062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ounce (oz)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15569"/>
            <a:ext cx="1291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weight: </a:t>
            </a:r>
          </a:p>
        </p:txBody>
      </p:sp>
      <p:pic>
        <p:nvPicPr>
          <p:cNvPr id="12" name="Picture 11" descr="74807a5fc79ce2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13" y="2857158"/>
            <a:ext cx="1092136" cy="176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9749" y="271556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f9a4b27b19922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92" y="2864587"/>
            <a:ext cx="1361455" cy="221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351077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fluid ounce (fl oz)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6025"/>
            <a:ext cx="13502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volume: </a:t>
            </a:r>
          </a:p>
        </p:txBody>
      </p:sp>
      <p:pic>
        <p:nvPicPr>
          <p:cNvPr id="17" name="Picture 16" descr="ae0de4c5e07765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112" y="3827615"/>
            <a:ext cx="1116282" cy="176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2394" y="3686025"/>
            <a:ext cx="3976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not the same unit as the 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21533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square units</a:t>
            </a:r>
          </a:p>
        </p:txBody>
      </p:sp>
      <p:pic>
        <p:nvPicPr>
          <p:cNvPr id="20" name="Picture 19" descr="6bd260b1d893cf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785070"/>
            <a:ext cx="243316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86316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b894db2784ec4b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358" y="4788784"/>
            <a:ext cx="403050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88409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4" name="Picture 23" descr="9bb1e36bc0b83f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7451" y="4786927"/>
            <a:ext cx="271176" cy="183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58628" y="4656482"/>
            <a:ext cx="47360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an area; the length ratio is used twice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9199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cubic units</a:t>
            </a:r>
          </a:p>
        </p:txBody>
      </p:sp>
      <p:pic>
        <p:nvPicPr>
          <p:cNvPr id="27" name="Picture 26" descr="e179aa5248dda2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757384"/>
            <a:ext cx="243316" cy="183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6316" y="562693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9" name="Picture 28" descr="7280d534979a85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5358" y="5759241"/>
            <a:ext cx="260032" cy="1820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5391" y="5626939"/>
            <a:ext cx="5560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 volume; the length ratio is used three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Mass and volume convert like length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3faf06fd849e2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7" y="2029968"/>
            <a:ext cx="8193024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the length ratio is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b3f50c43905f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1993392"/>
            <a:ext cx="2194560" cy="2298185"/>
          </a:xfrm>
          <a:prstGeom prst="rect">
            <a:avLst/>
          </a:prstGeom>
        </p:spPr>
      </p:pic>
      <p:pic>
        <p:nvPicPr>
          <p:cNvPr id="11" name="Picture 10" descr="2bbb456a3f9066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992" y="4437881"/>
            <a:ext cx="6955536" cy="341376"/>
          </a:xfrm>
          <a:prstGeom prst="rect">
            <a:avLst/>
          </a:prstGeom>
        </p:spPr>
      </p:pic>
      <p:pic>
        <p:nvPicPr>
          <p:cNvPr id="12" name="Picture 11" descr="e1f2231684ab9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5123681"/>
            <a:ext cx="7315200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Fluid ounces go through cups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68b725b0adf2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28" y="2039493"/>
            <a:ext cx="6760464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43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Length: the ratio once. Area: twice. Volume: three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60" y="219284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04936" y="2080260"/>
            <a:ext cx="387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suitcase weighs 70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3192ce45c55d31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971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31.78 kg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c5f90b4ff337bc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  <p:pic>
        <p:nvPicPr>
          <p:cNvPr id="11" name="Picture 10" descr="ac569d9db41729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79" y="2992166"/>
            <a:ext cx="283768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40.86 kg (about 40.9)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68" y="21779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34931" y="2080260"/>
            <a:ext cx="1528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tile is </a:t>
            </a:r>
          </a:p>
        </p:txBody>
      </p:sp>
      <p:pic>
        <p:nvPicPr>
          <p:cNvPr id="10" name="Picture 9" descr="040327706b658f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89" y="2148268"/>
            <a:ext cx="574548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0537" y="208026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square inches is that?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6d56c7d6c847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76600" cy="341376"/>
          </a:xfrm>
          <a:prstGeom prst="rect">
            <a:avLst/>
          </a:prstGeom>
        </p:spPr>
      </p:pic>
      <p:pic>
        <p:nvPicPr>
          <p:cNvPr id="9" name="Picture 8" descr="0454483ebb13a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2067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f721e6687ccc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f6484183bcbd0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55f3c6fd32ecb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3c99dfaaa214ad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3" name="Picture 12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2938255"/>
            <a:ext cx="836961" cy="309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45149" y="2875390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5" name="Picture 14" descr="33061e30c29e67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3531662"/>
            <a:ext cx="140208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fd933339219d3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pic>
        <p:nvPicPr>
          <p:cNvPr id="11" name="Picture 10" descr="6312203239575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27" y="3242102"/>
            <a:ext cx="2755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22.04 lb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3b403895e0674b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10760bc6c5882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1" name="Picture 10" descr="94f8980594becd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3242102"/>
            <a:ext cx="2520696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15.14 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d26edaed8467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590217cf62aa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pic>
        <p:nvPicPr>
          <p:cNvPr id="11" name="Picture 10" descr="ba6a3ea2bb8d7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59" y="3239054"/>
            <a:ext cx="254812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2.64 gal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a387a3e29910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0849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4275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1faa871627427b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76074"/>
            <a:ext cx="920495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fa7c6ba97e7789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6074"/>
            <a:ext cx="93268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9327eaee863255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388722"/>
            <a:ext cx="752856" cy="34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e03f104e5972ce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4388722"/>
            <a:ext cx="749808" cy="34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287286a7d40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3326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752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4" name="Picture 13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3797791"/>
            <a:ext cx="836961" cy="3093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5149" y="373492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6" name="Picture 15" descr="33de29ff29e259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4394246"/>
            <a:ext cx="1353312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18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ae0de4c5e0776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ed1791ada6c7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47b584da7b83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7621f8b70045f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4" name="Picture 13" descr="83c4edb2bd6b77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3" y="3778153"/>
            <a:ext cx="1676400" cy="256032"/>
          </a:xfrm>
          <a:prstGeom prst="rect">
            <a:avLst/>
          </a:prstGeom>
        </p:spPr>
      </p:pic>
      <p:pic>
        <p:nvPicPr>
          <p:cNvPr id="15" name="Picture 14" descr="f589dab710055d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3" y="4320697"/>
            <a:ext cx="21945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0.48 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fb110fe836d86e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ff228dc4c8df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14ef69fc1ef0ed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82696"/>
            <a:ext cx="947928" cy="3444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6c5a704f658703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85744"/>
            <a:ext cx="64617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e79298326e3b3d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95344"/>
            <a:ext cx="1182624" cy="3444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b951781f601057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98392"/>
            <a:ext cx="61264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811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b9580ee1a813c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dc0942f76508db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90afc689567248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3312604"/>
            <a:ext cx="2898648" cy="313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10,000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7de33d50f52ca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707e309a9336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pic>
        <p:nvPicPr>
          <p:cNvPr id="12" name="Picture 11" descr="1da7a0dd2289d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87" y="3769009"/>
            <a:ext cx="3014472" cy="265176"/>
          </a:xfrm>
          <a:prstGeom prst="rect">
            <a:avLst/>
          </a:prstGeom>
        </p:spPr>
      </p:pic>
      <p:pic>
        <p:nvPicPr>
          <p:cNvPr id="13" name="Picture 12" descr="d2ea0731c01267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87" y="4320697"/>
            <a:ext cx="21457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sugar, by 0.51 lb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d647df019511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118ca277248594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pic>
        <p:nvPicPr>
          <p:cNvPr id="12" name="Picture 11" descr="fd66d022f8b74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3" y="3854750"/>
            <a:ext cx="251764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75.7 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a7e24ba549ecbc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8f2e55c8bb5bd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59689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2237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b5b0e70f63b0e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589" y="2534793"/>
            <a:ext cx="785050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4639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941bdd639930e1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794" y="2584323"/>
            <a:ext cx="1399222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0201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f2542c0ca55f8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7b97a516d29415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62165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14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7559e20e57a5d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65" y="2534793"/>
            <a:ext cx="787527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9592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cf3a2a0005dd5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47" y="2584323"/>
            <a:ext cx="140417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192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8" name="Picture 17" descr="a3ccc6ff8a3d38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939" y="3799886"/>
            <a:ext cx="4849368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ratio once. A cubic foot is 12 × 12 × 12 = 1,728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2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3,456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6539a90126a0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71244"/>
            <a:ext cx="198729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4928" y="1495044"/>
            <a:ext cx="457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kilograms is 30 lb?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d7de33d50f52ca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65604"/>
            <a:ext cx="196596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3592" y="2089403"/>
            <a:ext cx="43074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25 kg?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0d647df019511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59963"/>
            <a:ext cx="193548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63112" y="2683763"/>
            <a:ext cx="3893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6 gal?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a7e24ba549ecb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6327"/>
            <a:ext cx="1347216" cy="240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4848" y="3278123"/>
            <a:ext cx="43070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inches is </a:t>
            </a:r>
          </a:p>
        </p:txBody>
      </p:sp>
      <p:pic>
        <p:nvPicPr>
          <p:cNvPr id="20" name="Picture 19" descr="fd3f0498ea874b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44" y="3369563"/>
            <a:ext cx="573024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7768" y="3278123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3" name="Picture 22" descr="53fb1d19ce3600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3983736"/>
            <a:ext cx="1493520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21152" y="387248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5" name="Picture 24" descr="aae6846e2fca6d9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735" y="3988307"/>
            <a:ext cx="1484376" cy="2255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1111" y="3872483"/>
            <a:ext cx="42090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24 fl oz?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c79700df5a23d6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4578096"/>
            <a:ext cx="1828800" cy="2346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56432" y="4466844"/>
            <a:ext cx="4391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meters is </a:t>
            </a:r>
          </a:p>
        </p:txBody>
      </p:sp>
      <p:pic>
        <p:nvPicPr>
          <p:cNvPr id="30" name="Picture 29" descr="aa3a1dcc642825f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505" y="4556760"/>
            <a:ext cx="758952" cy="277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9457" y="4466844"/>
            <a:ext cx="2533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(Round to two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05756"/>
            <a:ext cx="1298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places.)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