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3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centimetres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36320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3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centimetres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401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238500"/>
            <a:ext cx="1036320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weight: 1 lb = 16 oz, 1 oz = 28.35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volume: 1 c = 8 fl oz — not the same unit as the ounce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0466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4056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cm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1960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813198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in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11680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5d2d7b41162e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1993392"/>
            <a:ext cx="3108960" cy="3255762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5430510"/>
            <a:ext cx="695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54352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suitcase weighs 50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ccac1a983b7a5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9024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22.7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0" name="Picture 9" descr="ac569d9db4172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79" y="2829272"/>
            <a:ext cx="28376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ft = 12 in. A tile is 3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37ae73f7331031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432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 = 100 cm. A rug is 2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centimetres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 = 100 cm. A rug is 2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centimetres is that?</a:t>
            </a:r>
          </a:p>
        </p:txBody>
      </p:sp>
      <p:pic>
        <p:nvPicPr>
          <p:cNvPr id="10" name="Picture 9" descr="3e1164a4ee768f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004" y="2772884"/>
            <a:ext cx="214579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52796" y="2728688"/>
            <a:ext cx="4245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metre</a:t>
            </a:r>
          </a:p>
        </p:txBody>
      </p:sp>
      <p:pic>
        <p:nvPicPr>
          <p:cNvPr id="12" name="Picture 11" descr="b501bf12fda4f0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004" y="3339812"/>
            <a:ext cx="303580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0" name="Picture 9" descr="6312203239575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7" y="3150836"/>
            <a:ext cx="2755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pic>
        <p:nvPicPr>
          <p:cNvPr id="10" name="Picture 9" descr="94f8980594becd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9" y="3150836"/>
            <a:ext cx="252069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0" name="Picture 9" descr="ba6a3ea2bb8d7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59" y="3149312"/>
            <a:ext cx="254812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faa87162742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2049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a7c6ba97e7789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326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9327eaee863255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75285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e03f104e5972ce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7498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312492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304872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de29ff29e259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691856"/>
            <a:ext cx="1353312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is that?</a:t>
            </a:r>
          </a:p>
        </p:txBody>
      </p:sp>
      <p:pic>
        <p:nvPicPr>
          <p:cNvPr id="10" name="Picture 9" descr="83c4edb2bd6b77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49312"/>
            <a:ext cx="1676400" cy="256032"/>
          </a:xfrm>
          <a:prstGeom prst="rect">
            <a:avLst/>
          </a:prstGeom>
        </p:spPr>
      </p:pic>
      <p:pic>
        <p:nvPicPr>
          <p:cNvPr id="11" name="Picture 10" descr="f589dab710055d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690332"/>
            <a:ext cx="219456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centimetres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4ef69fc1ef0e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3404"/>
            <a:ext cx="947928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c5a704f658703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64617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79298326e3b3d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6052"/>
            <a:ext cx="1182624" cy="344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951781f60105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6126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centimetres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0" name="Picture 9" descr="90afc689567248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299" y="3120356"/>
            <a:ext cx="2898648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0" name="Picture 9" descr="3c7814376f1e1e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3144740"/>
            <a:ext cx="3011424" cy="265176"/>
          </a:xfrm>
          <a:prstGeom prst="rect">
            <a:avLst/>
          </a:prstGeom>
        </p:spPr>
      </p:pic>
      <p:pic>
        <p:nvPicPr>
          <p:cNvPr id="11" name="Picture 10" descr="0519b0cae5da01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690332"/>
            <a:ext cx="264261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5-lb bag, by 0.592 lb (about 0.6 lb)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does it hold?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litres does it hold?</a:t>
            </a:r>
          </a:p>
        </p:txBody>
      </p:sp>
      <p:pic>
        <p:nvPicPr>
          <p:cNvPr id="10" name="Picture 9" descr="fd66d022f8b749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23" y="3224386"/>
            <a:ext cx="2517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a3ccc6ff8a3d38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939" y="3094448"/>
            <a:ext cx="484936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lb = 0.454 kg. How many kilograms is 30 lb?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kg = 2.204 lb. How many pounds is 25 kg?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gal = 3.785 L. How many litres is 6 gal?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12 in. How many square inches is 5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 = 8 fl oz and 1 c = 0.24 L. How many litres is 24 fl oz?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m = 100 cm. How many square centimetres is 4 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