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30.png"/><Relationship Id="rId5" Type="http://schemas.openxmlformats.org/officeDocument/2006/relationships/image" Target="../media/image4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4.png"/><Relationship Id="rId4" Type="http://schemas.openxmlformats.org/officeDocument/2006/relationships/image" Target="../media/image68.png"/><Relationship Id="rId5" Type="http://schemas.openxmlformats.org/officeDocument/2006/relationships/image" Target="../media/image71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29968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37881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39493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429" y="2912934"/>
            <a:ext cx="906708" cy="3351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80138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429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429" y="3772470"/>
            <a:ext cx="906708" cy="33515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80138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429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