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10–11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Multi-Step Proportion Problems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MA.7.AR.4.5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problem that takes two or more proportional steps, including a unit conversion, and compare two rates given in different units.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627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1 kg = 2.204 lb. How many pounds is 4 kg?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9014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1 cm : 50 km, 3 cm on the map is how many km?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1" name="Picture 10" descr="278b168b184c0a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2781300"/>
            <a:ext cx="1536192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627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1 kg = 2.204 lb. How many pounds is 4 kg?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3442" y="1440180"/>
            <a:ext cx="1350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8.816 lb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79014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1 cm : 50 km, 3 cm on the map is how many km?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7486" y="2052828"/>
            <a:ext cx="1310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150 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278b168b184c0a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2781300"/>
            <a:ext cx="1536192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52543" y="2665476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735324"/>
            <a:ext cx="28407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60 miles per hour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unit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how much of one quantity per 1 of the other — 23 miles per 1 gallon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proportional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quantities whose ratio stays the same: double one, the other doubles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for each 1 — the word that marks a unit rate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One unit rate,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84e611f102833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483" y="2007108"/>
            <a:ext cx="975055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Compare rates in one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21ff173496ec7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023872"/>
            <a:ext cx="652881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unit first. Then compare.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Scale a recipe, then check the pantry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d35a45236af3a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176" y="1993392"/>
            <a:ext cx="6297168" cy="6736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mi = 1.61 km. Runner A does 5 mi in 40 min; runner B does 9 km in 45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66491fba6d2c45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635496" cy="670560"/>
          </a:xfrm>
          <a:prstGeom prst="rect">
            <a:avLst/>
          </a:prstGeom>
        </p:spPr>
      </p:pic>
      <p:pic>
        <p:nvPicPr>
          <p:cNvPr id="9" name="Picture 8" descr="3c725b51699ea0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1615440" cy="667512"/>
          </a:xfrm>
          <a:prstGeom prst="rect">
            <a:avLst/>
          </a:prstGeom>
        </p:spPr>
      </p:pic>
      <p:pic>
        <p:nvPicPr>
          <p:cNvPr id="10" name="Picture 9" descr="8081506ef4a1ab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06952"/>
            <a:ext cx="1859280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≈ 12.08 km/h, B = 12 km/h; A is faster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mi = 1.61 km. Runner A does 4 mi in 30 min; runner B does 7 km in 35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mi = 1.61 km. Runner A does 4 mi in 30 min; runner B does 7 km in 35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  <p:pic>
        <p:nvPicPr>
          <p:cNvPr id="10" name="Picture 9" descr="7b8f562dd79bcb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772" y="3180919"/>
            <a:ext cx="5251704" cy="606552"/>
          </a:xfrm>
          <a:prstGeom prst="rect">
            <a:avLst/>
          </a:prstGeom>
        </p:spPr>
      </p:pic>
      <p:pic>
        <p:nvPicPr>
          <p:cNvPr id="11" name="Picture 10" descr="fb86ceff55f1ba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772" y="3915487"/>
            <a:ext cx="1603248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56151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= 12.88 km/h, B = 12 km/h; A is faster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recipe for 8 servings uses 2½ cups of 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rice for 20 servings? With 5 cups on hand, how many servings can be made?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2907b0d85da38e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70120" cy="673608"/>
          </a:xfrm>
          <a:prstGeom prst="rect">
            <a:avLst/>
          </a:prstGeom>
        </p:spPr>
      </p:pic>
      <p:pic>
        <p:nvPicPr>
          <p:cNvPr id="9" name="Picture 8" descr="1b4354005a94a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8526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6¼ cups; 16 servings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1½ cups of 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 With 4 cups on hand, how many servings?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1½ cups of 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 With 4 cups on hand, how many servings?</a:t>
            </a:r>
          </a:p>
        </p:txBody>
      </p:sp>
      <p:pic>
        <p:nvPicPr>
          <p:cNvPr id="10" name="Picture 9" descr="9d4724fac4a280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471" y="3180919"/>
            <a:ext cx="3474720" cy="606552"/>
          </a:xfrm>
          <a:prstGeom prst="rect">
            <a:avLst/>
          </a:prstGeom>
        </p:spPr>
      </p:pic>
      <p:pic>
        <p:nvPicPr>
          <p:cNvPr id="11" name="Picture 10" descr="34a8d86603519e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7471" y="3915487"/>
            <a:ext cx="3959352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5919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cups; 16 servings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does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does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pic>
        <p:nvPicPr>
          <p:cNvPr id="10" name="Picture 9" descr="198d9d3f25b719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023" y="3150836"/>
            <a:ext cx="1981199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420 mi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pic>
        <p:nvPicPr>
          <p:cNvPr id="10" name="Picture 9" descr="a8e292b8cde33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667" y="3120356"/>
            <a:ext cx="2343912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 min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pic>
        <p:nvPicPr>
          <p:cNvPr id="10" name="Picture 9" descr="7c445bb00f162a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435" y="3578683"/>
            <a:ext cx="4532376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$435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does 30 miles per gallon with a 12-gal tank. It starts a 900-mi trip with a full tank.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take?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72df7627a7a480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587827"/>
            <a:ext cx="18288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3a373b7e630cf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587827"/>
            <a:ext cx="384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b6172e6484e944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198951"/>
            <a:ext cx="390144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200475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6341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does 30 miles per gallon with a 12-gal tank. It starts a 900-mi trip with a full tank.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take?</a:t>
            </a:r>
          </a:p>
        </p:txBody>
      </p:sp>
      <p:pic>
        <p:nvPicPr>
          <p:cNvPr id="10" name="Picture 9" descr="065daa35c97d27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039" y="3532963"/>
            <a:ext cx="4014215" cy="347472"/>
          </a:xfrm>
          <a:prstGeom prst="rect">
            <a:avLst/>
          </a:prstGeom>
        </p:spPr>
      </p:pic>
      <p:pic>
        <p:nvPicPr>
          <p:cNvPr id="11" name="Picture 10" descr="e083f958e2482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039" y="4113607"/>
            <a:ext cx="3986784" cy="265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 tanks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pic>
        <p:nvPicPr>
          <p:cNvPr id="10" name="Picture 9" descr="89d5d50ac7447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352" y="3120356"/>
            <a:ext cx="5114544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120 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Cyclist A rides 12 km in 50 min; cyclist B rides 7 mi in 45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Tie: 12 and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12 &gt;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B: 15.0 &gt; 14.4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14.4 &gt; 11.27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Cyclist A rides 12 km in 50 min; cyclist B rides 7 mi in 45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pic>
        <p:nvPicPr>
          <p:cNvPr id="10" name="Picture 9" descr="90047daee9af91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2011" y="3500959"/>
            <a:ext cx="3407664" cy="606552"/>
          </a:xfrm>
          <a:prstGeom prst="rect">
            <a:avLst/>
          </a:prstGeom>
        </p:spPr>
      </p:pic>
      <p:pic>
        <p:nvPicPr>
          <p:cNvPr id="11" name="Picture 10" descr="c13e1045802678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011" y="4235527"/>
            <a:ext cx="7510272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9761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cyclist 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2 : 4 : 5. A batch uses 8 gal of white.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2 : 4 : 5. A batch uses 8 gal of white.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pic>
        <p:nvPicPr>
          <p:cNvPr id="10" name="Picture 9" descr="d59191ca87bf00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367" y="3500959"/>
            <a:ext cx="4861560" cy="609600"/>
          </a:xfrm>
          <a:prstGeom prst="rect">
            <a:avLst/>
          </a:prstGeom>
        </p:spPr>
      </p:pic>
      <p:pic>
        <p:nvPicPr>
          <p:cNvPr id="11" name="Picture 10" descr="60ebe7948d8a20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367" y="4319347"/>
            <a:ext cx="1581912" cy="24993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78721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gal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4 ft; a room is 2 in by 2.5 in on it. 1 ft = 0.305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4 ft; a room is 2 in by 2.5 in on it. 1 ft = 0.305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metres.</a:t>
            </a:r>
          </a:p>
        </p:txBody>
      </p:sp>
      <p:pic>
        <p:nvPicPr>
          <p:cNvPr id="10" name="Picture 9" descr="edc42479e43ef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27" y="3572587"/>
            <a:ext cx="4294632" cy="268224"/>
          </a:xfrm>
          <a:prstGeom prst="rect">
            <a:avLst/>
          </a:prstGeom>
        </p:spPr>
      </p:pic>
      <p:pic>
        <p:nvPicPr>
          <p:cNvPr id="11" name="Picture 10" descr="8d1545a1affce0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527" y="4119703"/>
            <a:ext cx="916228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7.44 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A 300-km drive. Car A averages 50 mi/h; car B averages 75 km/h.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A 300-km drive. Car A averages 50 mi/h; car B averages 75 km/h.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pic>
        <p:nvPicPr>
          <p:cNvPr id="10" name="Picture 9" descr="6fd1d65a65982d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172" y="3552775"/>
            <a:ext cx="3340608" cy="307848"/>
          </a:xfrm>
          <a:prstGeom prst="rect">
            <a:avLst/>
          </a:prstGeom>
        </p:spPr>
      </p:pic>
      <p:pic>
        <p:nvPicPr>
          <p:cNvPr id="11" name="Picture 10" descr="6a117b4420daa3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1172" y="4112083"/>
            <a:ext cx="5711952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Car A: 80.5 km/h against 75, so about 3.73 h against 4 h — about 16 minutes sooner.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car does 32 miles per gallon and its tank holds 14 gal. How far does it go on a tank?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1401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41401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That car starts a 1,000-mi trip with a full tank. How many tanks of gas does the trip take?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552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5526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recipe for 4 servings uses 1¼ cups of rice. How much rice for 10 servings?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73989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3989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1 km = 0.62 mi. A train does 120 km/h; a bus does 70 mi/h. Which is faster? Show the speeds in one unit.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8114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8114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Juice is mixed orange : mango : water = 3 : 2 : 5. A batch uses 9 cups of orange. How many cups is the whole batch?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2239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2239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plan is drawn at 1 in : 5 ft; a room is 2 in by 3 in on it. 1 ft = 0.305 m. Find the room's area in square metres.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rates: word problems — VVS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Multi-step problems with customary or metric unit conversions — UCT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