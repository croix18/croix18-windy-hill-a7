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6669"/>
            <a:ext cx="196596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74881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2" name="Picture 11" descr="f4514319604e2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62365"/>
            <a:ext cx="1685544" cy="234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08406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278b168b184c0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84157"/>
            <a:ext cx="1536192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6669"/>
            <a:ext cx="196596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74881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47894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3" name="Picture 12" descr="f4514319604e2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62365"/>
            <a:ext cx="1685544" cy="2346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08406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0706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278b168b184c0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84157"/>
            <a:ext cx="1536192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52543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4e611f10283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83" y="2020824"/>
            <a:ext cx="975055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21ff173496ec7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024253"/>
            <a:ext cx="65288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d35a45236af3a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176" y="1993392"/>
            <a:ext cx="6297168" cy="673608"/>
          </a:xfrm>
          <a:prstGeom prst="rect">
            <a:avLst/>
          </a:prstGeom>
        </p:spPr>
      </p:pic>
      <p:pic>
        <p:nvPicPr>
          <p:cNvPr id="11" name="Picture 10" descr="f2b684c3a3f3c2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39" y="2965704"/>
            <a:ext cx="10073640" cy="3870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834" y="1771269"/>
            <a:ext cx="2340864" cy="301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6698" y="1714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5 mi in 40 min; runner B does 9 km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785da30ee960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9696" cy="670560"/>
          </a:xfrm>
          <a:prstGeom prst="rect">
            <a:avLst/>
          </a:prstGeom>
        </p:spPr>
      </p:pic>
      <p:pic>
        <p:nvPicPr>
          <p:cNvPr id="9" name="Picture 8" descr="4fc8bab69cb80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874264" cy="670560"/>
          </a:xfrm>
          <a:prstGeom prst="rect">
            <a:avLst/>
          </a:prstGeom>
        </p:spPr>
      </p:pic>
      <p:pic>
        <p:nvPicPr>
          <p:cNvPr id="10" name="Picture 9" descr="3c725b51699ea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1615440" cy="667512"/>
          </a:xfrm>
          <a:prstGeom prst="rect">
            <a:avLst/>
          </a:prstGeom>
        </p:spPr>
      </p:pic>
      <p:pic>
        <p:nvPicPr>
          <p:cNvPr id="11" name="Picture 10" descr="8081506ef4a1ab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4751832"/>
            <a:ext cx="18592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km/h: 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55c3fc7a36877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702" y="1600200"/>
            <a:ext cx="2929128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830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f6c1428a8fe5f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3226" y="1600200"/>
            <a:ext cx="2926080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69306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2" name="Picture 11" descr="7b8f562dd79bcb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483068"/>
            <a:ext cx="5251704" cy="606552"/>
          </a:xfrm>
          <a:prstGeom prst="rect">
            <a:avLst/>
          </a:prstGeom>
        </p:spPr>
      </p:pic>
      <p:pic>
        <p:nvPicPr>
          <p:cNvPr id="13" name="Picture 12" descr="fb86ceff55f1ba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9772" y="4217636"/>
            <a:ext cx="1603248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583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km/h: 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0414" y="2145792"/>
            <a:ext cx="43777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</a:t>
            </a:r>
          </a:p>
        </p:txBody>
      </p:sp>
      <p:pic>
        <p:nvPicPr>
          <p:cNvPr id="9" name="Picture 8" descr="37e2160f39e92d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999" y="2103120"/>
            <a:ext cx="332232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93231" y="2145792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0286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5978" y="1642872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c329812939336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9818" y="1600200"/>
            <a:ext cx="30784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7666" y="1642872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7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2201" y="2998834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c4d7fa400edc5e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778" y="2956162"/>
            <a:ext cx="362712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5490" y="2998834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9026" y="1642872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da5a8fd9ee34c7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2866" y="1600200"/>
            <a:ext cx="301752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4618" y="1642872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7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5249" y="2998834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8e2d2576f86f7f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826" y="2956162"/>
            <a:ext cx="356616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2442" y="2998834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  <p:pic>
        <p:nvPicPr>
          <p:cNvPr id="15" name="Picture 14" descr="9d4724fac4a280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3846178"/>
            <a:ext cx="3474720" cy="606552"/>
          </a:xfrm>
          <a:prstGeom prst="rect">
            <a:avLst/>
          </a:prstGeom>
        </p:spPr>
      </p:pic>
      <p:pic>
        <p:nvPicPr>
          <p:cNvPr id="16" name="Picture 15" descr="13f1547c75366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580746"/>
            <a:ext cx="3712463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244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18 servings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68553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65505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94875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99433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997385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606985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613081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9278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994337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554598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65505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16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2" name="Picture 11" descr="506f303710cd3d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3684236"/>
            <a:ext cx="6062472" cy="606552"/>
          </a:xfrm>
          <a:prstGeom prst="rect">
            <a:avLst/>
          </a:prstGeom>
        </p:spPr>
      </p:pic>
      <p:pic>
        <p:nvPicPr>
          <p:cNvPr id="13" name="Picture 12" descr="c13e1045802678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11" y="4418804"/>
            <a:ext cx="7510272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594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36303ebf85e26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5103"/>
            <a:ext cx="88392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362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55a59dfed80728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5103"/>
            <a:ext cx="886968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667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3" name="Picture 12" descr="d59191ca87bf00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3684236"/>
            <a:ext cx="4861560" cy="609600"/>
          </a:xfrm>
          <a:prstGeom prst="rect">
            <a:avLst/>
          </a:prstGeom>
        </p:spPr>
      </p:pic>
      <p:pic>
        <p:nvPicPr>
          <p:cNvPr id="14" name="Picture 13" descr="60ebe7948d8a20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367" y="4515769"/>
            <a:ext cx="1581912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69da27b14c874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12166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4955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9700df5a23d6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0108e640f9a5d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12166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4955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6c66710128e6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pic>
        <p:nvPicPr>
          <p:cNvPr id="14" name="Picture 13" descr="edc42479e43efb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527" y="3839510"/>
            <a:ext cx="4294632" cy="268224"/>
          </a:xfrm>
          <a:prstGeom prst="rect">
            <a:avLst/>
          </a:prstGeom>
        </p:spPr>
      </p:pic>
      <p:pic>
        <p:nvPicPr>
          <p:cNvPr id="15" name="Picture 14" descr="8d1545a1affce0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7527" y="4394246"/>
            <a:ext cx="91622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3" name="Picture 12" descr="6fd1d65a65982d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079507"/>
            <a:ext cx="3340608" cy="307848"/>
          </a:xfrm>
          <a:prstGeom prst="rect">
            <a:avLst/>
          </a:prstGeom>
        </p:spPr>
      </p:pic>
      <p:pic>
        <p:nvPicPr>
          <p:cNvPr id="14" name="Picture 13" descr="6a117b4420daa3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1172" y="4615955"/>
            <a:ext cx="5711952" cy="2682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082871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955719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gets 32 miles per gallon and its tank holds 14 gal. How far does it go on a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66369"/>
            <a:ext cx="86304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430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4304"/>
            <a:ext cx="942196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That car makes a 1,000-mi trip. How many tanks of gas does it use? (Part of a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01654"/>
            <a:ext cx="365082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 counts as a whole tank.)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2246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22464"/>
            <a:ext cx="351953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recipe for 4 servings uses </a:t>
            </a:r>
          </a:p>
        </p:txBody>
      </p:sp>
      <p:pic>
        <p:nvPicPr>
          <p:cNvPr id="16" name="Picture 15" descr="8ef7b8baa0410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859" y="3188473"/>
            <a:ext cx="274452" cy="4456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11312" y="3222464"/>
            <a:ext cx="543282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cups of rice. How much rice for 10 servings?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4327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9" name="Picture 18" descr="d2f86d8905c910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831402"/>
            <a:ext cx="1611464" cy="2014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39096" y="3743275"/>
            <a:ext cx="808168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train does 120 km/h; a bus does 70 mi/h. Which is faster? Show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0625"/>
            <a:ext cx="28440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speeds in one unit.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7855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78559"/>
            <a:ext cx="49495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Juice is mixed orange : mango : water = </a:t>
            </a:r>
          </a:p>
        </p:txBody>
      </p:sp>
      <p:pic>
        <p:nvPicPr>
          <p:cNvPr id="24" name="Picture 23" descr="3e12847d3b5309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918" y="4674240"/>
            <a:ext cx="715087" cy="1863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2005" y="4578559"/>
            <a:ext cx="399247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batch uses 9 cups of orange.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45910"/>
            <a:ext cx="44026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cups is the whole batch?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1384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41384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9" name="Picture 28" descr="bf04384952a140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231" y="5501971"/>
            <a:ext cx="908966" cy="201433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26198" y="5413844"/>
            <a:ext cx="664842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; a room is 2 in by 3.5 in on it. Find the room's real area.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