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4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7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1.png"/><Relationship Id="rId4" Type="http://schemas.openxmlformats.org/officeDocument/2006/relationships/image" Target="../media/image7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53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28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9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70.png"/><Relationship Id="rId4" Type="http://schemas.openxmlformats.org/officeDocument/2006/relationships/image" Target="../media/image11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70.png"/><Relationship Id="rId4" Type="http://schemas.openxmlformats.org/officeDocument/2006/relationships/image" Target="../media/image11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Relationship Id="rId4" Type="http://schemas.openxmlformats.org/officeDocument/2006/relationships/image" Target="../media/image13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Relationship Id="rId6" Type="http://schemas.openxmlformats.org/officeDocument/2006/relationships/image" Target="../media/image14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Relationship Id="rId4" Type="http://schemas.openxmlformats.org/officeDocument/2006/relationships/image" Target="../media/image1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4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55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5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Relationship Id="rId3" Type="http://schemas.openxmlformats.org/officeDocument/2006/relationships/image" Target="../media/image165.png"/><Relationship Id="rId4" Type="http://schemas.openxmlformats.org/officeDocument/2006/relationships/image" Target="../media/image166.png"/><Relationship Id="rId5" Type="http://schemas.openxmlformats.org/officeDocument/2006/relationships/image" Target="../media/image16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Relationship Id="rId3" Type="http://schemas.openxmlformats.org/officeDocument/2006/relationships/image" Target="../media/image183.png"/><Relationship Id="rId4" Type="http://schemas.openxmlformats.org/officeDocument/2006/relationships/image" Target="../media/image184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8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70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76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Relationship Id="rId3" Type="http://schemas.openxmlformats.org/officeDocument/2006/relationships/image" Target="../media/image205.png"/><Relationship Id="rId4" Type="http://schemas.openxmlformats.org/officeDocument/2006/relationships/image" Target="../media/image206.png"/><Relationship Id="rId5" Type="http://schemas.openxmlformats.org/officeDocument/2006/relationships/image" Target="../media/image20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Relationship Id="rId3" Type="http://schemas.openxmlformats.org/officeDocument/2006/relationships/image" Target="../media/image20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Relationship Id="rId3" Type="http://schemas.openxmlformats.org/officeDocument/2006/relationships/image" Target="../media/image211.png"/><Relationship Id="rId4" Type="http://schemas.openxmlformats.org/officeDocument/2006/relationships/image" Target="../media/image21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Relationship Id="rId5" Type="http://schemas.openxmlformats.org/officeDocument/2006/relationships/image" Target="../media/image22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16.png"/><Relationship Id="rId4" Type="http://schemas.openxmlformats.org/officeDocument/2006/relationships/image" Target="../media/image221.png"/><Relationship Id="rId5" Type="http://schemas.openxmlformats.org/officeDocument/2006/relationships/image" Target="../media/image213.png"/><Relationship Id="rId6" Type="http://schemas.openxmlformats.org/officeDocument/2006/relationships/image" Target="../media/image201.png"/><Relationship Id="rId7" Type="http://schemas.openxmlformats.org/officeDocument/2006/relationships/image" Target="../media/image202.png"/><Relationship Id="rId8" Type="http://schemas.openxmlformats.org/officeDocument/2006/relationships/image" Target="../media/image2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223.png"/><Relationship Id="rId4" Type="http://schemas.openxmlformats.org/officeDocument/2006/relationships/image" Target="../media/image53.png"/><Relationship Id="rId5" Type="http://schemas.openxmlformats.org/officeDocument/2006/relationships/image" Target="../media/image224.png"/><Relationship Id="rId6" Type="http://schemas.openxmlformats.org/officeDocument/2006/relationships/image" Target="../media/image19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223.png"/><Relationship Id="rId4" Type="http://schemas.openxmlformats.org/officeDocument/2006/relationships/image" Target="../media/image53.png"/><Relationship Id="rId5" Type="http://schemas.openxmlformats.org/officeDocument/2006/relationships/image" Target="../media/image224.png"/><Relationship Id="rId6" Type="http://schemas.openxmlformats.org/officeDocument/2006/relationships/image" Target="../media/image19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Relationship Id="rId6" Type="http://schemas.openxmlformats.org/officeDocument/2006/relationships/image" Target="../media/image229.png"/><Relationship Id="rId7" Type="http://schemas.openxmlformats.org/officeDocument/2006/relationships/image" Target="../media/image230.png"/><Relationship Id="rId8" Type="http://schemas.openxmlformats.org/officeDocument/2006/relationships/image" Target="../media/image231.png"/><Relationship Id="rId9" Type="http://schemas.openxmlformats.org/officeDocument/2006/relationships/image" Target="../media/image232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Relationship Id="rId4" Type="http://schemas.openxmlformats.org/officeDocument/2006/relationships/image" Target="../media/image23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24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242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Relationship Id="rId4" Type="http://schemas.openxmlformats.org/officeDocument/2006/relationships/image" Target="../media/image249.png"/><Relationship Id="rId5" Type="http://schemas.openxmlformats.org/officeDocument/2006/relationships/image" Target="../media/image25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Relationship Id="rId3" Type="http://schemas.openxmlformats.org/officeDocument/2006/relationships/image" Target="../media/image25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Relationship Id="rId3" Type="http://schemas.openxmlformats.org/officeDocument/2006/relationships/image" Target="../media/image265.png"/><Relationship Id="rId4" Type="http://schemas.openxmlformats.org/officeDocument/2006/relationships/image" Target="../media/image249.png"/><Relationship Id="rId5" Type="http://schemas.openxmlformats.org/officeDocument/2006/relationships/image" Target="../media/image266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Relationship Id="rId3" Type="http://schemas.openxmlformats.org/officeDocument/2006/relationships/image" Target="../media/image267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Relationship Id="rId5" Type="http://schemas.openxmlformats.org/officeDocument/2006/relationships/image" Target="../media/image27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Relationship Id="rId4" Type="http://schemas.openxmlformats.org/officeDocument/2006/relationships/image" Target="../media/image274.png"/><Relationship Id="rId5" Type="http://schemas.openxmlformats.org/officeDocument/2006/relationships/image" Target="../media/image275.png"/><Relationship Id="rId6" Type="http://schemas.openxmlformats.org/officeDocument/2006/relationships/image" Target="../media/image276.png"/><Relationship Id="rId7" Type="http://schemas.openxmlformats.org/officeDocument/2006/relationships/image" Target="../media/image277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Relationship Id="rId3" Type="http://schemas.openxmlformats.org/officeDocument/2006/relationships/image" Target="../media/image279.png"/><Relationship Id="rId4" Type="http://schemas.openxmlformats.org/officeDocument/2006/relationships/image" Target="../media/image280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Relationship Id="rId4" Type="http://schemas.openxmlformats.org/officeDocument/2006/relationships/image" Target="../media/image28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88.png"/><Relationship Id="rId4" Type="http://schemas.openxmlformats.org/officeDocument/2006/relationships/image" Target="../media/image289.png"/><Relationship Id="rId5" Type="http://schemas.openxmlformats.org/officeDocument/2006/relationships/image" Target="../media/image29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91.png"/><Relationship Id="rId4" Type="http://schemas.openxmlformats.org/officeDocument/2006/relationships/image" Target="../media/image292.png"/><Relationship Id="rId5" Type="http://schemas.openxmlformats.org/officeDocument/2006/relationships/image" Target="../media/image293.png"/><Relationship Id="rId6" Type="http://schemas.openxmlformats.org/officeDocument/2006/relationships/image" Target="../media/image29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81.png"/><Relationship Id="rId4" Type="http://schemas.openxmlformats.org/officeDocument/2006/relationships/image" Target="../media/image285.png"/><Relationship Id="rId5" Type="http://schemas.openxmlformats.org/officeDocument/2006/relationships/image" Target="../media/image202.png"/><Relationship Id="rId6" Type="http://schemas.openxmlformats.org/officeDocument/2006/relationships/image" Target="../media/image296.png"/><Relationship Id="rId7" Type="http://schemas.openxmlformats.org/officeDocument/2006/relationships/image" Target="../media/image297.png"/><Relationship Id="rId8" Type="http://schemas.openxmlformats.org/officeDocument/2006/relationships/image" Target="../media/image298.png"/><Relationship Id="rId9" Type="http://schemas.openxmlformats.org/officeDocument/2006/relationships/image" Target="../media/image299.png"/><Relationship Id="rId10" Type="http://schemas.openxmlformats.org/officeDocument/2006/relationships/image" Target="../media/image30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Relationship Id="rId3" Type="http://schemas.openxmlformats.org/officeDocument/2006/relationships/image" Target="../media/image306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Relationship Id="rId3" Type="http://schemas.openxmlformats.org/officeDocument/2006/relationships/image" Target="../media/image308.png"/><Relationship Id="rId4" Type="http://schemas.openxmlformats.org/officeDocument/2006/relationships/image" Target="../media/image309.png"/><Relationship Id="rId5" Type="http://schemas.openxmlformats.org/officeDocument/2006/relationships/image" Target="../media/image310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Relationship Id="rId3" Type="http://schemas.openxmlformats.org/officeDocument/2006/relationships/image" Target="../media/image313.png"/><Relationship Id="rId4" Type="http://schemas.openxmlformats.org/officeDocument/2006/relationships/image" Target="../media/image31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Relationship Id="rId3" Type="http://schemas.openxmlformats.org/officeDocument/2006/relationships/image" Target="../media/image321.png"/><Relationship Id="rId4" Type="http://schemas.openxmlformats.org/officeDocument/2006/relationships/image" Target="../media/image322.png"/><Relationship Id="rId5" Type="http://schemas.openxmlformats.org/officeDocument/2006/relationships/image" Target="../media/image32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28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Relationship Id="rId3" Type="http://schemas.openxmlformats.org/officeDocument/2006/relationships/image" Target="../media/image33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34.png"/><Relationship Id="rId4" Type="http://schemas.openxmlformats.org/officeDocument/2006/relationships/image" Target="../media/image33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Relationship Id="rId3" Type="http://schemas.openxmlformats.org/officeDocument/2006/relationships/image" Target="../media/image338.png"/><Relationship Id="rId4" Type="http://schemas.openxmlformats.org/officeDocument/2006/relationships/image" Target="../media/image339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299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340.png"/><Relationship Id="rId4" Type="http://schemas.openxmlformats.org/officeDocument/2006/relationships/image" Target="../media/image341.png"/><Relationship Id="rId5" Type="http://schemas.openxmlformats.org/officeDocument/2006/relationships/image" Target="../media/image34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43.png"/><Relationship Id="rId4" Type="http://schemas.openxmlformats.org/officeDocument/2006/relationships/image" Target="../media/image344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213.png"/><Relationship Id="rId4" Type="http://schemas.openxmlformats.org/officeDocument/2006/relationships/image" Target="../media/image346.png"/><Relationship Id="rId5" Type="http://schemas.openxmlformats.org/officeDocument/2006/relationships/image" Target="../media/image34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Multi-Step Proportional Relationships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5.06–07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5.08–09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5.10–11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41289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6986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178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310578"/>
            <a:ext cx="127952" cy="193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20080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246" y="3312641"/>
            <a:ext cx="697547" cy="196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3909"/>
            <a:ext cx="392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727" y="5657575"/>
            <a:ext cx="1170146" cy="204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00874" y="5533909"/>
            <a:ext cx="52793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cdf1f3d178756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9" y="1993392"/>
            <a:ext cx="4572000" cy="2072640"/>
          </a:xfrm>
          <a:prstGeom prst="rect">
            <a:avLst/>
          </a:prstGeom>
        </p:spPr>
      </p:pic>
      <p:pic>
        <p:nvPicPr>
          <p:cNvPr id="11" name="Picture 10" descr="3d90d3b02b60e6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211" y="4212336"/>
            <a:ext cx="95310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3553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2194560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46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c3ddc15ef61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9" y="2218944"/>
            <a:ext cx="7589520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3023997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17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c01a75d5d6aaea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917" y="3483068"/>
            <a:ext cx="1193292" cy="6132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7209" y="3561078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1271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46801c56b80b5c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13" y="1817179"/>
            <a:ext cx="139179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106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81d11d57c22f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9dc5c0b3d418a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154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402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3af538f0ea090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036" y="3500959"/>
            <a:ext cx="2497073" cy="6132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6110" y="3578969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102070a7c64f05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036" y="4242194"/>
            <a:ext cx="1997106" cy="6104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6142" y="4318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981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4238e14711500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868" y="3169601"/>
            <a:ext cx="1372838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706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868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50c40483c37e0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49" y="3071588"/>
            <a:ext cx="1061799" cy="5133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49648" y="3099687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96674"/>
            <a:ext cx="847272" cy="372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42549"/>
            <a:ext cx="265811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399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2744922"/>
            <a:ext cx="261064" cy="2634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53874"/>
            <a:ext cx="847272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9218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99749"/>
            <a:ext cx="265811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74399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3202122"/>
            <a:ext cx="261064" cy="2634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34444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0941"/>
            <a:ext cx="267874" cy="2519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087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74165"/>
            <a:ext cx="140747" cy="2133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516184"/>
            <a:ext cx="140747" cy="2133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519610"/>
            <a:ext cx="267874" cy="25198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cc9f29a22390a2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4572862"/>
            <a:ext cx="5172456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73de71b52ec56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40" y="4847726"/>
            <a:ext cx="550164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6d3ae8b19a234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194560"/>
            <a:ext cx="883920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932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8058f93241672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179" y="2192845"/>
            <a:ext cx="60426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445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901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6c1f342e4d843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970" y="1687449"/>
            <a:ext cx="631507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477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8818f8b2507901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7449"/>
            <a:ext cx="633984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1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bd8ae361e3ef1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945" y="1784985"/>
            <a:ext cx="92868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6632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310dff147270a8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47078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ecd9b8e3fec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33362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194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fab6492a08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228" y="2333625"/>
            <a:ext cx="1163955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183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df787c7f4ce77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1695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145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bcf4e6c09f084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4172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393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1695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970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cf4e6c09f084e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4172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218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19c87c68c435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7581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7096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25ad037a3e872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4078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954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a8fa05a0e6e09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8334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43adb895dd9d0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1601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477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8488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750b0735fbfc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4266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208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2d2e2a1dc9114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217c156fbd4cb6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6742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456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987bd4d974e8c5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7057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13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f4873bb202c1b7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c0265cf83ecf01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9533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381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9771a717e91a6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146" y="3071588"/>
            <a:ext cx="1452943" cy="6159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090" y="3150979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16227b3b3d8b10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146" y="3852829"/>
            <a:ext cx="85353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681" y="3792726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025ad037a3e87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0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182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181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15415fd0592ff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5666"/>
            <a:ext cx="97078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1597" y="2595181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68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43adb895dd9d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601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70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7658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662ac61bc7a43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8143"/>
            <a:ext cx="97326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4073" y="25976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31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91136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5704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6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747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995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92388"/>
            <a:ext cx="1027644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706788"/>
            <a:ext cx="1027644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8946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120"/>
            <a:ext cx="2095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215" y="2845771"/>
            <a:ext cx="986472" cy="4498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7688" y="2842120"/>
            <a:ext cx="6649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96837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86775"/>
            <a:ext cx="4711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145" y="3890426"/>
            <a:ext cx="986472" cy="4498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03617" y="3886775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627" y="4010441"/>
            <a:ext cx="930751" cy="204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4149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052398"/>
            <a:ext cx="559276" cy="18780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02276" y="4912221"/>
            <a:ext cx="5407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717" y="5035888"/>
            <a:ext cx="930751" cy="2043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3468" y="4912221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478" y="5052398"/>
            <a:ext cx="563403" cy="1878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6881" y="4912221"/>
            <a:ext cx="1374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396853"/>
            <a:ext cx="3329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2194560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1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228469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77869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73736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77869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5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64153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60020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6415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39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49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731" y="164277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04" y="1600200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647" y="164277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59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62138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8586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6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264694ef97da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302" y="3276169"/>
            <a:ext cx="1640776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8079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302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22f3f49cdf11e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4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770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d7010ee96b3fe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3955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724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96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7586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9119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0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978f6528d2268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1131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7125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f950ae6c97c70c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360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f87205a9484c6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243150"/>
            <a:ext cx="185070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6987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80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29400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858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058" y="19158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56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6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535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90738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f0627971b5597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ea7aeef4c43044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a89ced5ccc91c1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79486"/>
            <a:ext cx="1950148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3216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a99ea26457b731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815ebff852359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713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895917"/>
            <a:ext cx="1115456" cy="218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487205"/>
            <a:ext cx="1300575" cy="2349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4816" y="33840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6601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15930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285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53117"/>
            <a:ext cx="1115456" cy="218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57938" y="3228578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12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44405"/>
            <a:ext cx="1300575" cy="2349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4816" y="38412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895" y="3841226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935720"/>
            <a:ext cx="1537493" cy="2043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2484" y="3812054"/>
            <a:ext cx="4530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 written as a fraction that equals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4756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4115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2194560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2194560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35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240661"/>
            <a:ext cx="3578352" cy="289560"/>
          </a:xfrm>
          <a:prstGeom prst="rect">
            <a:avLst/>
          </a:prstGeom>
        </p:spPr>
      </p:pic>
      <p:pic>
        <p:nvPicPr>
          <p:cNvPr id="11" name="Picture 10" descr="1097f78d90eae8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248" y="3045333"/>
            <a:ext cx="7431024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254" y="21829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2246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937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47c497fa41547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690" y="2192845"/>
            <a:ext cx="3345751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44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cdcc197a46a9d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5497a985b9854d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b3ee9e039b8f1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f2c9433a2aba0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6a54cea2649eb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23c46f257f02bc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3fcb734e6361b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14cf36aaa71634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6999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58984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fa316f6c8e8ec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9475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146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fd521c93e65714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4587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8159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4ece4610ab63a2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7064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92388"/>
            <a:ext cx="99441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81303"/>
            <a:ext cx="1286335" cy="2349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576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987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9588"/>
            <a:ext cx="994417" cy="2159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55719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8503"/>
            <a:ext cx="1286335" cy="2349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30576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857158"/>
            <a:ext cx="1092136" cy="176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9749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792" y="2864587"/>
            <a:ext cx="1361455" cy="2210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827615"/>
            <a:ext cx="1116282" cy="176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2394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785070"/>
            <a:ext cx="243316" cy="18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8631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358" y="4788784"/>
            <a:ext cx="403050" cy="1857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88409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7451" y="4786927"/>
            <a:ext cx="271176" cy="183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58628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757384"/>
            <a:ext cx="243316" cy="183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316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358" y="5759241"/>
            <a:ext cx="260032" cy="18202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845391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daf8da0d1e3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464" y="2231136"/>
            <a:ext cx="8546592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974c14d3ea300a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208" y="4437881"/>
            <a:ext cx="7309104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f33f2f218af8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2240661"/>
            <a:ext cx="7114032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260" y="219284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493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c5f90b4ff337b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2668" y="21779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4931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040327706b658f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989" y="2148268"/>
            <a:ext cx="574548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537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f721e6687ccce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f6484183bcbd0a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55f3c6fd32ec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3c99dfaaa214ad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2938255"/>
            <a:ext cx="836961" cy="3093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5149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d933339219d3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b403895e0674b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0760bc6c5882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26edaed8467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590217cf62aa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a387a3e29910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0849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4275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287286a7d407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3326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675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3797791"/>
            <a:ext cx="836961" cy="3093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5149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e0de4c5e07765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d1791ada6c75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47b584da7b83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7621f8b70045f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ff228dc4c8df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dc0942f76508db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8f2e55c8bb5bdd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59689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2237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b5b0e70f63b0e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589" y="2534793"/>
            <a:ext cx="785050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639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941bdd639930e1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794" y="2584323"/>
            <a:ext cx="1399222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201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7b97a516d2941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62165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14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7559e20e57a5d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065" y="2534793"/>
            <a:ext cx="787527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9592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cf3a2a0005dd5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47" y="2584323"/>
            <a:ext cx="140417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192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2" name="Picture 11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3971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3" name="Picture 12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9014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0178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79836f7ad35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76" y="2221992"/>
            <a:ext cx="1010716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182504396a8a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044" y="2225421"/>
            <a:ext cx="688543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50a1b78c883b6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392" y="2194560"/>
            <a:ext cx="6650736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3276600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34" y="1771269"/>
            <a:ext cx="2340864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6698" y="1714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5 mi in 40 min; runner B does 9 km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55c3fc7a36877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702" y="1600200"/>
            <a:ext cx="2929128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830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f6c1428a8fe5f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226" y="1600200"/>
            <a:ext cx="2926080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69306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2" name="Picture 11" descr="7b8f562dd79bcb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483068"/>
            <a:ext cx="5251704" cy="606552"/>
          </a:xfrm>
          <a:prstGeom prst="rect">
            <a:avLst/>
          </a:prstGeom>
        </p:spPr>
      </p:pic>
      <p:pic>
        <p:nvPicPr>
          <p:cNvPr id="13" name="Picture 12" descr="fb86ceff55f1ba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772" y="4217636"/>
            <a:ext cx="1603248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583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0604" y="2145696"/>
            <a:ext cx="43777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</a:t>
            </a:r>
          </a:p>
        </p:txBody>
      </p:sp>
      <p:pic>
        <p:nvPicPr>
          <p:cNvPr id="9" name="Picture 8" descr="cfbc1da7a07fba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189" y="2103120"/>
            <a:ext cx="331851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3040" y="214569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2673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7597" y="1642776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b8f565bf2384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438" y="1600200"/>
            <a:ext cx="304609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6047" y="164277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2773" y="2998548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d0dda701f68944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350" y="2955971"/>
            <a:ext cx="361569" cy="5423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4919" y="2998548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0073" y="1644015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a256e78171c673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14" y="1600200"/>
            <a:ext cx="299656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3571" y="1644015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934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5249" y="3002263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e79d51c9125476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826" y="2958448"/>
            <a:ext cx="356616" cy="544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2442" y="3002263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  <p:pic>
        <p:nvPicPr>
          <p:cNvPr id="15" name="Picture 14" descr="9d4724fac4a280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3850750"/>
            <a:ext cx="3474720" cy="606552"/>
          </a:xfrm>
          <a:prstGeom prst="rect">
            <a:avLst/>
          </a:prstGeom>
        </p:spPr>
      </p:pic>
      <p:pic>
        <p:nvPicPr>
          <p:cNvPr id="16" name="Picture 15" descr="13f1547c75366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585318"/>
            <a:ext cx="3712463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290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68553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65505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94875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99433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997385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06985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13081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94337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54598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65505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16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2" name="Picture 11" descr="506f303710cd3d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3684236"/>
            <a:ext cx="6062472" cy="606552"/>
          </a:xfrm>
          <a:prstGeom prst="rect">
            <a:avLst/>
          </a:prstGeom>
        </p:spPr>
      </p:pic>
      <p:pic>
        <p:nvPicPr>
          <p:cNvPr id="13" name="Picture 12" descr="c13e1045802678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11" y="4418804"/>
            <a:ext cx="7510272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594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51d1cdc51197b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4110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381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4d1f2e7bdd7bf8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9063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87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3" name="Picture 12" descr="d59191ca87bf0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3684236"/>
            <a:ext cx="4861560" cy="609600"/>
          </a:xfrm>
          <a:prstGeom prst="rect">
            <a:avLst/>
          </a:prstGeom>
        </p:spPr>
      </p:pic>
      <p:pic>
        <p:nvPicPr>
          <p:cNvPr id="14" name="Picture 13" descr="60ebe7948d8a2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367" y="4515769"/>
            <a:ext cx="1581912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9700df5a23d6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6c66710128e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4" name="Picture 13" descr="edc42479e43efb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527" y="3839510"/>
            <a:ext cx="4294632" cy="268224"/>
          </a:xfrm>
          <a:prstGeom prst="rect">
            <a:avLst/>
          </a:prstGeom>
        </p:spPr>
      </p:pic>
      <p:pic>
        <p:nvPicPr>
          <p:cNvPr id="15" name="Picture 14" descr="8d1545a1affce0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527" y="4394246"/>
            <a:ext cx="91622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3" name="Picture 12" descr="6fd1d65a65982d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079507"/>
            <a:ext cx="3340608" cy="307848"/>
          </a:xfrm>
          <a:prstGeom prst="rect">
            <a:avLst/>
          </a:prstGeom>
        </p:spPr>
      </p:pic>
      <p:pic>
        <p:nvPicPr>
          <p:cNvPr id="14" name="Picture 13" descr="6a117b4420daa3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172" y="4615955"/>
            <a:ext cx="571195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8287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95571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6369"/>
            <a:ext cx="86304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430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4304"/>
            <a:ext cx="94219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01654"/>
            <a:ext cx="365082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 counts as a whole tank.)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2246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22464"/>
            <a:ext cx="35195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recipe for 4 servings uses </a:t>
            </a:r>
          </a:p>
        </p:txBody>
      </p:sp>
      <p:pic>
        <p:nvPicPr>
          <p:cNvPr id="16" name="Picture 15" descr="8ef7b8baa0410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59" y="3188473"/>
            <a:ext cx="274452" cy="445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1312" y="3222464"/>
            <a:ext cx="543282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cups of rice. How much rice for 10 servings?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327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9" name="Picture 18" descr="d2f86d8905c9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831402"/>
            <a:ext cx="1611464" cy="201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39096" y="3743275"/>
            <a:ext cx="808168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train does 120 km/h; a bus does 70 mi/h. Which is faster? Show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0625"/>
            <a:ext cx="28440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speeds in one unit.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785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78559"/>
            <a:ext cx="49495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Juice is mixed orange : mango : water = </a:t>
            </a:r>
          </a:p>
        </p:txBody>
      </p:sp>
      <p:pic>
        <p:nvPicPr>
          <p:cNvPr id="24" name="Picture 23" descr="3e12847d3b5309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8" y="4674240"/>
            <a:ext cx="715087" cy="1863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2005" y="4578559"/>
            <a:ext cx="399247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batch uses 9 cups of orange.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45910"/>
            <a:ext cx="44026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cups is the whole batch?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1384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1384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9" name="Picture 28" descr="bf04384952a140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231" y="5501971"/>
            <a:ext cx="908966" cy="2014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26198" y="5413844"/>
            <a:ext cx="66484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; a room is 2 in by 3.5 in on it. Find the room's real area.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