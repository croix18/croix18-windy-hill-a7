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2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Relationship Id="rId5" Type="http://schemas.openxmlformats.org/officeDocument/2006/relationships/image" Target="../media/image10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Relationship Id="rId3" Type="http://schemas.openxmlformats.org/officeDocument/2006/relationships/image" Target="../media/image11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Relationship Id="rId3" Type="http://schemas.openxmlformats.org/officeDocument/2006/relationships/image" Target="../media/image13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156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Relationship Id="rId3" Type="http://schemas.openxmlformats.org/officeDocument/2006/relationships/image" Target="../media/image169.png"/><Relationship Id="rId4" Type="http://schemas.openxmlformats.org/officeDocument/2006/relationships/image" Target="../media/image170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Relationship Id="rId3" Type="http://schemas.openxmlformats.org/officeDocument/2006/relationships/image" Target="../media/image181.png"/><Relationship Id="rId4" Type="http://schemas.openxmlformats.org/officeDocument/2006/relationships/image" Target="../media/image182.png"/><Relationship Id="rId5" Type="http://schemas.openxmlformats.org/officeDocument/2006/relationships/image" Target="../media/image24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Relationship Id="rId3" Type="http://schemas.openxmlformats.org/officeDocument/2006/relationships/image" Target="../media/image191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Multi-Step Proportional Relationships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5.06–07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5.08–09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5.10–11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01328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0165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7382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266064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1104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270" y="3264540"/>
            <a:ext cx="103022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5676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1 in : 20 mi means every inch on the map is 20 miles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260c4ca0095ac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993392"/>
            <a:ext cx="5669280" cy="2570073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709769"/>
            <a:ext cx="8820912" cy="8046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05584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34056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8 cm rectangle is copied at 9 cm by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8 cm rectangle is copied at 9 cm by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3c64e5c3ccc58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966" y="2751548"/>
            <a:ext cx="1502664" cy="609600"/>
          </a:xfrm>
          <a:prstGeom prst="rect">
            <a:avLst/>
          </a:prstGeom>
        </p:spPr>
      </p:pic>
      <p:pic>
        <p:nvPicPr>
          <p:cNvPr id="11" name="Picture 10" descr="29d440c348e857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966" y="3489164"/>
            <a:ext cx="1173480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7446" y="3562316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in : 20 mi. Two towns are 3.5 in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911130c6d0fa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72640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70 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0" name="Picture 9" descr="874fbb5c36f522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03" y="2829272"/>
            <a:ext cx="18470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110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1104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49312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31d3a876917ba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86303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041d7103b879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86303"/>
            <a:ext cx="88696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0b9eb51d2c267c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98951"/>
            <a:ext cx="51206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f6bdea168322aa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98951"/>
            <a:ext cx="7650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8098" y="3478099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1" name="Picture 10" descr="3cc36cf75937c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962" y="4119703"/>
            <a:ext cx="5455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1caa99a087a8b7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559" y="3500959"/>
            <a:ext cx="24963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5871" y="3578683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66f8f0a44e616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59" y="4241623"/>
            <a:ext cx="1996439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5999" y="4317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8383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12-ft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12-ft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2908f8b113149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20" y="3150836"/>
            <a:ext cx="138988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9208" y="3048728"/>
            <a:ext cx="335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4 ft</a:t>
            </a:r>
          </a:p>
        </p:txBody>
      </p:sp>
      <p:pic>
        <p:nvPicPr>
          <p:cNvPr id="12" name="Picture 11" descr="62c8d8eef0ece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320" y="3690332"/>
            <a:ext cx="1447800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 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0673d22e8596ca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2" y="3071588"/>
            <a:ext cx="1063752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1434" y="3099020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3 cm by 5 cm rectangle is copied at 7.5 cm by 12.5 cm.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side in the copy?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map's scale is 1 in : 25 mi. Two cities are 2.8 in apart on the map. How far apart are they?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006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006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1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4 cm side becomes 10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86356"/>
            <a:ext cx="886968" cy="390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55392"/>
            <a:ext cx="27736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5956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2758440"/>
            <a:ext cx="271272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1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4 cm side becomes 10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780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2.5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43556"/>
            <a:ext cx="886968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914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212592"/>
            <a:ext cx="2773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5956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3215640"/>
            <a:ext cx="271272" cy="271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6209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28986"/>
            <a:ext cx="3596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2664" y="1869550"/>
            <a:ext cx="9443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the number an area is multiplied by when every length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2058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multiplied 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848" y="2439526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481544"/>
            <a:ext cx="188976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497655"/>
            <a:ext cx="359664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87721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82778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2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5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5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07432d5bc6086b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830796"/>
            <a:ext cx="2127504" cy="252984"/>
          </a:xfrm>
          <a:prstGeom prst="rect">
            <a:avLst/>
          </a:prstGeom>
        </p:spPr>
      </p:pic>
      <p:pic>
        <p:nvPicPr>
          <p:cNvPr id="11" name="Picture 10" descr="1661c325761ef9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903" y="3344384"/>
            <a:ext cx="390144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64 cm, A = 240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20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180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9977b4e213f39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20824" cy="676656"/>
          </a:xfrm>
          <a:prstGeom prst="rect">
            <a:avLst/>
          </a:prstGeom>
        </p:spPr>
      </p:pic>
      <p:pic>
        <p:nvPicPr>
          <p:cNvPr id="9" name="Picture 8" descr="0fb83c0532752c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02336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3; the side is 12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  <p:pic>
        <p:nvPicPr>
          <p:cNvPr id="10" name="Picture 9" descr="a02b1beb298b5d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180919"/>
            <a:ext cx="2048256" cy="609600"/>
          </a:xfrm>
          <a:prstGeom prst="rect">
            <a:avLst/>
          </a:prstGeom>
        </p:spPr>
      </p:pic>
      <p:pic>
        <p:nvPicPr>
          <p:cNvPr id="11" name="Picture 10" descr="c6b6368f1cca46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3918535"/>
            <a:ext cx="38618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0" name="Picture 9" descr="d860927724a309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3152360"/>
            <a:ext cx="1554480" cy="249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427887251510c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6452"/>
            <a:ext cx="2910840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ba1e3c512174bc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1" y="3071588"/>
            <a:ext cx="3474720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8f7267bd6258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5408"/>
            <a:ext cx="4206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b6b586116b6ce2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5408"/>
            <a:ext cx="417576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da98a1872183d6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1452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65ff48fc3d12dc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350520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8413de0e199e54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4928"/>
            <a:ext cx="291084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3c70ee3fe6f12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3" y="3124928"/>
            <a:ext cx="1539240" cy="304800"/>
          </a:xfrm>
          <a:prstGeom prst="rect">
            <a:avLst/>
          </a:prstGeom>
        </p:spPr>
      </p:pic>
      <p:pic>
        <p:nvPicPr>
          <p:cNvPr id="11" name="Picture 10" descr="2e3c5fba163c0d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223" y="3690332"/>
            <a:ext cx="18318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8456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458baf8972180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13" y="3071588"/>
            <a:ext cx="1453896" cy="618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709" y="3152360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2edc07f1b53d6d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13" y="3873212"/>
            <a:ext cx="85344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253" y="379548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288a399f2ce56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5" y="3500959"/>
            <a:ext cx="2145792" cy="606552"/>
          </a:xfrm>
          <a:prstGeom prst="rect">
            <a:avLst/>
          </a:prstGeom>
        </p:spPr>
      </p:pic>
      <p:pic>
        <p:nvPicPr>
          <p:cNvPr id="11" name="Picture 10" descr="392447636256ad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5" y="4235527"/>
            <a:ext cx="2042160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0" name="Picture 9" descr="2a69d4576013ab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79" y="3150836"/>
            <a:ext cx="1996439" cy="252984"/>
          </a:xfrm>
          <a:prstGeom prst="rect">
            <a:avLst/>
          </a:prstGeom>
        </p:spPr>
      </p:pic>
      <p:pic>
        <p:nvPicPr>
          <p:cNvPr id="11" name="Picture 10" descr="f562745388bd6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664424"/>
            <a:ext cx="390144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49312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perimeter 18 cm is scaled by k = 3. Find the copy's perimeter.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7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40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½. Find the copy's area.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2 cm by 5 cm rectangle is scaled by k = 2.5. Find the copy's perimeter and area.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has area 9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and its scale copy has area 144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. Find 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area ratio, copy to original?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658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with area 9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2. Find the copy's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1" name="Picture 10" descr="7ec5cb8616fd94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2781300"/>
            <a:ext cx="1072896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658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with area 9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2. Find the copy's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3" name="Picture 12" descr="7ec5cb8616fd94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3695700"/>
            <a:ext cx="1072896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34197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ratio such as ¼ in : 1 ft — a drawing length and the real length it stands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scale written per 1 drawing unit: ¼ in : 1 ft is 1 in : 4 ft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40907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48256"/>
            <a:ext cx="229819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2.5 in by 3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1.5 in by 4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1.5 in by 4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0" name="Picture 9" descr="2ca6e5298287df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403" y="2829272"/>
            <a:ext cx="3523488" cy="256032"/>
          </a:xfrm>
          <a:prstGeom prst="rect">
            <a:avLst/>
          </a:prstGeom>
        </p:spPr>
      </p:pic>
      <p:pic>
        <p:nvPicPr>
          <p:cNvPr id="11" name="Picture 10" descr="5fd038657ddc92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370292"/>
            <a:ext cx="155143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 is drawn at 1 cm : 50 km. Two towns are 7.4 cm apart on it. A bus travels at 100 km per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towns, and how long does the bus take?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d32c211b312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92096" cy="277368"/>
          </a:xfrm>
          <a:prstGeom prst="rect">
            <a:avLst/>
          </a:prstGeom>
        </p:spPr>
      </p:pic>
      <p:pic>
        <p:nvPicPr>
          <p:cNvPr id="9" name="Picture 8" descr="85cdfc9b31127b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252984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370 km; 3.7 hours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 is drawn at 1 cm : 25 km. Two towns are 6.2 cm apart on it. A bus travels at 50 km per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towns, and how long does the bus take?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 is drawn at 1 cm : 25 km. Two towns are 6.2 cm apart on it. A bus travels at 50 km per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towns, and how long does the bus take?</a:t>
            </a:r>
          </a:p>
        </p:txBody>
      </p:sp>
      <p:pic>
        <p:nvPicPr>
          <p:cNvPr id="10" name="Picture 9" descr="0d83e4adbda31b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7" y="3258643"/>
            <a:ext cx="2020824" cy="256032"/>
          </a:xfrm>
          <a:prstGeom prst="rect">
            <a:avLst/>
          </a:prstGeom>
        </p:spPr>
      </p:pic>
      <p:pic>
        <p:nvPicPr>
          <p:cNvPr id="11" name="Picture 10" descr="a99fb84cec36a6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067" y="3799663"/>
            <a:ext cx="203911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155 km; 3.1 hours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½ in : 1 ft. A wall is 4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½ in : 1 ft. A wall is 4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0" name="Picture 9" descr="c8c92f87f3d6ee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528" y="3071588"/>
            <a:ext cx="3060192" cy="606552"/>
          </a:xfrm>
          <a:prstGeom prst="rect">
            <a:avLst/>
          </a:prstGeom>
        </p:spPr>
      </p:pic>
      <p:pic>
        <p:nvPicPr>
          <p:cNvPr id="11" name="Picture 10" descr="4c79ce6c59743c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86928"/>
            <a:ext cx="1210056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room is 2.5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room is 2.5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0" name="Picture 9" descr="7f47ff26618b21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3150836"/>
            <a:ext cx="1712976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real wall is 21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real wall is 21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0" name="Picture 9" descr="42d22dbd0f417c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775" y="3150836"/>
            <a:ext cx="1380744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1 : 50 and is 8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e6be1afe100034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9980"/>
            <a:ext cx="6675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d1c869ae9d4258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5408"/>
            <a:ext cx="1155192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f9480b526a91ac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113690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f6b889ed3e969b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1104"/>
            <a:ext cx="1075944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1 : 50 and is 8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0" name="Picture 9" descr="4fc1d381e1a99b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80" y="3150836"/>
            <a:ext cx="184708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3368" y="304872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2" name="Picture 11" descr="19d037a982db9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690332"/>
            <a:ext cx="2103120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29400" y="358822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¼ in : 1 ft. A real wall is 15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¼ in : 1 ft. A real wall is 15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0" name="Picture 9" descr="e9e37835812246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5" y="3140168"/>
            <a:ext cx="387705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ft. A room is 2 in by 3 in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ec3ecd6d985b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4928"/>
            <a:ext cx="98145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48cdba4a3e344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24928"/>
            <a:ext cx="96926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096426823913f6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7576"/>
            <a:ext cx="1014984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ac80d7fa9b4da3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37576"/>
            <a:ext cx="97840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ft. A room is 2 in by 3 in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0" name="Picture 9" descr="a2754109ea50ef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039" y="3150836"/>
            <a:ext cx="3249168" cy="252984"/>
          </a:xfrm>
          <a:prstGeom prst="rect">
            <a:avLst/>
          </a:prstGeom>
        </p:spPr>
      </p:pic>
      <p:pic>
        <p:nvPicPr>
          <p:cNvPr id="11" name="Picture 10" descr="cb9cc937a98fdc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690332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48 ft long. One model of it is built at 1 : 48, another at 1 : 72.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48 ft long. One model of it is built at 1 : 48, another at 1 : 72.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0" name="Picture 9" descr="fe971a9b48dfb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6867" y="3578683"/>
            <a:ext cx="197510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971" y="3478099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2" name="Picture 11" descr="52736d61247457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867" y="4118179"/>
            <a:ext cx="448056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4 in (12 in against 8 in)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12, enlarges her 9 in by 12 in poster into a mural at 1 in : 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12, enlarges her 9 in by 12 in poster into a mural at 1 in : 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0" name="Picture 9" descr="12be65d33c7344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3581731"/>
            <a:ext cx="3599688" cy="249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Andrew's drawing shows a wall 3.5 in wide; the real wall is 26.25 ft wide. The drawn height is 4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wall's real area. Which step uses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Andrew's drawing shows a wall 3.5 in wide; the real wall is 26.25 ft wide. The drawn height is 4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wall's real area. Which step uses the scale factor?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62333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47549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factor (7.5 ft per in) is the step from 4 in to 30 ft.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½ in : 1 ft. A wall is 6 in long on it. Find the real length.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ft. A room is 3.2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420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420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ft. A real wall is 22 ft long. Find its length on the plan.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8328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¼ in : 1 ft. A room is 2 in by 3.5 in on it. Find the real dimensions and area.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224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24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model boat is built at 1 : 40 and is 15 cm long. Find the real boat's length in metres.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0657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06577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map is drawn at 1 cm : 20 km. Two towns are 8.5 cm apart on it. How far apart are they, and how long does a train at 85 km per hour take?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8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¼ in : 1 ft, how long is a 10-ft wall on the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1" name="Picture 10" descr="cfca3ed0d9807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41" y="2781300"/>
            <a:ext cx="1161288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56727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12 in = 1 ft. How many feet is 30 in?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8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¼ in : 1 ft, how long is a 10-ft wall on the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66215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cfca3ed0d9807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41" y="3238500"/>
            <a:ext cx="116128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769" y="3122676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5324"/>
            <a:ext cx="56727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12 in = 1 ft. How many feet is 30 in?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8770" y="3735324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centimetre–metre–kilometre–kilogram–litre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1 in = 2.54 cm, written as a fraction that equals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8275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81865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1993392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1993392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32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f2899a6a3a58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2058924"/>
            <a:ext cx="7077456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tablet screen is 15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monitor is 25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monitor is 25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pic>
        <p:nvPicPr>
          <p:cNvPr id="10" name="Picture 9" descr="338bfed52120e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811" y="2829272"/>
            <a:ext cx="232562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0.92 euros.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1.35 Canadian dollars (CAD).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1.35 Canadian dollars (CAD).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0" name="Picture 9" descr="b61c547caeac9d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2829272"/>
            <a:ext cx="2368296" cy="256032"/>
          </a:xfrm>
          <a:prstGeom prst="rect">
            <a:avLst/>
          </a:prstGeom>
        </p:spPr>
      </p:pic>
      <p:pic>
        <p:nvPicPr>
          <p:cNvPr id="11" name="Picture 10" descr="8124e5dae99de1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3368768"/>
            <a:ext cx="205435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cm. A ruler is 20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cm. A ruler is 20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pic>
        <p:nvPicPr>
          <p:cNvPr id="10" name="Picture 9" descr="563291572bb5ac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428" y="3150836"/>
            <a:ext cx="23743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cm = 0.39 in. A phone is 20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cm = 0.39 in. A phone is 20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0" name="Picture 9" descr="a6122b463c812d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299" y="3150836"/>
            <a:ext cx="2136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race is 5 mi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race is 5 mi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kilometres is that?</a:t>
            </a:r>
          </a:p>
        </p:txBody>
      </p:sp>
      <p:pic>
        <p:nvPicPr>
          <p:cNvPr id="10" name="Picture 9" descr="ed0994c23a4938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015" y="3149312"/>
            <a:ext cx="211226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A trail is 5 km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d576d2edbb6fc5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44740"/>
            <a:ext cx="1264920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1bea68e0811b19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4740"/>
            <a:ext cx="1249680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11be185f145e8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7388"/>
            <a:ext cx="1292352" cy="30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147918762884ef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7388"/>
            <a:ext cx="1024128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A trail is 5 km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0" name="Picture 9" descr="7848a55870dbf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3149312"/>
            <a:ext cx="19141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 and 1 in = 2.54 cm. A door is 6 ft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 and 1 in = 2.54 cm. A door is 6 ft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pic>
        <p:nvPicPr>
          <p:cNvPr id="10" name="Picture 9" descr="cce88695c46a5f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787" y="3140168"/>
            <a:ext cx="1935480" cy="274320"/>
          </a:xfrm>
          <a:prstGeom prst="rect">
            <a:avLst/>
          </a:prstGeom>
        </p:spPr>
      </p:pic>
      <p:pic>
        <p:nvPicPr>
          <p:cNvPr id="11" name="Picture 10" descr="23919ae52bfa69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787" y="3690332"/>
            <a:ext cx="270967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ft, 1 ft = 12 in, 1 in = 2.54 cm. A table is 3 yd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centimetres is that? Estimate, then compute.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ft, 1 ft = 12 in, 1 in = 2.54 cm. A table is 3 yd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centimetres is that? Estimate, then compute.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4988" y="3048728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1" name="Picture 10" descr="d185211e555287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852" y="3664424"/>
            <a:ext cx="5269992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Rates on 2 Nov: $1 = 1.32 CAD; 1 CAD = 16.2 pesos. Theo changes $200 to CAD, then to pesos.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Rates on 2 Nov: $1 = 1.32 CAD; 1 CAD = 16.2 pesos. Theo changes $200 to CAD, then to pesos.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0" name="Picture 9" descr="773c04bbf5cec4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704" y="3548203"/>
            <a:ext cx="6339840" cy="316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Theo, who weighs 110 lb, runs a 5 km race.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race in miles?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Theo, who weighs 110 lb, runs a 5 km race.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race in miles?</a:t>
            </a:r>
          </a:p>
        </p:txBody>
      </p:sp>
      <p:pic>
        <p:nvPicPr>
          <p:cNvPr id="10" name="Picture 9" descr="7848a55870dbf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3149312"/>
            <a:ext cx="19141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3.1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cm; 1 cm = 0.39 in. Jo converts 30 cm to inches: 30 × 2.54 = 76.2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cm; 1 cm = 0.39 in. Jo converts 30 cm to inches: 30 × 2.54 = 76.2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0" name="Picture 9" descr="609db8417a3b4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1" y="3580207"/>
            <a:ext cx="22981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centimetres. Inches are bigger, so fewer: 11.7 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in = 2.54 cm. How many centimetres is 12 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cm = 0.39 in. How many inches is 40 cm?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mi = 1.61 km. How many kilometres is 10 mi?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km = 0.62 mi. How many miles is 8 km?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yd = 3 ft, 1 ft = 12 in, 1 in = 2.54 cm. How many centimetres is 2 yd? Estimate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Today's rate: 1 US dollar = 0.92 euros. How many euros is $50? How many dollars is 23 euros?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3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centimetres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1" name="Picture 10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2781300"/>
            <a:ext cx="1036320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3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centimetres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9401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3" name="Picture 12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3238500"/>
            <a:ext cx="1036320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97621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53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weight: 1 lb = 16 oz, 1 oz = 28.35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volume: 1 c = 8 fl oz — not the same unit as the ounce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0466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4056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cm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1960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813198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in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11680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5d2d7b41162e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1993392"/>
            <a:ext cx="3108960" cy="3255762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5430510"/>
            <a:ext cx="695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54352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suitcase weighs 50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ccac1a983b7a5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9024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22.7 kg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0" name="Picture 9" descr="ac569d9db4172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779" y="2829272"/>
            <a:ext cx="28376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ft = 12 in. A tile is 3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37ae73f7331031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432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 = 100 cm. A rug is 2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centimetres is that?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 = 100 cm. A rug is 2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centimetres is that?</a:t>
            </a:r>
          </a:p>
        </p:txBody>
      </p:sp>
      <p:pic>
        <p:nvPicPr>
          <p:cNvPr id="10" name="Picture 9" descr="3e1164a4ee768f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004" y="2772884"/>
            <a:ext cx="214579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52796" y="2728688"/>
            <a:ext cx="4245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metre</a:t>
            </a:r>
          </a:p>
        </p:txBody>
      </p:sp>
      <p:pic>
        <p:nvPicPr>
          <p:cNvPr id="12" name="Picture 11" descr="b501bf12fda4f0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004" y="3339812"/>
            <a:ext cx="303580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0" name="Picture 9" descr="6312203239575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7" y="3150836"/>
            <a:ext cx="27553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pic>
        <p:nvPicPr>
          <p:cNvPr id="10" name="Picture 9" descr="94f8980594becd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9" y="3150836"/>
            <a:ext cx="2520696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0" name="Picture 9" descr="ba6a3ea2bb8d7c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59" y="3149312"/>
            <a:ext cx="254812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faa87162742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4928"/>
            <a:ext cx="92049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a7c6ba97e7789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24928"/>
            <a:ext cx="9326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9327eaee863255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7576"/>
            <a:ext cx="75285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e03f104e5972ce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37576"/>
            <a:ext cx="74980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0" name="Picture 9" descr="c9fe1cb570749e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711" y="3124928"/>
            <a:ext cx="8382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5911" y="304872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2" name="Picture 11" descr="33de29ff29e259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711" y="3691856"/>
            <a:ext cx="1353312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pic>
        <p:nvPicPr>
          <p:cNvPr id="10" name="Picture 9" descr="83c4edb2bd6b77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49312"/>
            <a:ext cx="1676400" cy="256032"/>
          </a:xfrm>
          <a:prstGeom prst="rect">
            <a:avLst/>
          </a:prstGeom>
        </p:spPr>
      </p:pic>
      <p:pic>
        <p:nvPicPr>
          <p:cNvPr id="11" name="Picture 10" descr="f589dab710055d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690332"/>
            <a:ext cx="219456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centimetres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4ef69fc1ef0e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3404"/>
            <a:ext cx="947928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c5a704f658703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64617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79298326e3b3d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6052"/>
            <a:ext cx="1182624" cy="3444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951781f60105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6126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centimetres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0" name="Picture 9" descr="90afc689567248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299" y="3120356"/>
            <a:ext cx="2898648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0" name="Picture 9" descr="3c7814376f1e1e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3144740"/>
            <a:ext cx="3011424" cy="265176"/>
          </a:xfrm>
          <a:prstGeom prst="rect">
            <a:avLst/>
          </a:prstGeom>
        </p:spPr>
      </p:pic>
      <p:pic>
        <p:nvPicPr>
          <p:cNvPr id="11" name="Picture 10" descr="0519b0cae5da01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690332"/>
            <a:ext cx="264261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5-lb bag, by 0.592 lb (about 0.6 lb)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does it hold?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does it hold?</a:t>
            </a:r>
          </a:p>
        </p:txBody>
      </p:sp>
      <p:pic>
        <p:nvPicPr>
          <p:cNvPr id="10" name="Picture 9" descr="fd66d022f8b749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23" y="3224386"/>
            <a:ext cx="2517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0" name="Picture 9" descr="a3ccc6ff8a3d38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939" y="3094448"/>
            <a:ext cx="484936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lb = 0.454 kg. How many kilograms is 30 lb?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kg = 2.204 lb. How many pounds is 25 kg?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gal = 3.785 L. How many litres is 6 gal?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ft = 12 in. How many square inches is 5 ft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c = 8 fl oz and 1 c = 0.24 L. How many litres is 24 fl oz?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873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m = 100 cm. How many square centimetres is 4 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3442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7486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2543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07108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3872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5 mi in 40 min; runner B does 9 km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6491fba6d2c45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635496" cy="670560"/>
          </a:xfrm>
          <a:prstGeom prst="rect">
            <a:avLst/>
          </a:prstGeom>
        </p:spPr>
      </p:pic>
      <p:pic>
        <p:nvPicPr>
          <p:cNvPr id="9" name="Picture 8" descr="3c725b51699ea0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15440" cy="667512"/>
          </a:xfrm>
          <a:prstGeom prst="rect">
            <a:avLst/>
          </a:prstGeom>
        </p:spPr>
      </p:pic>
      <p:pic>
        <p:nvPicPr>
          <p:cNvPr id="10" name="Picture 9" descr="8081506ef4a1ab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06952"/>
            <a:ext cx="1859280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km/h; A is faster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0" name="Picture 9" descr="7b8f562dd79bc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3180919"/>
            <a:ext cx="5251704" cy="606552"/>
          </a:xfrm>
          <a:prstGeom prst="rect">
            <a:avLst/>
          </a:prstGeom>
        </p:spPr>
      </p:pic>
      <p:pic>
        <p:nvPicPr>
          <p:cNvPr id="11" name="Picture 10" descr="fb86ceff55f1b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915487"/>
            <a:ext cx="16032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615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km/h; A is faster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2½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 cups on hand, how many servings?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 cups on hand, how many servings?</a:t>
            </a:r>
          </a:p>
        </p:txBody>
      </p:sp>
      <p:pic>
        <p:nvPicPr>
          <p:cNvPr id="10" name="Picture 9" descr="9d4724fac4a28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471" y="3180919"/>
            <a:ext cx="3474720" cy="606552"/>
          </a:xfrm>
          <a:prstGeom prst="rect">
            <a:avLst/>
          </a:prstGeom>
        </p:spPr>
      </p:pic>
      <p:pic>
        <p:nvPicPr>
          <p:cNvPr id="11" name="Picture 10" descr="34a8d86603519e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7471" y="3915487"/>
            <a:ext cx="3959352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91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16 servings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50836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20356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78683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30 miles per gallon with a 12-gal tank. It starts a 900-mi trip with a full tank.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8782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87827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98951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200475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30 miles per gallon with a 12-gal tank. It starts a 900-mi trip with a full tank.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take?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532963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113607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20356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0" name="Picture 9" descr="90047daee9af91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011" y="3500959"/>
            <a:ext cx="3407664" cy="606552"/>
          </a:xfrm>
          <a:prstGeom prst="rect">
            <a:avLst/>
          </a:prstGeom>
        </p:spPr>
      </p:pic>
      <p:pic>
        <p:nvPicPr>
          <p:cNvPr id="11" name="Picture 10" descr="c13e1045802678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4235527"/>
            <a:ext cx="751027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0" name="Picture 9" descr="d59191ca87bf0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67" y="3500959"/>
            <a:ext cx="4861560" cy="609600"/>
          </a:xfrm>
          <a:prstGeom prst="rect">
            <a:avLst/>
          </a:prstGeom>
        </p:spPr>
      </p:pic>
      <p:pic>
        <p:nvPicPr>
          <p:cNvPr id="11" name="Picture 10" descr="60ebe7948d8a2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4319347"/>
            <a:ext cx="1581912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872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metres.</a:t>
            </a:r>
          </a:p>
        </p:txBody>
      </p:sp>
      <p:pic>
        <p:nvPicPr>
          <p:cNvPr id="10" name="Picture 9" descr="edc42479e43ef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27" y="3572587"/>
            <a:ext cx="4294632" cy="268224"/>
          </a:xfrm>
          <a:prstGeom prst="rect">
            <a:avLst/>
          </a:prstGeom>
        </p:spPr>
      </p:pic>
      <p:pic>
        <p:nvPicPr>
          <p:cNvPr id="11" name="Picture 10" descr="8d1545a1affce0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527" y="4119703"/>
            <a:ext cx="91622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0" name="Picture 9" descr="6fd1d65a65982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172" y="3552775"/>
            <a:ext cx="3340608" cy="307848"/>
          </a:xfrm>
          <a:prstGeom prst="rect">
            <a:avLst/>
          </a:prstGeom>
        </p:spPr>
      </p:pic>
      <p:pic>
        <p:nvPicPr>
          <p:cNvPr id="11" name="Picture 10" descr="6a117b4420daa3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112083"/>
            <a:ext cx="571195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car does 32 miles per gallon and its tank holds 14 gal. How far does it go on a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That car starts a 1,000-mi trip with a full tank. How many tanks of gas does the trip take?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recipe for 4 servings uses 1¼ cups of rice. How much rice for 10 servings?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1 km = 0.62 mi. A train does 120 km/h; a bus does 70 mi/h. Which is faster? Show the speeds in one unit.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Juice is mixed orange : mango : water = 3 : 2 : 5. A batch uses 9 cups of orange. How many cups is the whole batch?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ft; a room is 2 in by 3 in on it. 1 ft = 0.305 m. Find the room's area in square metres.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