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10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5.png"/><Relationship Id="rId5" Type="http://schemas.openxmlformats.org/officeDocument/2006/relationships/image" Target="../media/image47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5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713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2895917"/>
            <a:ext cx="1115456" cy="218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5" name="Picture 14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487205"/>
            <a:ext cx="1300575" cy="2349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44816" y="33840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6601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15930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285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5" name="Picture 14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3353117"/>
            <a:ext cx="1115456" cy="218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57938" y="3228578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12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8" name="Picture 17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944405"/>
            <a:ext cx="1300575" cy="2349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44816" y="38412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895" y="3841226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2054"/>
            <a:ext cx="44291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</a:t>
            </a:r>
          </a:p>
        </p:txBody>
      </p:sp>
      <p:pic>
        <p:nvPicPr>
          <p:cNvPr id="14" name="Picture 13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990" y="3935720"/>
            <a:ext cx="1537493" cy="2043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72484" y="3812054"/>
            <a:ext cx="4530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, written as a fraction that equals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4756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84115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2194560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2194560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35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240661"/>
            <a:ext cx="3578352" cy="289560"/>
          </a:xfrm>
          <a:prstGeom prst="rect">
            <a:avLst/>
          </a:prstGeom>
        </p:spPr>
      </p:pic>
      <p:pic>
        <p:nvPicPr>
          <p:cNvPr id="11" name="Picture 10" descr="1097f78d90eae8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248" y="3045333"/>
            <a:ext cx="7431024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254" y="21829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72246" y="2080260"/>
            <a:ext cx="4799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tablet screen is 15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338bfed52120ec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811" y="2992166"/>
            <a:ext cx="232562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0937" y="208026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47c497fa41547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690" y="2192845"/>
            <a:ext cx="3345751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9744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cdcc197a46a9d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5497a985b9854d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2" name="Picture 11" descr="b61c547caeac9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2992166"/>
            <a:ext cx="2368296" cy="256032"/>
          </a:xfrm>
          <a:prstGeom prst="rect">
            <a:avLst/>
          </a:prstGeom>
        </p:spPr>
      </p:pic>
      <p:pic>
        <p:nvPicPr>
          <p:cNvPr id="13" name="Picture 12" descr="8124e5dae99de1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3531662"/>
            <a:ext cx="205435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563291572bb5ac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28" y="3242102"/>
            <a:ext cx="2374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1" name="Picture 10" descr="a6122b463c812d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299" y="3242102"/>
            <a:ext cx="21366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b3ee9e039b8f1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1" name="Picture 10" descr="ed0994c23a493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015" y="3239054"/>
            <a:ext cx="211226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f2c9433a2aba0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2" name="Picture 11" descr="d576d2edbb6fc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187810"/>
            <a:ext cx="126492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4" name="Picture 13" descr="1bea68e0811b1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187810"/>
            <a:ext cx="124968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6" name="Picture 15" descr="711be185f145e8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00458"/>
            <a:ext cx="12923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8" name="Picture 17" descr="147918762884ef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00458"/>
            <a:ext cx="102412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6a54cea2649eb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1" name="Picture 10" descr="7848a55870dbf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239054"/>
            <a:ext cx="191414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23c46f257f02bc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3fcb734e6361b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4" name="Picture 13" descr="cce88695c46a5f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87" y="3753769"/>
            <a:ext cx="1935480" cy="274320"/>
          </a:xfrm>
          <a:prstGeom prst="rect">
            <a:avLst/>
          </a:prstGeom>
        </p:spPr>
      </p:pic>
      <p:pic>
        <p:nvPicPr>
          <p:cNvPr id="15" name="Picture 14" descr="23919ae52bfa6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787" y="4320697"/>
            <a:ext cx="2709672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a7e24ba549ecb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990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7206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88d2b26b87c7a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8212" y="1956815"/>
            <a:ext cx="184708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f2542c0ca55f8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038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3025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e3914b43cbb52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260" y="1956815"/>
            <a:ext cx="1844040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4988" y="3661376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7" name="Picture 16" descr="d185211e55528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852" y="4284026"/>
            <a:ext cx="52699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357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14cf36aaa71634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6999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58984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e54799be41057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432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876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08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fa316f6c8e8ec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9475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146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5f4792e490fd8d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1280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57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5" name="Picture 14" descr="773c04bbf5cec4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704" y="4387753"/>
            <a:ext cx="63398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5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2" name="Picture 11" descr="5134a9b996441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3778153"/>
            <a:ext cx="233172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fd521c93e65714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4587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8159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4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6c8af11a61188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4ece4610ab63a2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7064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6" name="Picture 15" descr="609db8417a3b4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051" y="4467398"/>
            <a:ext cx="2298192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19074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1495044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96083"/>
            <a:ext cx="183184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9480" y="2089403"/>
            <a:ext cx="427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inches is 40 cm?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673c0080fbe231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90443"/>
            <a:ext cx="1901952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9584" y="2683763"/>
            <a:ext cx="474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kilometers is 10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d2f86d8905c910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4803"/>
            <a:ext cx="1950720" cy="243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78352" y="3278123"/>
            <a:ext cx="392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miles is 8 km?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1" name="Picture 20" descr="85d78c8d2e33f8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48684"/>
            <a:ext cx="130454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32176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a7e24ba549ecbc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238" y="3980688"/>
            <a:ext cx="1347216" cy="240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13454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16" y="3979164"/>
            <a:ext cx="1847088" cy="243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94604" y="3872483"/>
            <a:ext cx="48643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2 yd?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1139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Estimate first.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057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05755"/>
            <a:ext cx="2086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30" name="Picture 29" descr="9090d8e8f0989a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3603" y="5017008"/>
            <a:ext cx="3346704" cy="2346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0307" y="4905755"/>
            <a:ext cx="4610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euros is $50? How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344667"/>
            <a:ext cx="37730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many dollars is 23 euros?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