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10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5.png"/><Relationship Id="rId5" Type="http://schemas.openxmlformats.org/officeDocument/2006/relationships/image" Target="../media/image47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5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2194560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2194560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35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240661"/>
            <a:ext cx="3578352" cy="289560"/>
          </a:xfrm>
          <a:prstGeom prst="rect">
            <a:avLst/>
          </a:prstGeom>
        </p:spPr>
      </p:pic>
      <p:pic>
        <p:nvPicPr>
          <p:cNvPr id="11" name="Picture 10" descr="1097f78d90eae8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248" y="3045333"/>
            <a:ext cx="7431024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