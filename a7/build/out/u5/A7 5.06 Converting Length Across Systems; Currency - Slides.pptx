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a length between the customary and metric systems with a ratio from the reference sheet, and convert money with a given 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8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¼ in : 1 ft, how long is a 10-ft wall on the plan?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1" name="Picture 10" descr="cfca3ed0d9807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41" y="2781300"/>
            <a:ext cx="1161288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56727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12 in = 1 ft. How many feet is 30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8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¼ in : 1 ft, how long is a 10-ft wall on the plan?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6215" y="1440180"/>
            <a:ext cx="997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10028"/>
            <a:ext cx="1009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122676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3" name="Picture 12" descr="cfca3ed0d9807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41" y="3238500"/>
            <a:ext cx="1161288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769" y="3122676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35324"/>
            <a:ext cx="56727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12 in = 1 ft. How many feet is 30 in?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8770" y="3735324"/>
            <a:ext cx="950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customary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inch–foot–mile–pound–gallon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centimeter–meter–kilometer–kilogram–liter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conversion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34914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pair of equal measures, such as 1 in = 2.54 cm, written as a fraction that equals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8275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exchange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81865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how much of one currency one unit of another buys — a rate someone sets, printed on the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conversion ratio is a form of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7d6f4ebec763b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32" y="1993392"/>
            <a:ext cx="4410456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Which ratio? Estimate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d1300cfc0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5" y="1993392"/>
            <a:ext cx="4163568" cy="70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3276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Pick the ratio whose 1 is the unit you have. Estimate: which is the bigger unit?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Money is a rate someone 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ebe123ca6a6e2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83" y="2054352"/>
            <a:ext cx="3578352" cy="289560"/>
          </a:xfrm>
          <a:prstGeom prst="rect">
            <a:avLst/>
          </a:prstGeom>
        </p:spPr>
      </p:pic>
      <p:pic>
        <p:nvPicPr>
          <p:cNvPr id="11" name="Picture 10" descr="ff2899a6a3a58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744724"/>
            <a:ext cx="7077456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tablet screen is 15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c726513f1e9cc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1155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38.1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monitor is 25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1 in = 2.54 cm. A monitor is 25 in across.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0" name="Picture 9" descr="338bfed52120ec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811" y="2829272"/>
            <a:ext cx="232562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63.5 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0.92 euros.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euros is $80? And how many dollars is 46 euros?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3223ac4dec205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10256" cy="280416"/>
          </a:xfrm>
          <a:prstGeom prst="rect">
            <a:avLst/>
          </a:prstGeom>
        </p:spPr>
      </p:pic>
      <p:pic>
        <p:nvPicPr>
          <p:cNvPr id="9" name="Picture 8" descr="d55869bdcabf04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36220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73.60 euros; $50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1.35 Canadian dollars (CAD).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Today's rate: 1 US dollar = 1.35 Canadian dollars (CAD).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  <p:pic>
        <p:nvPicPr>
          <p:cNvPr id="10" name="Picture 9" descr="b61c547caeac9d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2829272"/>
            <a:ext cx="2368296" cy="256032"/>
          </a:xfrm>
          <a:prstGeom prst="rect">
            <a:avLst/>
          </a:prstGeom>
        </p:spPr>
      </p:pic>
      <p:pic>
        <p:nvPicPr>
          <p:cNvPr id="11" name="Picture 10" descr="8124e5dae99de1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3368768"/>
            <a:ext cx="205435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162 CAD; $60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cm. A ruler is 20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cm. A ruler is 20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0" name="Picture 9" descr="563291572bb5ac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428" y="3150836"/>
            <a:ext cx="2374392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50.8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cm = 0.39 in. A phone is 20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cm = 0.39 in. A phone is 20 cm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pic>
        <p:nvPicPr>
          <p:cNvPr id="10" name="Picture 9" descr="a6122b463c812d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99" y="3150836"/>
            <a:ext cx="2136648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7.8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mi = 1.61 km. A race is 5 mi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mi = 1.61 km. A race is 5 mi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pic>
        <p:nvPicPr>
          <p:cNvPr id="10" name="Picture 9" descr="ed0994c23a4938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15" y="3149312"/>
            <a:ext cx="211226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8.05 km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A trail is 5 km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d576d2edbb6fc5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44740"/>
            <a:ext cx="1264920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1bea68e0811b19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4740"/>
            <a:ext cx="1249680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11be185f145e8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7388"/>
            <a:ext cx="12923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147918762884ef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57388"/>
            <a:ext cx="1024128" cy="3017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A trail is 5 km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pic>
        <p:nvPicPr>
          <p:cNvPr id="10" name="Picture 9" descr="7848a55870dbf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3149312"/>
            <a:ext cx="19141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3.1 mi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ft = 12 in and 1 in = 2.54 cm. A door is 6 ft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ft = 12 in and 1 in = 2.54 cm. A door is 6 ft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0" name="Picture 9" descr="cce88695c46a5f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787" y="3140168"/>
            <a:ext cx="1935480" cy="274320"/>
          </a:xfrm>
          <a:prstGeom prst="rect">
            <a:avLst/>
          </a:prstGeom>
        </p:spPr>
      </p:pic>
      <p:pic>
        <p:nvPicPr>
          <p:cNvPr id="11" name="Picture 10" descr="23919ae52bfa69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87" y="3690332"/>
            <a:ext cx="270967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182.88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yd = 3 ft, 1 ft = 12 in, 1 in = 2.54 cm. A table is 3 yd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yd = 3 ft, 1 ft = 12 in, 1 in = 2.54 cm. A table is 3 yd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4988" y="3048728"/>
            <a:ext cx="7708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Estimate: 3 yd is a bit under 3 m, so about 270 cm</a:t>
            </a:r>
          </a:p>
        </p:txBody>
      </p:sp>
      <p:pic>
        <p:nvPicPr>
          <p:cNvPr id="11" name="Picture 10" descr="d185211e555287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52" y="3664424"/>
            <a:ext cx="5269992" cy="231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270; exactly 274.32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$1 = 1.32 CAD; 1 CAD = 16.2 pesos. Theo changes $200 to CAD, then to pesos.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$1 = 1.32 CAD; 1 CAD = 16.2 pesos. Theo changes $200 to CAD, then to pesos.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pic>
        <p:nvPicPr>
          <p:cNvPr id="10" name="Picture 9" descr="773c04bbf5cec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04" y="3548203"/>
            <a:ext cx="6339840" cy="316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4,276.80 pesos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Theo, who weighs 110 lb, rides a 12 km trail.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km = 0.62 mi. Theo, who weighs 110 lb, rides a 12 km trail.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pic>
        <p:nvPicPr>
          <p:cNvPr id="10" name="Picture 9" descr="5134a9b996441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3149312"/>
            <a:ext cx="2331720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7.44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cm; 1 cm = 0.39 in. Jo converts 30 cm to inches: 30 × 2.54 = 76.2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1 in = 2.54 cm; 1 cm = 0.39 in. Jo converts 30 cm to inches: 30 × 2.54 = 76.2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0" name="Picture 9" descr="609db8417a3b4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1" y="3580207"/>
            <a:ext cx="2298192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inches ratio on centimeters. Inches are bigger, so fewer: 11.7 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in = 2.54 cm. How many centimeters is 12 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cm = 0.39 in. How many inches is 40 cm?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mi = 1.61 km. How many kilometers is 10 mi?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km = 0.62 mi. How many miles is 8 km?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844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1 yd = 3 ft, 1 ft = 12 in, 1 in = 2.54 cm. How many centimeters is 2 yd? Estimate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Today's rate: 1 US dollar = 0.92 euros. How many euros is $50? How many dollars is 23 euros?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