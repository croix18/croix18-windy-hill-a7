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1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4.png"/><Relationship Id="rId4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35.png"/><Relationship Id="rId4" Type="http://schemas.openxmlformats.org/officeDocument/2006/relationships/image" Target="../media/image11.png"/><Relationship Id="rId5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4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1.png"/><Relationship Id="rId4" Type="http://schemas.openxmlformats.org/officeDocument/2006/relationships/image" Target="../media/image4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22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1.png"/><Relationship Id="rId4" Type="http://schemas.openxmlformats.org/officeDocument/2006/relationships/image" Target="../media/image24.png"/><Relationship Id="rId5" Type="http://schemas.openxmlformats.org/officeDocument/2006/relationships/image" Target="../media/image27.png"/><Relationship Id="rId6" Type="http://schemas.openxmlformats.org/officeDocument/2006/relationships/image" Target="../media/image38.png"/><Relationship Id="rId7" Type="http://schemas.openxmlformats.org/officeDocument/2006/relationships/image" Target="../media/image34.png"/><Relationship Id="rId8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Length Across Systems; Currency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a length between the customary and metric systems with a ratio from the reference sheet, and convert money with a given rate.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04188"/>
            <a:ext cx="10713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</a:t>
            </a:r>
          </a:p>
        </p:txBody>
      </p:sp>
      <p:pic>
        <p:nvPicPr>
          <p:cNvPr id="9" name="Picture 8" descr="9ca189c78b28b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24" y="1463040"/>
            <a:ext cx="1185672" cy="5394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94396" y="1504188"/>
            <a:ext cx="54619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how long is a 10-ft wall on the plan?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80844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793492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3" name="Picture 12" descr="cfca3ed0d98078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841" y="2912173"/>
            <a:ext cx="1161288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406140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5" name="Picture 14" descr="16140fa0016efc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241" y="3503485"/>
            <a:ext cx="1362456" cy="2407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806697" y="3406140"/>
            <a:ext cx="3738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feet is 30 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04188"/>
            <a:ext cx="10713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</a:t>
            </a:r>
          </a:p>
        </p:txBody>
      </p:sp>
      <p:pic>
        <p:nvPicPr>
          <p:cNvPr id="9" name="Picture 8" descr="9ca189c78b28b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24" y="1463040"/>
            <a:ext cx="1185672" cy="5394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94396" y="1504188"/>
            <a:ext cx="54619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how long is a 10-ft wall on the plan?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67830" y="1440180"/>
            <a:ext cx="997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80844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638044"/>
            <a:ext cx="1009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50692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5" name="Picture 14" descr="cfca3ed0d98078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841" y="3369373"/>
            <a:ext cx="1161288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03769" y="3250692"/>
            <a:ext cx="385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63339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8" name="Picture 17" descr="16140fa0016efc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241" y="3960685"/>
            <a:ext cx="1362456" cy="2407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06697" y="3863339"/>
            <a:ext cx="3738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feet is 30 in?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6776" y="3863339"/>
            <a:ext cx="9500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ft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customary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inch–foot–mile–pound–gallon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577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centimeter–meter–kilometer–kilogram–liter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4132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conversion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12054"/>
            <a:ext cx="44291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pair of equal measures, such as </a:t>
            </a:r>
          </a:p>
        </p:txBody>
      </p:sp>
      <p:pic>
        <p:nvPicPr>
          <p:cNvPr id="14" name="Picture 13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990" y="3840248"/>
            <a:ext cx="2270760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05750" y="3812054"/>
            <a:ext cx="2786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296686"/>
            <a:ext cx="43906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written as a fraction that equals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3219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exchange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325783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how much of one currency one unit of another buys — a rate someone sets, printed on the problem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conversion ratio is a form of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7d6f4ebec763b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5532" y="1993392"/>
            <a:ext cx="4410456" cy="6979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Which ratio? Estimate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d1300cfc060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975" y="1993392"/>
            <a:ext cx="4163568" cy="701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3276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Pick the ratio whose 1 is the unit you have. Estimate: which is the bigger unit?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Money is a rate someone sets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ebe123ca6a6e2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1583" y="2039493"/>
            <a:ext cx="3578352" cy="289560"/>
          </a:xfrm>
          <a:prstGeom prst="rect">
            <a:avLst/>
          </a:prstGeom>
        </p:spPr>
      </p:pic>
      <p:pic>
        <p:nvPicPr>
          <p:cNvPr id="11" name="Picture 10" descr="ff2899a6a3a58a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032" y="2734437"/>
            <a:ext cx="7077456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6206" y="2185415"/>
            <a:ext cx="1847088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73294" y="2080260"/>
            <a:ext cx="4799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tablet screen is 15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c726513f1e9cc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1155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38.1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756" y="1682496"/>
            <a:ext cx="1847088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7844" y="1577340"/>
            <a:ext cx="40500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monitor is 25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e3914b43cbb52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2280" y="1682496"/>
            <a:ext cx="184404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6320" y="1577340"/>
            <a:ext cx="40500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monitor is 25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1" name="Picture 10" descr="338bfed52120ec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811" y="2992166"/>
            <a:ext cx="232562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63.5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0460" y="208026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9090d8e8f0989a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13" y="2194560"/>
            <a:ext cx="3346704" cy="234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97917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euros is $80? And how many dollars is 46 euros?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3223ac4dec205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10256" cy="280416"/>
          </a:xfrm>
          <a:prstGeom prst="rect">
            <a:avLst/>
          </a:prstGeom>
        </p:spPr>
      </p:pic>
      <p:pic>
        <p:nvPicPr>
          <p:cNvPr id="9" name="Picture 8" descr="d55869bdcabf04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236220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73.60 euros; $50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2908" y="157734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d0d46e5b72ac2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660" y="1682496"/>
            <a:ext cx="5047488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71148" y="1577340"/>
            <a:ext cx="123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(CAD).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2908" y="157734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1cbb51ff54ffc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660" y="1682496"/>
            <a:ext cx="5047488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71148" y="1577340"/>
            <a:ext cx="123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(CAD).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  <p:pic>
        <p:nvPicPr>
          <p:cNvPr id="12" name="Picture 11" descr="b61c547caeac9d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999" y="2992166"/>
            <a:ext cx="2368296" cy="256032"/>
          </a:xfrm>
          <a:prstGeom prst="rect">
            <a:avLst/>
          </a:prstGeom>
        </p:spPr>
      </p:pic>
      <p:pic>
        <p:nvPicPr>
          <p:cNvPr id="13" name="Picture 12" descr="8124e5dae99de1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999" y="3531662"/>
            <a:ext cx="205435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162 CAD; $60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7088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81528" y="1851660"/>
            <a:ext cx="3267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ruler is 20 in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e3914b43cbb52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404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8480" y="1851660"/>
            <a:ext cx="3267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ruler is 20 in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1" name="Picture 10" descr="563291572bb5ac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8428" y="3242102"/>
            <a:ext cx="23743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50.8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8f784bf30c7681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31848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66288" y="1851660"/>
            <a:ext cx="3686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phone is 20 cm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6c8af11a611881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31848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66288" y="1851660"/>
            <a:ext cx="3686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phone is 20 cm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pic>
        <p:nvPicPr>
          <p:cNvPr id="11" name="Picture 10" descr="a6122b463c812d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7299" y="3242102"/>
            <a:ext cx="213664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7.8 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673c0080fbe231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3155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race is 5 mi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e62e96f3d6ecb8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3155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race is 5 mi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kilometers is that?</a:t>
            </a:r>
          </a:p>
        </p:txBody>
      </p:sp>
      <p:pic>
        <p:nvPicPr>
          <p:cNvPr id="11" name="Picture 10" descr="ed0994c23a493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1015" y="3239054"/>
            <a:ext cx="211226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8.05 km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d2f86d8905c910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31804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trail is 5 km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2" name="Picture 11" descr="d576d2edbb6fc5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187810"/>
            <a:ext cx="1264920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4" name="Picture 13" descr="1bea68e0811b19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187810"/>
            <a:ext cx="1249680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6" name="Picture 15" descr="711be185f145e8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00458"/>
            <a:ext cx="1292352" cy="3017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8" name="Picture 17" descr="147918762884eff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00458"/>
            <a:ext cx="1024128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6e18d58589ed85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31804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trail is 5 km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pic>
        <p:nvPicPr>
          <p:cNvPr id="11" name="Picture 10" descr="7848a55870dbf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599" y="3239054"/>
            <a:ext cx="191414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3.1 mi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a7e24ba549ecbc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88d2b26b87c7a8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8162" y="1956815"/>
            <a:ext cx="184708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4525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door is 6 ft tall.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f2542c0ca55f85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e3914b43cbb522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8162" y="1956815"/>
            <a:ext cx="1844040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4220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door is 6 ft tall.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4" name="Picture 13" descr="cce88695c46a5f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0787" y="3753769"/>
            <a:ext cx="1935480" cy="274320"/>
          </a:xfrm>
          <a:prstGeom prst="rect">
            <a:avLst/>
          </a:prstGeom>
        </p:spPr>
      </p:pic>
      <p:pic>
        <p:nvPicPr>
          <p:cNvPr id="15" name="Picture 14" descr="23919ae52bfa69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0787" y="4320697"/>
            <a:ext cx="2709672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182.88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85d78c8d2e33f8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4544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3898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0" name="Picture 9" descr="a7e24ba549ecbc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990" y="1953768"/>
            <a:ext cx="1347216" cy="2407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27206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88d2b26b87c7a8c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8212" y="1956815"/>
            <a:ext cx="1847088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53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 is 3 yd 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centimeters is that? Estimate, then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eb837b0c989315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7592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42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0" name="Picture 9" descr="f2542c0ca55f85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3038" y="1953768"/>
            <a:ext cx="1347216" cy="2407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3025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e3914b43cbb52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260" y="1956815"/>
            <a:ext cx="1844040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53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 is 3 yd 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centimeters is that? Estimate, then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4988" y="3661376"/>
            <a:ext cx="77087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Estimate: 3 yd is a bit under 3 m, so about 270 cm</a:t>
            </a:r>
          </a:p>
        </p:txBody>
      </p:sp>
      <p:pic>
        <p:nvPicPr>
          <p:cNvPr id="17" name="Picture 16" descr="d185211e555287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9852" y="4284026"/>
            <a:ext cx="5269992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7357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270; exactly 274.32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64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 on Nov 2: </a:t>
            </a:r>
          </a:p>
        </p:txBody>
      </p:sp>
      <p:pic>
        <p:nvPicPr>
          <p:cNvPr id="9" name="Picture 8" descr="6f3040f3d83f44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985" y="1950720"/>
            <a:ext cx="189890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60889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1" name="Picture 10" descr="e54799be41057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84704"/>
            <a:ext cx="262432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5876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 changes $200 to CAD, then to pesos.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3891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608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64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 on Nov 2: </a:t>
            </a:r>
          </a:p>
        </p:txBody>
      </p:sp>
      <p:pic>
        <p:nvPicPr>
          <p:cNvPr id="9" name="Picture 8" descr="62d87b2c8cfaf8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985" y="1950720"/>
            <a:ext cx="189890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60889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1" name="Picture 10" descr="5f4792e490fd8d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84704"/>
            <a:ext cx="2621280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5572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 changes $200 to CAD, then to pesos.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3891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pic>
        <p:nvPicPr>
          <p:cNvPr id="15" name="Picture 14" descr="773c04bbf5cec4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5704" y="4387753"/>
            <a:ext cx="63398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455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4,276.80 pesos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d2f86d8905c910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Theo, who weighs 110 lb, rides a 12 km trail.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trail in miles?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6e18d58589ed85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Theo, who weighs 110 lb, rides a 12 km trail.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trail in miles?</a:t>
            </a:r>
          </a:p>
        </p:txBody>
      </p:sp>
      <p:pic>
        <p:nvPicPr>
          <p:cNvPr id="12" name="Picture 11" descr="5134a9b996441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764" y="3778153"/>
            <a:ext cx="2331720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7.44 mi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7088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81528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0" name="Picture 9" descr="8f784bf30c768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69464"/>
            <a:ext cx="183184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6628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76956"/>
            <a:ext cx="44962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converts 30 cm to inches: </a:t>
            </a:r>
          </a:p>
        </p:txBody>
      </p:sp>
      <p:pic>
        <p:nvPicPr>
          <p:cNvPr id="13" name="Picture 12" descr="ea1f35b738fd54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572" y="3182112"/>
            <a:ext cx="2417064" cy="2438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10636" y="307695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344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e3914b43cbb52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404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8480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0" name="Picture 9" descr="6c8af11a611881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69464"/>
            <a:ext cx="183184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6628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76956"/>
            <a:ext cx="44962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converts 30 cm to inches: </a:t>
            </a:r>
          </a:p>
        </p:txBody>
      </p:sp>
      <p:pic>
        <p:nvPicPr>
          <p:cNvPr id="13" name="Picture 12" descr="055a3bc030cecb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572" y="3182112"/>
            <a:ext cx="2417064" cy="2438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10636" y="307695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6" name="Picture 15" descr="609db8417a3b42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8051" y="4467398"/>
            <a:ext cx="2298192" cy="2529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19074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inches ratio on centimeters. Inches are bigger, so fewer: 11.7 in.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01723"/>
            <a:ext cx="1847088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0" y="1495044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2" name="Picture 11" descr="8f784bf30c768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96083"/>
            <a:ext cx="1831848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59480" y="2089403"/>
            <a:ext cx="42718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inches is 40 cm?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5" name="Picture 14" descr="673c0080fbe231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90443"/>
            <a:ext cx="1901952" cy="243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29584" y="2683763"/>
            <a:ext cx="474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kilometers is 10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8" name="Picture 17" descr="d2f86d8905c9108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84803"/>
            <a:ext cx="1950720" cy="2438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78352" y="3278123"/>
            <a:ext cx="392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miles is 8 km?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21" name="Picture 20" descr="85d78c8d2e33f8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48684"/>
            <a:ext cx="1304544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932176" y="3872483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3" name="Picture 22" descr="a7e24ba549ecbc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6238" y="3980688"/>
            <a:ext cx="1347216" cy="24079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13454" y="3872483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5" name="Picture 24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516" y="3979164"/>
            <a:ext cx="1847088" cy="2438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594604" y="3872483"/>
            <a:ext cx="48643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2 yd?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31139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Estimate first.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0575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905755"/>
            <a:ext cx="2086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30" name="Picture 29" descr="9090d8e8f0989a7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3603" y="5017008"/>
            <a:ext cx="3346704" cy="2346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50307" y="4905755"/>
            <a:ext cx="4610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euros is $50? How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344667"/>
            <a:ext cx="37730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many dollars is 23 euros?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