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11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34.png"/><Relationship Id="rId6" Type="http://schemas.openxmlformats.org/officeDocument/2006/relationships/image" Target="../media/image62.png"/><Relationship Id="rId7" Type="http://schemas.openxmlformats.org/officeDocument/2006/relationships/image" Target="../media/image69.png"/><Relationship Id="rId8" Type="http://schemas.openxmlformats.org/officeDocument/2006/relationships/image" Target="../media/image70.png"/><Relationship Id="rId9" Type="http://schemas.openxmlformats.org/officeDocument/2006/relationships/image" Target="../media/image2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83117"/>
            <a:ext cx="886968" cy="390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32341"/>
            <a:ext cx="27736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5956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2738437"/>
            <a:ext cx="271272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40317"/>
            <a:ext cx="886968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914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89541"/>
            <a:ext cx="2773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5956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3195637"/>
            <a:ext cx="271272" cy="271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6209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892410"/>
            <a:ext cx="3596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266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01045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443063"/>
            <a:ext cx="188976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461079"/>
            <a:ext cx="359664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72862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47726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1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5313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560" y="2194560"/>
            <a:ext cx="603504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064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186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dc6c9152a78ca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3255" y="1688592"/>
            <a:ext cx="630936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191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5706b37a0e438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8592"/>
            <a:ext cx="633984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79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acf05f3147d3a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945" y="1786128"/>
            <a:ext cx="93268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863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004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d92977597ebed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038" y="2471928"/>
            <a:ext cx="1164336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374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793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7ced559aec939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993" y="1648968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558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528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d10548f7154d55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562" y="2334768"/>
            <a:ext cx="116128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850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771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15aa4a684a6a76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186" y="3599290"/>
            <a:ext cx="155448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4634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793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3872f32833451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993" y="1648968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558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480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031aa25e0fc3e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514" y="2334768"/>
            <a:ext cx="116738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6898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771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15aa4a684a6a76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186" y="3599290"/>
            <a:ext cx="155448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4634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365db93adf7ef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2911"/>
            <a:ext cx="612648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241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4b3d59f7957f5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2911"/>
            <a:ext cx="615696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545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ced559aec939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9463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65db93adf7efc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344" y="1962911"/>
            <a:ext cx="612648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59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872f32833451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9463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4b3d59f7957f5c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344" y="1962911"/>
            <a:ext cx="615696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904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8e6d7d6e505860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75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5598" y="1917192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bcf9a6d74a2c9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304" y="1874519"/>
            <a:ext cx="624840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9144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05de746722b060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9364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61694" y="1917192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f7228653a96dd5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400" y="1874519"/>
            <a:ext cx="621792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52192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6202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6285ccdfa38694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4488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1292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937735c0d6e38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632" y="1965960"/>
            <a:ext cx="603504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51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090d1f48e1a718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4488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1292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65fb73e082dfe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632" y="1965960"/>
            <a:ext cx="606552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81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d7fc11fcb5d46b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78943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747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981713b65bc0ab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84" y="1965960"/>
            <a:ext cx="8382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43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206fc3ce5420f4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78943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747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eaaa9fd83ee57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84" y="1965960"/>
            <a:ext cx="8382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43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458baf8972180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13" y="3071588"/>
            <a:ext cx="1453896" cy="618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709" y="3152360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2edc07f1b53d6d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13" y="3860449"/>
            <a:ext cx="85344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253" y="379548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bcf9a6d74a2c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840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944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372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050f2fbd0e1306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7000"/>
            <a:ext cx="972311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3121" y="259537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88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f7228653a96dd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792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896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372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7eb340286a1c1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7000"/>
            <a:ext cx="97536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6169" y="259537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88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88850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3418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408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fc22e08664d808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899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39705602679ca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899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