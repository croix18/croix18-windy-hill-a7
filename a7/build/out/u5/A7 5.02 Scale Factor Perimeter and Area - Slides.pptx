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and the area of a scale copy from the original and k, and find k from two areas.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1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4 cm side becomes 10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0" name="Picture 9" descr="f53f316f2160c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086356"/>
            <a:ext cx="886968" cy="390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2" name="Picture 11" descr="6eb818bbb8711f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2755392"/>
            <a:ext cx="27736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85956" y="26654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4" name="Picture 13" descr="9db8fd1d7925e6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97" y="2758440"/>
            <a:ext cx="271272" cy="2712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2781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1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4 cm side becomes 10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1780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2.5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f53f316f2160c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543556"/>
            <a:ext cx="886968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914" y="2510028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226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4" name="Picture 13" descr="6eb818bbb8711f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3212592"/>
            <a:ext cx="2773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85956" y="31226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6" name="Picture 15" descr="9db8fd1d7925e6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97" y="3215640"/>
            <a:ext cx="271272" cy="2712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56209" y="3122676"/>
            <a:ext cx="14651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3388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P = 16 cm, A = 15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k squared</a:t>
            </a:r>
          </a:p>
        </p:txBody>
      </p:sp>
      <p:pic>
        <p:nvPicPr>
          <p:cNvPr id="9" name="Picture 8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28986"/>
            <a:ext cx="3596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02664" y="1869550"/>
            <a:ext cx="94433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 k times k: the number an area is multiplied by when every length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2058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multiplied by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848" y="2439526"/>
            <a:ext cx="18897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96200"/>
            <a:ext cx="71062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perimeter ÷ original's perimeter — it equals </a:t>
            </a:r>
          </a:p>
        </p:txBody>
      </p:sp>
      <p:pic>
        <p:nvPicPr>
          <p:cNvPr id="15" name="Picture 14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116" y="3481544"/>
            <a:ext cx="188976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area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438219"/>
            <a:ext cx="567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area ÷ original's area — it equals </a:t>
            </a:r>
          </a:p>
        </p:txBody>
      </p:sp>
      <p:pic>
        <p:nvPicPr>
          <p:cNvPr id="18" name="Picture 17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757" y="4497655"/>
            <a:ext cx="359664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Every side × k, so the perimeter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5b63e5073dba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93392"/>
            <a:ext cx="5486400" cy="2387065"/>
          </a:xfrm>
          <a:prstGeom prst="rect">
            <a:avLst/>
          </a:prstGeom>
        </p:spPr>
      </p:pic>
      <p:pic>
        <p:nvPicPr>
          <p:cNvPr id="11" name="Picture 10" descr="6b863e3a4cceb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5" y="4587721"/>
            <a:ext cx="4818888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 is two lengths, so the area × k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f6e25f382079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93392"/>
            <a:ext cx="3840480" cy="2708030"/>
          </a:xfrm>
          <a:prstGeom prst="rect">
            <a:avLst/>
          </a:prstGeom>
        </p:spPr>
      </p:pic>
      <p:pic>
        <p:nvPicPr>
          <p:cNvPr id="11" name="Picture 10" descr="3072c2893096e2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724" y="4882778"/>
            <a:ext cx="5148072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From two areas back to k: a square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9d177b623a6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251" y="1993392"/>
            <a:ext cx="8129016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83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Area ratio = k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. k = the square root of the area ratio.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2 cm by 4 cm rectangle is scaled by k =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3da73618c3a5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065776" cy="353568"/>
          </a:xfrm>
          <a:prstGeom prst="rect">
            <a:avLst/>
          </a:prstGeom>
        </p:spPr>
      </p:pic>
      <p:pic>
        <p:nvPicPr>
          <p:cNvPr id="9" name="Picture 8" descr="da9b199f35923b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38607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36 cm, A = 72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3 cm by 5 cm rectangle is scaled by k =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3 cm by 5 cm rectangle is scaled by k =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0" name="Picture 9" descr="07432d5bc6086b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830796"/>
            <a:ext cx="2127504" cy="252984"/>
          </a:xfrm>
          <a:prstGeom prst="rect">
            <a:avLst/>
          </a:prstGeom>
        </p:spPr>
      </p:pic>
      <p:pic>
        <p:nvPicPr>
          <p:cNvPr id="11" name="Picture 10" descr="1661c325761ef9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903" y="3344384"/>
            <a:ext cx="390144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64 cm, A = 240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figure has area 20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Its scale copy has area 180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A side of the original is 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89977b4e213f39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20824" cy="676656"/>
          </a:xfrm>
          <a:prstGeom prst="rect">
            <a:avLst/>
          </a:prstGeom>
        </p:spPr>
      </p:pic>
      <p:pic>
        <p:nvPicPr>
          <p:cNvPr id="9" name="Picture 8" descr="0fb83c0532752c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4023360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3; the side is 12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figure has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Its scale copy has area 300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A side of the original is 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figure has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Its scale copy has area 300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A side of the original is 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  <p:pic>
        <p:nvPicPr>
          <p:cNvPr id="10" name="Picture 9" descr="a02b1beb298b5d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3180919"/>
            <a:ext cx="2048256" cy="609600"/>
          </a:xfrm>
          <a:prstGeom prst="rect">
            <a:avLst/>
          </a:prstGeom>
        </p:spPr>
      </p:pic>
      <p:pic>
        <p:nvPicPr>
          <p:cNvPr id="11" name="Picture 10" descr="c6b6368f1cca46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3918535"/>
            <a:ext cx="38618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5; the side is 10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pic>
        <p:nvPicPr>
          <p:cNvPr id="10" name="Picture 9" descr="d860927724a309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3152360"/>
            <a:ext cx="1554480" cy="2499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427887251510c8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203" y="3126452"/>
            <a:ext cx="2910840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48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½.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48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½.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ba1e3c512174bc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311" y="3071588"/>
            <a:ext cx="3474720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8f7267bd6258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5408"/>
            <a:ext cx="4206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b6b586116b6ce2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5408"/>
            <a:ext cx="417576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da98a1872183d6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69580"/>
            <a:ext cx="414528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65ff48fc3d12dc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69580"/>
            <a:ext cx="350520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8413de0e199e54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203" y="3124928"/>
            <a:ext cx="291084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1.5.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1.5.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3c70ee3fe6f126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223" y="3124928"/>
            <a:ext cx="1539240" cy="304800"/>
          </a:xfrm>
          <a:prstGeom prst="rect">
            <a:avLst/>
          </a:prstGeom>
        </p:spPr>
      </p:pic>
      <p:pic>
        <p:nvPicPr>
          <p:cNvPr id="11" name="Picture 10" descr="2e3c5fba163c0d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1223" y="3690332"/>
            <a:ext cx="183184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003d31adc9c1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6932"/>
            <a:ext cx="18897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899d09e1fb7976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8456"/>
            <a:ext cx="18592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3fffa01a271e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69580"/>
            <a:ext cx="44805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5a99f83968c3dd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69580"/>
            <a:ext cx="19202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pic>
        <p:nvPicPr>
          <p:cNvPr id="10" name="Picture 9" descr="458baf89721802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813" y="3071588"/>
            <a:ext cx="1453896" cy="618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79709" y="3152360"/>
            <a:ext cx="4505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perimeter ratio is k</a:t>
            </a:r>
          </a:p>
        </p:txBody>
      </p:sp>
      <p:pic>
        <p:nvPicPr>
          <p:cNvPr id="12" name="Picture 11" descr="2edc07f1b53d6d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5813" y="3873212"/>
            <a:ext cx="85344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79253" y="3795488"/>
            <a:ext cx="2864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area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k = ½. Its area is 24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k = ½. Its area is 24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0" name="Picture 9" descr="288a399f2ce561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775" y="3500959"/>
            <a:ext cx="2145792" cy="606552"/>
          </a:xfrm>
          <a:prstGeom prst="rect">
            <a:avLst/>
          </a:prstGeom>
        </p:spPr>
      </p:pic>
      <p:pic>
        <p:nvPicPr>
          <p:cNvPr id="11" name="Picture 10" descr="392447636256ad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5" y="4235527"/>
            <a:ext cx="2042160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761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12 cm, A = 6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pic>
        <p:nvPicPr>
          <p:cNvPr id="10" name="Picture 9" descr="2a69d4576013ab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3379" y="3150836"/>
            <a:ext cx="1996439" cy="252984"/>
          </a:xfrm>
          <a:prstGeom prst="rect">
            <a:avLst/>
          </a:prstGeom>
        </p:spPr>
      </p:pic>
      <p:pic>
        <p:nvPicPr>
          <p:cNvPr id="11" name="Picture 10" descr="f562745388bd64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79" y="3664424"/>
            <a:ext cx="390144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pic>
        <p:nvPicPr>
          <p:cNvPr id="10" name="Picture 9" descr="3b4f9ec078895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340" y="3149312"/>
            <a:ext cx="530656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2 by 7 doubled is 4 by 14, area 14 </a:t>
            </a:r>
            <a:r>
              <a:rPr sz="3040" b="1" i="0">
                <a:solidFill>
                  <a:srgbClr val="9E1B32"/>
                </a:solidFill>
                <a:latin typeface="Arial"/>
              </a:rPr>
              <a:t>→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56 — × 4, as both lengths doubled.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with perimeter 18 cm is scaled by k = 3. Find the copy's perimeter.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with area 7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 is scaled by k = 3. Find the copy's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with area 40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 is scaled by k = ½. Find the copy's area.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2 cm by 5 cm rectangle is scaled by k = 2.5. Find the copy's perimeter and area.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106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has area 9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 and its scale copy has area 144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. Find 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43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figure's perimeter is 12 cm and its copy's perimeter is 48 cm. What is the area ratio, copy to original?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Perimeter and area: changes in scale — ZC6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 or missing side — XHM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