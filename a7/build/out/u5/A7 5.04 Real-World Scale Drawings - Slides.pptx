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5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a scale such as ¼ in : 1 ft to find real lengths and areas from a drawing, and drawing lengths from real ones.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146e78fc0ae7d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17253"/>
            <a:ext cx="752340" cy="265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92338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113" y="1555226"/>
            <a:ext cx="586208" cy="2230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68321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528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5" name="Picture 14" descr="5daa986ee9f3de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2792388"/>
            <a:ext cx="1027644" cy="2159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146e78fc0ae7d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17253"/>
            <a:ext cx="752340" cy="265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92338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113" y="1555226"/>
            <a:ext cx="586208" cy="2230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68321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897380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36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5100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5daa986ee9f3de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3706788"/>
            <a:ext cx="1027644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8946" y="3579876"/>
            <a:ext cx="6300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649724"/>
            <a:ext cx="2841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miles per hour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floor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drawing of a room or building seen from above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(two units)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2120"/>
            <a:ext cx="2095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ratio such as </a:t>
            </a:r>
          </a:p>
        </p:txBody>
      </p:sp>
      <p:pic>
        <p:nvPicPr>
          <p:cNvPr id="12" name="Picture 11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215" y="2845771"/>
            <a:ext cx="986472" cy="4498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87688" y="2842120"/>
            <a:ext cx="6649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— a drawing length and the real length it stands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96837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unit rate of a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886775"/>
            <a:ext cx="4711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scale written per 1 drawing unit: </a:t>
            </a:r>
          </a:p>
        </p:txBody>
      </p:sp>
      <p:pic>
        <p:nvPicPr>
          <p:cNvPr id="16" name="Picture 15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7145" y="3890426"/>
            <a:ext cx="986472" cy="44989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03617" y="3886775"/>
            <a:ext cx="5471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8" name="Picture 17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627" y="4010441"/>
            <a:ext cx="930751" cy="2043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54149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with one unit</a:t>
            </a:r>
          </a:p>
        </p:txBody>
      </p:sp>
      <p:pic>
        <p:nvPicPr>
          <p:cNvPr id="20" name="Picture 19" descr="978f6528d2268a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5052398"/>
            <a:ext cx="559276" cy="18780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02276" y="4912221"/>
            <a:ext cx="5407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— no units: 1 cm of model is 50 cm of car. </a:t>
            </a:r>
          </a:p>
        </p:txBody>
      </p:sp>
      <p:pic>
        <p:nvPicPr>
          <p:cNvPr id="22" name="Picture 21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717" y="5035888"/>
            <a:ext cx="930751" cy="20431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903468" y="4912221"/>
            <a:ext cx="5471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24" name="Picture 23" descr="f0627971b55979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3478" y="5052398"/>
            <a:ext cx="563403" cy="18780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76881" y="4912221"/>
            <a:ext cx="1374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this way,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396853"/>
            <a:ext cx="33294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and 48 is the scale factor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is a rate: write it per 1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73d9c50cbaa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39" y="2194560"/>
            <a:ext cx="428244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0156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Drawing × rate = real.  Real ÷ rate = drawing.  With one unit, 1 in : 4 ft is 1 : 48.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go to the real dimensions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256debf18477e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65" y="1993392"/>
            <a:ext cx="3951589" cy="3566159"/>
          </a:xfrm>
          <a:prstGeom prst="rect">
            <a:avLst/>
          </a:prstGeom>
        </p:spPr>
      </p:pic>
      <p:pic>
        <p:nvPicPr>
          <p:cNvPr id="11" name="Picture 10" descr="da18b1e3915be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5705855"/>
            <a:ext cx="314553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Real to drawing is a division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5c94e184342c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663" y="2228469"/>
            <a:ext cx="229819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5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 scale printed? One pair gives it: 2 in </a:t>
            </a:r>
            <a:r>
              <a:rPr sz="2180" b="1" i="0">
                <a:solidFill>
                  <a:srgbClr val="1A1A1A"/>
                </a:solidFill>
                <a:latin typeface="Arial"/>
              </a:rPr>
              <a:t>↔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9 ft is 4.5 ft per inch.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969" y="177869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42" y="1737360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1409" y="177869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515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2.5 in by 3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7353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cd2a03b5af577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32048" cy="667512"/>
          </a:xfrm>
          <a:prstGeom prst="rect">
            <a:avLst/>
          </a:prstGeom>
        </p:spPr>
      </p:pic>
      <p:pic>
        <p:nvPicPr>
          <p:cNvPr id="9" name="Picture 8" descr="915548aa4259a5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4096512" cy="277368"/>
          </a:xfrm>
          <a:prstGeom prst="rect">
            <a:avLst/>
          </a:prstGeom>
        </p:spPr>
      </p:pic>
      <p:pic>
        <p:nvPicPr>
          <p:cNvPr id="10" name="Picture 9" descr="ed3c81b185a5a2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3759"/>
            <a:ext cx="211226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ft by 12 ft; 120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969" y="164153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42" y="1600200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1409" y="16415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439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349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5731" y="1642776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ea6ef832dff2cc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404" y="1600200"/>
            <a:ext cx="1186243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647" y="164277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687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597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  <p:pic>
        <p:nvPicPr>
          <p:cNvPr id="13" name="Picture 12" descr="2ca6e5298287d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403" y="3662138"/>
            <a:ext cx="3523488" cy="256032"/>
          </a:xfrm>
          <a:prstGeom prst="rect">
            <a:avLst/>
          </a:prstGeom>
        </p:spPr>
      </p:pic>
      <p:pic>
        <p:nvPicPr>
          <p:cNvPr id="14" name="Picture 13" descr="5fd038657ddc9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03" y="4198586"/>
            <a:ext cx="1551432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563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ft by 16 ft;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4 in long; the real wall is 18 ft. Another wall is 6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261f8592fb08f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59480" cy="384048"/>
          </a:xfrm>
          <a:prstGeom prst="rect">
            <a:avLst/>
          </a:prstGeom>
        </p:spPr>
      </p:pic>
      <p:pic>
        <p:nvPicPr>
          <p:cNvPr id="9" name="Picture 8" descr="022db8f1da267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78608"/>
            <a:ext cx="184708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27 ft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  <p:pic>
        <p:nvPicPr>
          <p:cNvPr id="10" name="Picture 9" descr="b264694ef97daf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302" y="3276169"/>
            <a:ext cx="1640776" cy="2541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8079" y="3158059"/>
            <a:ext cx="1735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 per in</a:t>
            </a:r>
          </a:p>
        </p:txBody>
      </p:sp>
      <p:pic>
        <p:nvPicPr>
          <p:cNvPr id="12" name="Picture 11" descr="563feef954113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302" y="3814331"/>
            <a:ext cx="1923288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32.5 ft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a22f3f49cdf11e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1478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4770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13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ad7010ee96b3fe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3955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7246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205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96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pic>
        <p:nvPicPr>
          <p:cNvPr id="13" name="Picture 12" descr="c8c92f87f3d6ee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28" y="3817586"/>
            <a:ext cx="3060192" cy="606552"/>
          </a:xfrm>
          <a:prstGeom prst="rect">
            <a:avLst/>
          </a:prstGeom>
        </p:spPr>
      </p:pic>
      <p:pic>
        <p:nvPicPr>
          <p:cNvPr id="14" name="Picture 13" descr="4c79ce6c59743c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5528" y="4649119"/>
            <a:ext cx="1210056" cy="2499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0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ft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84427c8d2ac69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36f237721cbc4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pic>
        <p:nvPicPr>
          <p:cNvPr id="13" name="Picture 12" descr="7f47ff26618b2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135" y="3781201"/>
            <a:ext cx="171297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7.5 ft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84427c8d2ac69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36f237721cbc4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42d22dbd0f417c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775" y="3781201"/>
            <a:ext cx="1380744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978f6528d2268a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4151"/>
            <a:ext cx="671131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7125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e6be1afe100034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67512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d1c869ae9d4258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09146"/>
            <a:ext cx="1155192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f9480b526a91ac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24842"/>
            <a:ext cx="113690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889ed3e969be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7890"/>
            <a:ext cx="107594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f950ae6c97c70c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4151"/>
            <a:ext cx="673607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9602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pic>
        <p:nvPicPr>
          <p:cNvPr id="12" name="Picture 11" descr="f87205a9484c63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280" y="3243150"/>
            <a:ext cx="1850707" cy="2513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6987" y="3122278"/>
            <a:ext cx="8542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cm</a:t>
            </a:r>
          </a:p>
        </p:txBody>
      </p:sp>
      <p:pic>
        <p:nvPicPr>
          <p:cNvPr id="14" name="Picture 13" descr="19d037a982db9c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280" y="3781598"/>
            <a:ext cx="210312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29400" y="3661774"/>
            <a:ext cx="65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 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5858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7058" y="19158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5565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63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ea6ef832dff2cc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6243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9535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13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e9e37835812246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095" y="3890738"/>
            <a:ext cx="38770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3.75 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2e89f08f987938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cec3ecd6d985b8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702524"/>
            <a:ext cx="981455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48cdba4a3e3447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702524"/>
            <a:ext cx="969264" cy="3413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096426823913f6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4315172"/>
            <a:ext cx="1014984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ac80d7fa9b4da3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4315172"/>
            <a:ext cx="978408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0466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123cd4c222dc2b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pic>
        <p:nvPicPr>
          <p:cNvPr id="13" name="Picture 12" descr="a2754109ea50e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3781201"/>
            <a:ext cx="3249168" cy="252984"/>
          </a:xfrm>
          <a:prstGeom prst="rect">
            <a:avLst/>
          </a:prstGeom>
        </p:spPr>
      </p:pic>
      <p:pic>
        <p:nvPicPr>
          <p:cNvPr id="14" name="Picture 13" descr="cb9cc937a98fdc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039" y="4317649"/>
            <a:ext cx="155448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f0627971b5597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3249"/>
            <a:ext cx="676084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994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ae14a7ed505182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667" y="2513249"/>
            <a:ext cx="648843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63510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ea7aeef4c43044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3249"/>
            <a:ext cx="676084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994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ae14a7ed505182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667" y="2513249"/>
            <a:ext cx="648843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63510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pic>
        <p:nvPicPr>
          <p:cNvPr id="15" name="Picture 14" descr="a89ced5ccc91c1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3067" y="3779486"/>
            <a:ext cx="1950148" cy="2541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23216" y="3661376"/>
            <a:ext cx="637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in</a:t>
            </a:r>
          </a:p>
        </p:txBody>
      </p:sp>
      <p:pic>
        <p:nvPicPr>
          <p:cNvPr id="17" name="Picture 16" descr="5f9988afdad05b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3067" y="4317649"/>
            <a:ext cx="4328160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7237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1 : 48 model, by 3 in (9 in against 6 in)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a99ea26457b731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3437"/>
            <a:ext cx="1094613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02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815ebff852359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3437"/>
            <a:ext cx="1094613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02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pic>
        <p:nvPicPr>
          <p:cNvPr id="13" name="Picture 12" descr="12be65d33c7344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780" y="3781201"/>
            <a:ext cx="3599688" cy="2499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ft by 24 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pic>
        <p:nvPicPr>
          <p:cNvPr id="10" name="Picture 9" descr="ba794c9b63733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712" y="3994337"/>
            <a:ext cx="6208776" cy="347472"/>
          </a:xfrm>
          <a:prstGeom prst="rect">
            <a:avLst/>
          </a:prstGeom>
        </p:spPr>
      </p:pic>
      <p:pic>
        <p:nvPicPr>
          <p:cNvPr id="11" name="Picture 10" descr="b9e87113330b48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712" y="4563742"/>
            <a:ext cx="2703576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ft high; 787.5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The scale (7.5 ft per in) is the step from 4 in to 30 ft.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315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315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0" name="Picture 9" descr="e7b684faf8832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231" y="1517904"/>
            <a:ext cx="959324" cy="448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6556" y="1553154"/>
            <a:ext cx="540974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wall is 6 in long on it. Find the real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7522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7522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4" name="Picture 13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163351"/>
            <a:ext cx="914002" cy="20143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1233" y="2075224"/>
            <a:ext cx="57401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3.2 in long on it. Find the real length.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54315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54315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8" name="Picture 17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631285"/>
            <a:ext cx="914002" cy="20143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31233" y="2543158"/>
            <a:ext cx="621769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real wall is 22 ft long. Find its length on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6396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6396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22" name="Picture 21" descr="9ca189c78b28ba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7231" y="3029977"/>
            <a:ext cx="979468" cy="44567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96699" y="3063968"/>
            <a:ext cx="66037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2 in by 3.5 in on it. Find the real dimensions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484195"/>
            <a:ext cx="132879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95212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52129"/>
            <a:ext cx="302122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model boat is built at </a:t>
            </a:r>
          </a:p>
        </p:txBody>
      </p:sp>
      <p:pic>
        <p:nvPicPr>
          <p:cNvPr id="27" name="Picture 26" descr="701ad704adc58a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8542" y="4047810"/>
            <a:ext cx="569048" cy="18632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07590" y="3952129"/>
            <a:ext cx="5853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is 15 cm long. Find the real boat's length in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319479"/>
            <a:ext cx="10807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meters.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78741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787414"/>
            <a:ext cx="980063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drawing a wall is 3 in long; the real wall is 16.5 ft. Another wall is 5 in long on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154764"/>
            <a:ext cx="416887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drawing. How long is it really?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word problems — 84H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scale factor word problems — KCM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