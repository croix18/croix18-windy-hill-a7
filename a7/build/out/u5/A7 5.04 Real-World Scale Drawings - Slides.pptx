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Scale Drawings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use a scale such as ¼ in : 1 ft to find real lengths and areas from a drawing, and drawing lengths from real ones.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6587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figure with area 9 cm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is scaled by k = 2. Find the copy's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9170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5 cm side becomes 3 cm in the copy. Find the scale factor.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1" name="Picture 10" descr="7ec5cb8616fd94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2661" y="2781300"/>
            <a:ext cx="1072896" cy="225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278124"/>
            <a:ext cx="9143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90 miles in 2 hours. How far does it go per hour?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6587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figure with area 9 cm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is scaled by k = 2. Find the copy's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11989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36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9170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5 cm side becomes 3 cm in the copy. Find the scale factor.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967228"/>
            <a:ext cx="121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0.6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798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3" name="Picture 12" descr="7ec5cb8616fd94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2661" y="3695700"/>
            <a:ext cx="1072896" cy="225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34197" y="3579876"/>
            <a:ext cx="6300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3.6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192524"/>
            <a:ext cx="9143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90 miles in 2 hours. How far does it go per hour?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4649724"/>
            <a:ext cx="28419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45 miles per hour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floor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scale drawing of a room or building seen from above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scale (two units)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ratio such as ¼ in : 1 ft — a drawing length and the real length it stands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7803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unit rate of a 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407407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scale written per 1 drawing unit: ¼ in : 1 ft is 1 in : 4 ft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scale is a rate: write it per 1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73d9c50cbaab7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9539" y="1993392"/>
            <a:ext cx="4282440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99923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Drawing × rate = real.  Real ÷ rate = drawing.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Area: go to the real dimensions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c256debf18477e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4965" y="1993392"/>
            <a:ext cx="3951589" cy="3566159"/>
          </a:xfrm>
          <a:prstGeom prst="rect">
            <a:avLst/>
          </a:prstGeom>
        </p:spPr>
      </p:pic>
      <p:pic>
        <p:nvPicPr>
          <p:cNvPr id="11" name="Picture 10" descr="da18b1e3915be7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5740907"/>
            <a:ext cx="3145536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Real to drawing is a division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5c94e184342c6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1663" y="2048256"/>
            <a:ext cx="2298192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¼ in : 1 ft. A room is 2.5 in by 3 in on the plan.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dcd2a03b5af577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432048" cy="667512"/>
          </a:xfrm>
          <a:prstGeom prst="rect">
            <a:avLst/>
          </a:prstGeom>
        </p:spPr>
      </p:pic>
      <p:pic>
        <p:nvPicPr>
          <p:cNvPr id="9" name="Picture 8" descr="915548aa4259a54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2072"/>
            <a:ext cx="4096512" cy="277368"/>
          </a:xfrm>
          <a:prstGeom prst="rect">
            <a:avLst/>
          </a:prstGeom>
        </p:spPr>
      </p:pic>
      <p:pic>
        <p:nvPicPr>
          <p:cNvPr id="10" name="Picture 9" descr="ed3c81b185a5a2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13759"/>
            <a:ext cx="2112264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ft by 12 ft; 120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¼ in : 1 ft. A room is 1.5 in by 4 in on the plan.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¼ in : 1 ft. A room is 1.5 in by 4 in on the plan.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  <p:pic>
        <p:nvPicPr>
          <p:cNvPr id="10" name="Picture 9" descr="2ca6e5298287df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5403" y="2829272"/>
            <a:ext cx="3523488" cy="256032"/>
          </a:xfrm>
          <a:prstGeom prst="rect">
            <a:avLst/>
          </a:prstGeom>
        </p:spPr>
      </p:pic>
      <p:pic>
        <p:nvPicPr>
          <p:cNvPr id="11" name="Picture 10" descr="5fd038657ddc92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5403" y="3370292"/>
            <a:ext cx="1551432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 ft by 16 ft; 96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map is drawn at 1 cm : 50 km. Two towns are 7.4 cm apart on it. A bus travels at 100 km per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544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far apart are the towns, and how long does the bus take?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3d32c211b31229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92096" cy="277368"/>
          </a:xfrm>
          <a:prstGeom prst="rect">
            <a:avLst/>
          </a:prstGeom>
        </p:spPr>
      </p:pic>
      <p:pic>
        <p:nvPicPr>
          <p:cNvPr id="9" name="Picture 8" descr="85cdfc9b31127b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1928"/>
            <a:ext cx="2529840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370 km; 3.7 hours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map is drawn at 1 cm : 25 km. Two towns are 6.2 cm apart on it. A bus travels at 50 km per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far apart are the towns, and how long does the bus take?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map is drawn at 1 cm : 25 km. Two towns are 6.2 cm apart on it. A bus travels at 50 km per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far apart are the towns, and how long does the bus take?</a:t>
            </a:r>
          </a:p>
        </p:txBody>
      </p:sp>
      <p:pic>
        <p:nvPicPr>
          <p:cNvPr id="10" name="Picture 9" descr="0d83e4adbda31b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6067" y="3258643"/>
            <a:ext cx="2020824" cy="256032"/>
          </a:xfrm>
          <a:prstGeom prst="rect">
            <a:avLst/>
          </a:prstGeom>
        </p:spPr>
      </p:pic>
      <p:pic>
        <p:nvPicPr>
          <p:cNvPr id="11" name="Picture 10" descr="a99fb84cec36a6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6067" y="3799663"/>
            <a:ext cx="2039112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155 km; 3.1 hours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½ in : 1 ft. A wall is 4 in long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wall?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½ in : 1 ft. A wall is 4 in long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wall?</a:t>
            </a:r>
          </a:p>
        </p:txBody>
      </p:sp>
      <p:pic>
        <p:nvPicPr>
          <p:cNvPr id="10" name="Picture 9" descr="c8c92f87f3d6ee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5528" y="3071588"/>
            <a:ext cx="3060192" cy="606552"/>
          </a:xfrm>
          <a:prstGeom prst="rect">
            <a:avLst/>
          </a:prstGeom>
        </p:spPr>
      </p:pic>
      <p:pic>
        <p:nvPicPr>
          <p:cNvPr id="11" name="Picture 10" descr="4c79ce6c59743c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5528" y="3886928"/>
            <a:ext cx="1210056" cy="24993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 ft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1 in : 3 ft. A room is 2.5 in long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room?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1 in : 3 ft. A room is 2.5 in long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room?</a:t>
            </a:r>
          </a:p>
        </p:txBody>
      </p:sp>
      <p:pic>
        <p:nvPicPr>
          <p:cNvPr id="10" name="Picture 9" descr="7f47ff26618b21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9135" y="3150836"/>
            <a:ext cx="1712976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7.5 ft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1 in : 3 ft. A real wall is 21 ft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1 in : 3 ft. A real wall is 21 ft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pic>
        <p:nvPicPr>
          <p:cNvPr id="10" name="Picture 9" descr="42d22dbd0f417c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6775" y="3150836"/>
            <a:ext cx="1380744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in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model car is built at 1 : 50 and is 8 cm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car?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e6be1afe100034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59980"/>
            <a:ext cx="667512" cy="2712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d1c869ae9d4258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55408"/>
            <a:ext cx="1155192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f9480b526a91aca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69580"/>
            <a:ext cx="1136904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f6b889ed3e969be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71104"/>
            <a:ext cx="1075944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model car is built at 1 : 50 and is 8 cm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car?</a:t>
            </a:r>
          </a:p>
        </p:txBody>
      </p:sp>
      <p:pic>
        <p:nvPicPr>
          <p:cNvPr id="10" name="Picture 9" descr="4fc1d381e1a99b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280" y="3150836"/>
            <a:ext cx="1847088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73368" y="3048728"/>
            <a:ext cx="8542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cm</a:t>
            </a:r>
          </a:p>
        </p:txBody>
      </p:sp>
      <p:pic>
        <p:nvPicPr>
          <p:cNvPr id="12" name="Picture 11" descr="19d037a982db9c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280" y="3690332"/>
            <a:ext cx="2103120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29400" y="3588224"/>
            <a:ext cx="6557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 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¼ in : 1 ft. A real wall is 15 ft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¼ in : 1 ft. A real wall is 15 ft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pic>
        <p:nvPicPr>
          <p:cNvPr id="10" name="Picture 9" descr="e9e37835812246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7095" y="3140168"/>
            <a:ext cx="3877056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3.75 in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1 in : 4 ft. A room is 2 in by 3 in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room's real area?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cec3ecd6d985b8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24928"/>
            <a:ext cx="981455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48cdba4a3e3447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24928"/>
            <a:ext cx="969264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096426823913f6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37576"/>
            <a:ext cx="1014984" cy="341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ac80d7fa9b4da3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37576"/>
            <a:ext cx="978408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1 in : 4 ft. A room is 2 in by 3 in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room's real area?</a:t>
            </a:r>
          </a:p>
        </p:txBody>
      </p:sp>
      <p:pic>
        <p:nvPicPr>
          <p:cNvPr id="10" name="Picture 9" descr="a2754109ea50ef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1039" y="3150836"/>
            <a:ext cx="3249168" cy="252984"/>
          </a:xfrm>
          <a:prstGeom prst="rect">
            <a:avLst/>
          </a:prstGeom>
        </p:spPr>
      </p:pic>
      <p:pic>
        <p:nvPicPr>
          <p:cNvPr id="11" name="Picture 10" descr="cb9cc937a98fdc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1039" y="3690332"/>
            <a:ext cx="1554480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96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plane is 48 ft long. One model of it is built at 1 : 48, another at 1 : 72.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model is longer, and by how much?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plane is 48 ft long. One model of it is built at 1 : 48, another at 1 : 72.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model is longer, and by how much?</a:t>
            </a:r>
          </a:p>
        </p:txBody>
      </p:sp>
      <p:pic>
        <p:nvPicPr>
          <p:cNvPr id="10" name="Picture 9" descr="fe971a9b48dfbd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6867" y="3578683"/>
            <a:ext cx="1975104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1971" y="3478099"/>
            <a:ext cx="637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in</a:t>
            </a:r>
          </a:p>
        </p:txBody>
      </p:sp>
      <p:pic>
        <p:nvPicPr>
          <p:cNvPr id="12" name="Picture 11" descr="52736d61247457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6867" y="4118179"/>
            <a:ext cx="4480560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1 : 48 model, by 4 in (12 in against 8 in)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Mia, who is 12, enlarges her 9 in by 12 in poster into a mural at 1 in : 2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are the mural's dimensions?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Mia, who is 12, enlarges her 9 in by 12 in poster into a mural at 1 in : 2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are the mural's dimensions?</a:t>
            </a:r>
          </a:p>
        </p:txBody>
      </p:sp>
      <p:pic>
        <p:nvPicPr>
          <p:cNvPr id="10" name="Picture 9" descr="12be65d33c7344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5780" y="3581731"/>
            <a:ext cx="3599688" cy="24993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 ft by 24 ft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Andrew's drawing shows a wall 3.5 in wide; the real wall is 26.25 ft wide. The drawn height is 4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real height and the wall's real area. Which step uses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Andrew's drawing shows a wall 3.5 in wide; the real wall is 26.25 ft wide. The drawn height is 4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real height and the wall's real area. Which step uses the scale factor?</a:t>
            </a:r>
          </a:p>
        </p:txBody>
      </p:sp>
      <p:pic>
        <p:nvPicPr>
          <p:cNvPr id="10" name="Picture 9" descr="ba794c9b63733e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9712" y="3962333"/>
            <a:ext cx="6208776" cy="347472"/>
          </a:xfrm>
          <a:prstGeom prst="rect">
            <a:avLst/>
          </a:prstGeom>
        </p:spPr>
      </p:pic>
      <p:pic>
        <p:nvPicPr>
          <p:cNvPr id="11" name="Picture 10" descr="b9e87113330b48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9712" y="4547549"/>
            <a:ext cx="2703576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18465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30 ft high; 787.5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 The scale factor (7.5 ft per in) is the step from 4 in to 30 ft.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plan is drawn at ½ in : 1 ft. A wall is 6 in long on it. Find the real length.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574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plan is drawn at 1 in : 5 ft. A room is 3.2 in long on it. Find the real length.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4203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4203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plan is drawn at 1 in : 5 ft. A real wall is 22 ft long. Find its length on the plan.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3832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38328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plan is drawn at ¼ in : 1 ft. A room is 2 in by 3.5 in on it. Find the real dimensions and area.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22452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22452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model boat is built at 1 : 40 and is 15 cm long. Find the real boat's length in metres.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0657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06577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map is drawn at 1 cm : 20 km. Two towns are 8.5 cm apart on it. How far apart are they, and how long does a train at 85 km per hour take?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word problems — 84H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scale factor word problems — KCM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