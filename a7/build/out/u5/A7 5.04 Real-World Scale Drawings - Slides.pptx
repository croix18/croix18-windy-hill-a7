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27301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302" y="3276169"/>
            <a:ext cx="1640776" cy="2541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8079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30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3150"/>
            <a:ext cx="185070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6987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9486"/>
            <a:ext cx="1950148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3216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