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41289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6986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1178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310578"/>
            <a:ext cx="127952" cy="193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20080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246" y="3312641"/>
            <a:ext cx="697547" cy="196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3909"/>
            <a:ext cx="392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</a:t>
            </a:r>
          </a:p>
        </p:txBody>
      </p:sp>
      <p:pic>
        <p:nvPicPr>
          <p:cNvPr id="19" name="Picture 18" descr="33a234fb1dc3f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727" y="5657575"/>
            <a:ext cx="1170146" cy="2043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00874" y="5533909"/>
            <a:ext cx="52793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means every inch on the map is 20 miles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cdf1f3d178756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9" y="1993392"/>
            <a:ext cx="4572000" cy="2072640"/>
          </a:xfrm>
          <a:prstGeom prst="rect">
            <a:avLst/>
          </a:prstGeom>
        </p:spPr>
      </p:pic>
      <p:pic>
        <p:nvPicPr>
          <p:cNvPr id="11" name="Picture 10" descr="3d90d3b02b60e6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5211" y="4212336"/>
            <a:ext cx="95310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35533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2194560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0461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c3ddc15ef610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999" y="2218944"/>
            <a:ext cx="7589520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3023997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106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917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c01a75d5d6aaea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3917" y="3483068"/>
            <a:ext cx="1193292" cy="6132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47209" y="3561078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1271" y="171450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46801c56b80b5c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13" y="1817179"/>
            <a:ext cx="139179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7106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2.6 in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e81d11d57c22f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9dc5c0b3d418a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3" name="Picture 12" descr="874fbb5c36f52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03" y="3531265"/>
            <a:ext cx="18470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8644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38644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4824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4340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65505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154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931d3a876917ba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f041d7103b8797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12194"/>
            <a:ext cx="88696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0b9eb51d2c267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18746"/>
            <a:ext cx="51206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dea168322aa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4842"/>
            <a:ext cx="76504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402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8098" y="3122278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3" name="Picture 12" descr="3cc36cf75937c8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962" y="3781598"/>
            <a:ext cx="5455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3af538f0ea090d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036" y="3500959"/>
            <a:ext cx="2497073" cy="61321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26110" y="3578969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102070a7c64f05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036" y="4242194"/>
            <a:ext cx="1997106" cy="6104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26142" y="4318823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8981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4238e14711500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868" y="3169601"/>
            <a:ext cx="1372838" cy="2513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21706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868" y="3708049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50c40483c37e0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849" y="3071588"/>
            <a:ext cx="1061799" cy="5133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49648" y="3099687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017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80987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38379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3 cm by 5 cm rectangle is copied at 7.5 cm by 12.5 cm. Find the scale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102995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61464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3877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side in the copy?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23372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20" name="Picture 19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35" y="4525286"/>
            <a:ext cx="1271811" cy="2226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6347" y="4427882"/>
            <a:ext cx="647292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Two cities are 2.8 in apart on the map. How far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831013"/>
            <a:ext cx="2227461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apart are they?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6216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62160"/>
            <a:ext cx="893673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5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