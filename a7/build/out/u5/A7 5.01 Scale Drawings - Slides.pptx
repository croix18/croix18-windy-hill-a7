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41289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6986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178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310578"/>
            <a:ext cx="127952" cy="193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20080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246" y="3312641"/>
            <a:ext cx="697547" cy="196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3909"/>
            <a:ext cx="392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727" y="5657575"/>
            <a:ext cx="1170146" cy="204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00874" y="5533909"/>
            <a:ext cx="52793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37466dfaa1878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79" y="1993392"/>
            <a:ext cx="4937760" cy="2238451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378147"/>
            <a:ext cx="882091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5211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17776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13101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312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c01a75d5d6aaea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312" y="3483068"/>
            <a:ext cx="1292733" cy="664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97045" y="3586629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1271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46801c56b80b5c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13" y="1817179"/>
            <a:ext cx="139179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106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81d11d57c22f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9dc5c0b3d418a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154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402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3af538f0ea090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106" y="3500959"/>
            <a:ext cx="2705163" cy="6643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0269" y="3604519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102070a7c64f05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106" y="4293296"/>
            <a:ext cx="2163532" cy="66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88638" y="4395360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9178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4238e14711500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781" y="3149114"/>
            <a:ext cx="1487241" cy="2723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79023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781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50c40483c37e0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413" y="3071588"/>
            <a:ext cx="1150282" cy="5561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3695" y="3121079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