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Scale Drawings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MA.7.GR.1.5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the scale factor between two figures, and use a scale to find a real length from a drawing or a drawing length from the real one.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c477c7b8f5111b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55813"/>
            <a:ext cx="1493520" cy="283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bdfad0a4d6a24e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083117"/>
            <a:ext cx="679704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16210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</a:t>
            </a:r>
          </a:p>
        </p:txBody>
      </p:sp>
      <p:pic>
        <p:nvPicPr>
          <p:cNvPr id="13" name="Picture 12" descr="df9e392240993d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8447" y="2738437"/>
            <a:ext cx="1130808" cy="2712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89255" y="2665476"/>
            <a:ext cx="2186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as a number.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93024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On a map, 3 cm stands for 12 km. What does 1 cm stand for?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c477c7b8f5111b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55813"/>
            <a:ext cx="1493520" cy="283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01328" y="1440180"/>
            <a:ext cx="5562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−5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2" name="Picture 11" descr="bdfad0a4d6a24e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083117"/>
            <a:ext cx="679704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01650" y="2052828"/>
            <a:ext cx="3800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16210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</a:t>
            </a:r>
          </a:p>
        </p:txBody>
      </p:sp>
      <p:pic>
        <p:nvPicPr>
          <p:cNvPr id="15" name="Picture 14" descr="df9e392240993d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8447" y="2738437"/>
            <a:ext cx="1130808" cy="2712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489255" y="2665476"/>
            <a:ext cx="2186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as a number.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7382" y="2665476"/>
            <a:ext cx="10283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2,500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278124"/>
            <a:ext cx="93024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On a map, 3 cm stands for 12 km. What does 1 cm stand for?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3735324"/>
            <a:ext cx="9662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 km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scale drawing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20848"/>
            <a:ext cx="10241280" cy="644055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drawing of a real thing with every length multiplied by the same number: a map, a floor plan, a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02648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scale factor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037597"/>
            <a:ext cx="56784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the number every length is multiplied by, written </a:t>
            </a:r>
          </a:p>
        </p:txBody>
      </p:sp>
      <p:pic>
        <p:nvPicPr>
          <p:cNvPr id="12" name="Picture 11" descr="5ad8b479ac3620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4305" y="3065410"/>
            <a:ext cx="188976" cy="2865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73281" y="3037597"/>
            <a:ext cx="24772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: from 4 cm to 6 cm, </a:t>
            </a:r>
          </a:p>
        </p:txBody>
      </p:sp>
      <p:pic>
        <p:nvPicPr>
          <p:cNvPr id="14" name="Picture 13" descr="a3bca5590aab4c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3366" y="3068458"/>
            <a:ext cx="1030224" cy="289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3673105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corresponding sides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030913"/>
            <a:ext cx="10241280" cy="644055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the side of the copy that matches a side of the original: the 6 cm side matches the 4 cm side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912713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scale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247662"/>
            <a:ext cx="35533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scale factor with units on it: </a:t>
            </a:r>
          </a:p>
        </p:txBody>
      </p:sp>
      <p:pic>
        <p:nvPicPr>
          <p:cNvPr id="19" name="Picture 18" descr="33a234fb1dc3f5c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9200" y="5270522"/>
            <a:ext cx="1728216" cy="30175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287416" y="5247662"/>
            <a:ext cx="47722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 means every inch on the map is 20 miles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scale copy: every side times the same number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a37466dfaa1878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79" y="1993392"/>
            <a:ext cx="4937760" cy="2238451"/>
          </a:xfrm>
          <a:prstGeom prst="rect">
            <a:avLst/>
          </a:prstGeom>
        </p:spPr>
      </p:pic>
      <p:pic>
        <p:nvPicPr>
          <p:cNvPr id="11" name="Picture 10" descr="5db795a1dcbd5a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0304" y="4378147"/>
            <a:ext cx="8820912" cy="804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552114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Every angle is still 90°: k multiplies lengths, not angles.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Find k: copy divided by original — and k can be less than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c3fa4e7c95803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0424" y="1993392"/>
            <a:ext cx="6900672" cy="670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00228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k = copy ÷ original. Less than 1 shrinks, more than 1 enlarges, 1 is the same size.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Use k both ways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f2961e2a00986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2784" y="2017776"/>
            <a:ext cx="7235952" cy="387096"/>
          </a:xfrm>
          <a:prstGeom prst="rect">
            <a:avLst/>
          </a:prstGeom>
        </p:spPr>
      </p:pic>
      <p:pic>
        <p:nvPicPr>
          <p:cNvPr id="11" name="Picture 10" descr="8380a0d28443e47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7255" y="2713101"/>
            <a:ext cx="8827008" cy="301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4290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To the copy, multiply by k. Back to the original, divide by 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6 cm by 4 cm rectangle is copied at 15 cm by 10 cm.</a:t>
            </a:r>
          </a:p>
        </p:txBody>
      </p:sp>
      <p:pic>
        <p:nvPicPr>
          <p:cNvPr id="9" name="Picture 8" descr="gd5b862b59eaad3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2276458"/>
            <a:ext cx="5486400" cy="27451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35076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scale factor.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200adc5213f3de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874519" cy="673608"/>
          </a:xfrm>
          <a:prstGeom prst="rect">
            <a:avLst/>
          </a:prstGeom>
        </p:spPr>
      </p:pic>
      <p:pic>
        <p:nvPicPr>
          <p:cNvPr id="9" name="Picture 8" descr="3dbcdeb48f5a06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1335024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2.5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An 8 cm by 10 cm rectangle is copied at 12 cm by 15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scale factor.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An 8 cm by 10 cm rectangle is copied at 12 cm by 15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scale factor.</a:t>
            </a:r>
          </a:p>
        </p:txBody>
      </p:sp>
      <p:pic>
        <p:nvPicPr>
          <p:cNvPr id="10" name="Picture 9" descr="fe7cf77f09050b1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3298" y="2751548"/>
            <a:ext cx="1673352" cy="603504"/>
          </a:xfrm>
          <a:prstGeom prst="rect">
            <a:avLst/>
          </a:prstGeom>
        </p:spPr>
      </p:pic>
      <p:pic>
        <p:nvPicPr>
          <p:cNvPr id="11" name="Picture 10" descr="ea6090423d2d6b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3298" y="3483068"/>
            <a:ext cx="1194816" cy="6126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48114" y="3560792"/>
            <a:ext cx="2710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— the same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1.5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0700" y="1714500"/>
            <a:ext cx="2641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map's scale is </a:t>
            </a:r>
          </a:p>
        </p:txBody>
      </p:sp>
      <p:pic>
        <p:nvPicPr>
          <p:cNvPr id="9" name="Picture 8" descr="d7f44fc30d54f3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4742" y="1819656"/>
            <a:ext cx="1392936" cy="243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57678" y="171450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231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Two towns are 2.6 in apart on the map.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4513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far apart are the towns?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f31880d7c5f206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033015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65 mi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160" y="1577340"/>
            <a:ext cx="2641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map's scale is </a:t>
            </a:r>
          </a:p>
        </p:txBody>
      </p:sp>
      <p:pic>
        <p:nvPicPr>
          <p:cNvPr id="9" name="Picture 8" descr="06167158fe892f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5202" y="1691640"/>
            <a:ext cx="1652016" cy="2346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87218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Two towns are 4.2 cm apart on the map.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250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far apart are the towns?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160" y="1577340"/>
            <a:ext cx="2641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map's scale is </a:t>
            </a:r>
          </a:p>
        </p:txBody>
      </p:sp>
      <p:pic>
        <p:nvPicPr>
          <p:cNvPr id="9" name="Picture 8" descr="e2bec98e965b49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5202" y="1691640"/>
            <a:ext cx="1652016" cy="2346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87218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Two towns are 4.2 cm apart on the map.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250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far apart are the towns?</a:t>
            </a:r>
          </a:p>
        </p:txBody>
      </p:sp>
      <p:pic>
        <p:nvPicPr>
          <p:cNvPr id="13" name="Picture 12" descr="874fbb5c36f522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603" y="3531265"/>
            <a:ext cx="1847088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63 km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 cm side becomes 6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 cm side becomes 6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d90d78eb18b743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6879" y="3071588"/>
            <a:ext cx="1240536" cy="609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8 cm side becomes 4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8 cm side becomes 4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88f6a9aaf9cd8a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19" y="3071588"/>
            <a:ext cx="1280160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½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12 cm side becomes 9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12 cm side becomes 9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3a3e9bb1d3245f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5628" y="3071588"/>
            <a:ext cx="1453896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¾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side of 5 cm becomes 2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998c49ee2893d4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38644"/>
            <a:ext cx="47853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3cb114a9a26f9e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38644"/>
            <a:ext cx="530352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33209a3099e77b7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48244"/>
            <a:ext cx="137160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899d09e1fb7976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54340"/>
            <a:ext cx="185928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side of 5 cm becomes 2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41cad21ae37866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3812" y="3071588"/>
            <a:ext cx="1566672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0.4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scale factor is 3.5. A side of the original is 6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that side in the copy?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scale factor is 3.5. A side of the original is 6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that side in the copy?</a:t>
            </a:r>
          </a:p>
        </p:txBody>
      </p:sp>
      <p:pic>
        <p:nvPicPr>
          <p:cNvPr id="10" name="Picture 9" descr="330bf951670aa9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03" y="3165505"/>
            <a:ext cx="1618488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21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92123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drawing has a 40° angle. The real figure is a scale copy at </a:t>
            </a:r>
          </a:p>
        </p:txBody>
      </p:sp>
      <p:pic>
        <p:nvPicPr>
          <p:cNvPr id="9" name="Picture 8" descr="fc22e08664d808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628" y="1965960"/>
            <a:ext cx="853440" cy="2346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163068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angle in the real figure?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3" name="Picture 12" descr="931d3a876917ba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568" y="3212194"/>
            <a:ext cx="600456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37959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5" name="Picture 14" descr="f041d7103b8797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888" y="3212194"/>
            <a:ext cx="886968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7" name="Picture 16" descr="0b9eb51d2c267c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8568" y="3818746"/>
            <a:ext cx="512064" cy="2773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9" name="Picture 18" descr="f6bdea168322aab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4888" y="3824842"/>
            <a:ext cx="765048" cy="2773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50759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92123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drawing has a 40° angle. The real figure is a scale copy at </a:t>
            </a:r>
          </a:p>
        </p:txBody>
      </p:sp>
      <p:pic>
        <p:nvPicPr>
          <p:cNvPr id="9" name="Picture 8" descr="39705602679ca2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628" y="1965960"/>
            <a:ext cx="853440" cy="2346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163068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angle in the real figure?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68098" y="3122278"/>
            <a:ext cx="796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Lengths are multiplied by k. Angles are not.</a:t>
            </a:r>
          </a:p>
        </p:txBody>
      </p:sp>
      <p:pic>
        <p:nvPicPr>
          <p:cNvPr id="13" name="Picture 12" descr="3cc36cf75937c8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2962" y="3781598"/>
            <a:ext cx="545592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40°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6, 8 and 10. Another has sides 9, 12 and 15; a third has sides 9, 12 and 14.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one is a scale copy of the first?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6, 8 and 10. Another has sides 9, 12 and 15; a third has sides 9, 12 and 14.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one is a scale copy of the first?</a:t>
            </a:r>
          </a:p>
        </p:txBody>
      </p:sp>
      <p:pic>
        <p:nvPicPr>
          <p:cNvPr id="10" name="Picture 9" descr="1caa99a087a8b7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9559" y="3500959"/>
            <a:ext cx="2496312" cy="612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25871" y="3578683"/>
            <a:ext cx="40560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second is a copy</a:t>
            </a:r>
          </a:p>
        </p:txBody>
      </p:sp>
      <p:pic>
        <p:nvPicPr>
          <p:cNvPr id="12" name="Picture 11" descr="66f8f0a44e6167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9559" y="4241623"/>
            <a:ext cx="1996439" cy="609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925999" y="4317823"/>
            <a:ext cx="30053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third is not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988383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9-12-15 triangle (k = 1.5); the 9-12-14 one is not a copy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Dev, who is 13, draws a 15-ft wall as 3 in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a 20-ft wall on his drawing?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Dev, who is 13, draws a 15-ft wall as 3 in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a 20-ft wall on his drawing?</a:t>
            </a:r>
          </a:p>
        </p:txBody>
      </p:sp>
      <p:pic>
        <p:nvPicPr>
          <p:cNvPr id="10" name="Picture 9" descr="53b8b83f65f5cc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6582" y="3168553"/>
            <a:ext cx="1374648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21230" y="3048728"/>
            <a:ext cx="3340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every inch is 5 ft</a:t>
            </a:r>
          </a:p>
        </p:txBody>
      </p:sp>
      <p:pic>
        <p:nvPicPr>
          <p:cNvPr id="12" name="Picture 11" descr="503b886175e4a4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6582" y="3708049"/>
            <a:ext cx="1453896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 in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Priya says the scale factor from a 6 cm side to its 3 cm copy is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Priya says the scale factor from a 6 cm side to its 3 cm copy is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pic>
        <p:nvPicPr>
          <p:cNvPr id="10" name="Picture 9" descr="0673d22e8596ca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7682" y="3071588"/>
            <a:ext cx="1063752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1434" y="3099020"/>
            <a:ext cx="6166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. No: the copy is smaller, so k is under 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No. k = 3 ÷ 6 = ½: the copy is smaller, so k is under 1.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7031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7031"/>
            <a:ext cx="810171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5 cm side becomes 15 cm in the copy. Find the scale factor.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2817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28178"/>
            <a:ext cx="809871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15 cm side becomes 6 cm in the copy. Find the scale factor.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59326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59326"/>
            <a:ext cx="9383799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3 cm by 5 cm rectangle is copied at 7.5 cm by 12.5 cm. Find the scale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962457"/>
            <a:ext cx="102995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factor.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93604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93604"/>
            <a:ext cx="9614649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The scale factor is 1.5 and a side of the original is 8 cm. How long is that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896735"/>
            <a:ext cx="238772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side in the copy?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427882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27882"/>
            <a:ext cx="233721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map's scale is </a:t>
            </a:r>
          </a:p>
        </p:txBody>
      </p:sp>
      <p:pic>
        <p:nvPicPr>
          <p:cNvPr id="20" name="Picture 19" descr="d7f44fc30d54f3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4535" y="4525286"/>
            <a:ext cx="1271811" cy="22263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026347" y="4427882"/>
            <a:ext cx="647292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Two cities are 2.8 in apart on the map. How far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831013"/>
            <a:ext cx="2227461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apart are they?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362160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362160"/>
            <a:ext cx="893673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On the same map, a road is 150 mi long. How long is it on the map?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find the scale factor, missing side, or missing angle — WEA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