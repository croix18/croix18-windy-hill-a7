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27048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6356"/>
            <a:ext cx="67970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58440"/>
            <a:ext cx="1130808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27048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01328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6356"/>
            <a:ext cx="67970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0165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58440"/>
            <a:ext cx="1130808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7382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266064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1104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270" y="3264540"/>
            <a:ext cx="103022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5676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1 in : 20 mi means every inch on the map is 20 miles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37466dfaa1878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79" y="1993392"/>
            <a:ext cx="4937760" cy="2238451"/>
          </a:xfrm>
          <a:prstGeom prst="rect">
            <a:avLst/>
          </a:prstGeom>
        </p:spPr>
      </p:pic>
      <p:pic>
        <p:nvPicPr>
          <p:cNvPr id="11" name="Picture 10" descr="5db795a1dcbd5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304" y="4378147"/>
            <a:ext cx="8820912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5211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1993392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22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f2961e2a00986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784" y="2005584"/>
            <a:ext cx="7235952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2734056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298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ea6090423d2d6b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298" y="3483068"/>
            <a:ext cx="119481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8114" y="3560792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in : 25 mi. Two towns are 2.6 in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cm : 15 km. Two towns are 4.2 cm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cm : 15 km. Two towns are 4.2 cm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0" name="Picture 9" descr="874fbb5c36f522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603" y="2829272"/>
            <a:ext cx="18470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6932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6932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110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1104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49312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31d3a876917ba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86303"/>
            <a:ext cx="60045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f041d7103b8797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86303"/>
            <a:ext cx="886968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0b9eb51d2c267c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98951"/>
            <a:ext cx="51206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f6bdea168322aa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98951"/>
            <a:ext cx="765048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8098" y="3478099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1" name="Picture 10" descr="3cc36cf75937c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962" y="4119703"/>
            <a:ext cx="5455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1caa99a087a8b7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559" y="3500959"/>
            <a:ext cx="249631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5871" y="3578683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66f8f0a44e616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559" y="4241623"/>
            <a:ext cx="1996439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5999" y="4317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8383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53b8b83f65f5cc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582" y="3150836"/>
            <a:ext cx="1374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1230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582" y="3690332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0673d22e8596ca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82" y="3071588"/>
            <a:ext cx="1063752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1434" y="3099020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3 cm by 5 cm rectangle is copied at 7.5 cm by 12.5 cm.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side in the copy?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map's scale is 1 in : 25 mi. Two cities are 2.8 in apart on the map. How far apart are they?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006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8006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