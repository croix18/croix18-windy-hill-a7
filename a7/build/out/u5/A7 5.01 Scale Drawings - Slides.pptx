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cdf1f3d178756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9" y="1993392"/>
            <a:ext cx="4572000" cy="2072640"/>
          </a:xfrm>
          <a:prstGeom prst="rect">
            <a:avLst/>
          </a:prstGeom>
        </p:spPr>
      </p:pic>
      <p:pic>
        <p:nvPicPr>
          <p:cNvPr id="11" name="Picture 10" descr="3d90d3b02b60e6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211" y="4212336"/>
            <a:ext cx="95310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3553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2194560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46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c3ddc15ef61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2218944"/>
            <a:ext cx="7589520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3023997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17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917" y="3483068"/>
            <a:ext cx="1193292" cy="6132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7209" y="3561078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036" y="3500959"/>
            <a:ext cx="2497073" cy="6132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6110" y="357896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036" y="4242194"/>
            <a:ext cx="1997106" cy="6104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6142" y="4318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981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868" y="3169601"/>
            <a:ext cx="1372838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706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868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49" y="3071588"/>
            <a:ext cx="1061799" cy="5133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49648" y="3099687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