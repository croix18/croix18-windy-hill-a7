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scale factor between two figures, and use a scale to find a real length from a drawing or a drawing length from the real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477c7b8f5111b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27048"/>
            <a:ext cx="1493520" cy="283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bdfad0a4d6a24e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86356"/>
            <a:ext cx="67970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3" name="Picture 12" descr="df9e392240993d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58440"/>
            <a:ext cx="1130808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9255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477c7b8f5111b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27048"/>
            <a:ext cx="1493520" cy="283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01328" y="1440180"/>
            <a:ext cx="5562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bdfad0a4d6a24e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86356"/>
            <a:ext cx="67970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01650" y="2052828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5" name="Picture 14" descr="df9e392240993d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58440"/>
            <a:ext cx="1130808" cy="271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9255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7382" y="2665476"/>
            <a:ext cx="1028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35324"/>
            <a:ext cx="9662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 km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drawing of a real thing with every length multiplied by the same number: a map, a floor plan,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80720"/>
            <a:ext cx="6286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number every length is multiplied by, written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128" y="3266064"/>
            <a:ext cx="188976" cy="286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1104" y="3180720"/>
            <a:ext cx="2729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: from 4 cm to 6 cm, </a:t>
            </a:r>
          </a:p>
        </p:txBody>
      </p:sp>
      <p:pic>
        <p:nvPicPr>
          <p:cNvPr id="14" name="Picture 13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270" y="3264540"/>
            <a:ext cx="1030224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16228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9818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side of the copy that matches a side of the original: the 6 cm side matches the 4 cm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3179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5676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factor with units on it: 1 in : 20 mi means every inch on the map is 20 miles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copy: every side times the same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260c4ca0095ac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93392"/>
            <a:ext cx="5669280" cy="2570073"/>
          </a:xfrm>
          <a:prstGeom prst="rect">
            <a:avLst/>
          </a:prstGeom>
        </p:spPr>
      </p:pic>
      <p:pic>
        <p:nvPicPr>
          <p:cNvPr id="11" name="Picture 10" descr="5db795a1dcbd5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304" y="4709769"/>
            <a:ext cx="8820912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Find k: copy divided by original — and k can be less than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c3fa4e7c9580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24" y="1993392"/>
            <a:ext cx="6900672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022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k = copy ÷ original. Less than 1 shrinks, more than 1 enlarges, 1 is the same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Use k both ways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f2961e2a00986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784" y="2005584"/>
            <a:ext cx="7235952" cy="387096"/>
          </a:xfrm>
          <a:prstGeom prst="rect">
            <a:avLst/>
          </a:prstGeom>
        </p:spPr>
      </p:pic>
      <p:pic>
        <p:nvPicPr>
          <p:cNvPr id="11" name="Picture 10" descr="8380a0d28443e4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55" y="2734056"/>
            <a:ext cx="8827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4290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To the copy, multiply by k. Back to the original, divide by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4 cm rectangle is copied at 15 cm by 10 cm.</a:t>
            </a:r>
          </a:p>
        </p:txBody>
      </p:sp>
      <p:pic>
        <p:nvPicPr>
          <p:cNvPr id="9" name="Picture 8" descr="gd5b862b59eaad3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76458"/>
            <a:ext cx="5486400" cy="2745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507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00adc5213f3d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74519" cy="673608"/>
          </a:xfrm>
          <a:prstGeom prst="rect">
            <a:avLst/>
          </a:prstGeom>
        </p:spPr>
      </p:pic>
      <p:pic>
        <p:nvPicPr>
          <p:cNvPr id="9" name="Picture 8" descr="3dbcdeb48f5a06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133502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2.5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8 cm rectangle is copied at 9 cm by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8 cm rectangle is copied at 9 cm by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  <p:pic>
        <p:nvPicPr>
          <p:cNvPr id="10" name="Picture 9" descr="3c64e5c3ccc58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966" y="2751548"/>
            <a:ext cx="1502664" cy="609600"/>
          </a:xfrm>
          <a:prstGeom prst="rect">
            <a:avLst/>
          </a:prstGeom>
        </p:spPr>
      </p:pic>
      <p:pic>
        <p:nvPicPr>
          <p:cNvPr id="11" name="Picture 10" descr="29d440c348e857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66" y="3489164"/>
            <a:ext cx="1173480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37446" y="3562316"/>
            <a:ext cx="2710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the same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1.5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map's scale is 1 in : 20 mi. Two towns are 3.5 in apart on the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911130c6d0fa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072640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70 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map's scale is 1 cm : 15 km. Two towns are 4.2 cm apart on the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map's scale is 1 cm : 15 km. Two towns are 4.2 cm apart on the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  <p:pic>
        <p:nvPicPr>
          <p:cNvPr id="10" name="Picture 9" descr="874fbb5c36f522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03" y="2829272"/>
            <a:ext cx="184708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 km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d90d78eb18b74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9" y="3071588"/>
            <a:ext cx="1240536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88f6a9aaf9cd8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19" y="3071588"/>
            <a:ext cx="128016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3a3e9bb1d3245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28" y="3071588"/>
            <a:ext cx="1453896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998c49ee2893d4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56932"/>
            <a:ext cx="47853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3cb114a9a26f9e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56932"/>
            <a:ext cx="53035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33209a3099e77b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71104"/>
            <a:ext cx="13716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1104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41cad21ae3786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3071588"/>
            <a:ext cx="1566672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0.4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pic>
        <p:nvPicPr>
          <p:cNvPr id="10" name="Picture 9" descr="330bf951670aa9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3" y="3149312"/>
            <a:ext cx="161848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21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k = 2.5.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931d3a876917ba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86303"/>
            <a:ext cx="60045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f041d7103b8797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86303"/>
            <a:ext cx="886968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0b9eb51d2c267c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98951"/>
            <a:ext cx="51206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f6bdea168322aa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98951"/>
            <a:ext cx="765048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k = 2.5.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8098" y="3478099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Lengths are multiplied by k. Angles are not.</a:t>
            </a:r>
          </a:p>
        </p:txBody>
      </p:sp>
      <p:pic>
        <p:nvPicPr>
          <p:cNvPr id="11" name="Picture 10" descr="3cc36cf75937c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962" y="4119703"/>
            <a:ext cx="5455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40°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pic>
        <p:nvPicPr>
          <p:cNvPr id="10" name="Picture 9" descr="1caa99a087a8b7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559" y="3500959"/>
            <a:ext cx="2496312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5871" y="3578683"/>
            <a:ext cx="40560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second is a copy</a:t>
            </a:r>
          </a:p>
        </p:txBody>
      </p:sp>
      <p:pic>
        <p:nvPicPr>
          <p:cNvPr id="12" name="Picture 11" descr="66f8f0a44e6167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559" y="4241623"/>
            <a:ext cx="1996439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25999" y="4317823"/>
            <a:ext cx="30053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third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8383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9-12-15 triangle (k = 1.5); the 9-12-14 one is not a copy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12-ft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12-ft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pic>
        <p:nvPicPr>
          <p:cNvPr id="10" name="Picture 9" descr="2908f8b113149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320" y="3150836"/>
            <a:ext cx="1389888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9208" y="3048728"/>
            <a:ext cx="3359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every inch is 4 ft</a:t>
            </a:r>
          </a:p>
        </p:txBody>
      </p:sp>
      <p:pic>
        <p:nvPicPr>
          <p:cNvPr id="12" name="Picture 11" descr="62c8d8eef0ecea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20" y="3690332"/>
            <a:ext cx="1447800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 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0673d22e8596ca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82" y="3071588"/>
            <a:ext cx="1063752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1434" y="3099020"/>
            <a:ext cx="6166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. No: the copy is smaller, so k is under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No. k = 3 ÷ 6 = ½: the copy is smaller, so k is under 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5 cm side becomes 15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15 cm side becomes 6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3 cm by 5 cm rectangle is copied at 7.5 cm by 12.5 cm. Find the scale factor.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scale factor is 1.5 and a side of the original is 8 cm. How long is that side in the copy?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4106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map's scale is 1 in : 25 mi. Two cities are 2.8 in apart on the map. How far apart are they?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006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the same map, a road is 150 mi long. How long is it on the map?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factor, missing side, or missing angle — WEA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