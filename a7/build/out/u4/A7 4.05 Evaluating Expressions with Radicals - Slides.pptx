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180b5fd8586d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94560"/>
            <a:ext cx="140817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f6863b3a9216d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03120"/>
            <a:ext cx="140208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2898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bf2df4e3775dcc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661" y="3581731"/>
            <a:ext cx="1584960" cy="256032"/>
          </a:xfrm>
          <a:prstGeom prst="rect">
            <a:avLst/>
          </a:prstGeom>
        </p:spPr>
      </p:pic>
      <p:pic>
        <p:nvPicPr>
          <p:cNvPr id="12" name="Picture 11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762" y="4043503"/>
            <a:ext cx="1271016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5ed02bc6c30a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643" y="2194560"/>
            <a:ext cx="10942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05f88468ec8d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fcf33c76384f23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187" y="3560395"/>
            <a:ext cx="3538728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4915" y="3491815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8c7dac3379df93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988" y="3504007"/>
            <a:ext cx="1725168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a2c664b248cf7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3" y="2194560"/>
            <a:ext cx="19019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9810e14e0abf5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308" y="2103120"/>
            <a:ext cx="1898904" cy="789432"/>
          </a:xfrm>
          <a:prstGeom prst="rect">
            <a:avLst/>
          </a:prstGeom>
        </p:spPr>
      </p:pic>
      <p:pic>
        <p:nvPicPr>
          <p:cNvPr id="9" name="Picture 8" descr="d5959474f07c9a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081" y="3240023"/>
            <a:ext cx="1133856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6937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3da34b52f30f55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238" y="3240023"/>
            <a:ext cx="1316736" cy="716280"/>
          </a:xfrm>
          <a:prstGeom prst="rect">
            <a:avLst/>
          </a:prstGeom>
        </p:spPr>
      </p:pic>
      <p:pic>
        <p:nvPicPr>
          <p:cNvPr id="12" name="Picture 11" descr="bf4ec778f3c995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081" y="4084320"/>
            <a:ext cx="1310640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00016760c7ea4b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51" y="2194560"/>
            <a:ext cx="2337816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328986b534c4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03120"/>
            <a:ext cx="2343912" cy="478536"/>
          </a:xfrm>
          <a:prstGeom prst="rect">
            <a:avLst/>
          </a:prstGeom>
        </p:spPr>
      </p:pic>
      <p:pic>
        <p:nvPicPr>
          <p:cNvPr id="9" name="Picture 8" descr="95835d2aa1fdf8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2950464"/>
            <a:ext cx="4175760" cy="368808"/>
          </a:xfrm>
          <a:prstGeom prst="rect">
            <a:avLst/>
          </a:prstGeom>
        </p:spPr>
      </p:pic>
      <p:pic>
        <p:nvPicPr>
          <p:cNvPr id="10" name="Picture 9" descr="b2bdb283546f2e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743" y="3432047"/>
            <a:ext cx="1149096" cy="515112"/>
          </a:xfrm>
          <a:prstGeom prst="rect">
            <a:avLst/>
          </a:prstGeom>
        </p:spPr>
      </p:pic>
      <p:pic>
        <p:nvPicPr>
          <p:cNvPr id="11" name="Picture 10" descr="092197a6c2e194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743" y="4038599"/>
            <a:ext cx="2319528" cy="5151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908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