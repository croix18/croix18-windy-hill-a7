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22741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25d82099734b37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fa7316af9afa4f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405036"/>
            <a:ext cx="1134443" cy="2159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22741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25d82099734b37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2327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fa7316af9afa4f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405036"/>
            <a:ext cx="1134443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06040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751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root symbol together with everything under its bar: </a:t>
            </a:r>
          </a:p>
        </p:txBody>
      </p:sp>
      <p:pic>
        <p:nvPicPr>
          <p:cNvPr id="10" name="Picture 9" descr="7fc2ce39b1027a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961" y="1921429"/>
            <a:ext cx="622014" cy="3564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2976" y="1869550"/>
            <a:ext cx="17701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919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root, </a:t>
            </a:r>
          </a:p>
        </p:txBody>
      </p:sp>
      <p:pic>
        <p:nvPicPr>
          <p:cNvPr id="13" name="Picture 12" descr="5f7b58e3a9782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786" y="2406061"/>
            <a:ext cx="649255" cy="35640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75041" y="2354182"/>
            <a:ext cx="2140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cube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41906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under the radical bar. The bar groups it, so whatever is under it is evaluated before the root is taken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principal square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50494"/>
            <a:ext cx="31639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nonnegative one. </a:t>
            </a:r>
          </a:p>
        </p:txBody>
      </p:sp>
      <p:pic>
        <p:nvPicPr>
          <p:cNvPr id="19" name="Picture 18" descr="66ed9a548d73b0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9838" y="4902373"/>
            <a:ext cx="646985" cy="35640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16824" y="4850494"/>
            <a:ext cx="3934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7 — not −7, and not both,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335126"/>
            <a:ext cx="198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even though </a:t>
            </a:r>
          </a:p>
        </p:txBody>
      </p:sp>
      <p:pic>
        <p:nvPicPr>
          <p:cNvPr id="22" name="Picture 21" descr="95575338750225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961" y="5416517"/>
            <a:ext cx="626554" cy="3064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17516" y="5335126"/>
            <a:ext cx="1545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also 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2194560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3057144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740" y="3919728"/>
            <a:ext cx="2825067" cy="4212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5807" y="3901733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32" y="4018065"/>
            <a:ext cx="697547" cy="2414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880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2194560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2052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2194560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2052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2194560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3057144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32278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3057144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39521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2194560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3317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306193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3310127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2323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96031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73071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75991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61207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ac1e77065a05d7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209" y="3035474"/>
            <a:ext cx="1814798" cy="2486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58007" y="2917364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5c398753ce4ec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080" y="2929128"/>
            <a:ext cx="1574482" cy="4336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2768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02c22c2952ba0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32" y="4256529"/>
            <a:ext cx="1864518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2150" y="413841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a48b6ab05ac2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224" y="4150183"/>
            <a:ext cx="1613154" cy="43367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10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b0df40523fe93d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316" y="3032712"/>
            <a:ext cx="3632358" cy="317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8675" y="2917364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1de8963302ad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48" y="2929128"/>
            <a:ext cx="1853469" cy="4336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4480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f5329d2eda710a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242" y="2969133"/>
            <a:ext cx="2947320" cy="306609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344" y="3468624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738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6f0e461534c4fd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8146" y="3596495"/>
            <a:ext cx="2198751" cy="254126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224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8582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057b68cb0facbc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7175" cy="7154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0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7f97372ca3358f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698" y="3240023"/>
            <a:ext cx="1157382" cy="71542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6081" y="3369135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814fb0376044ab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382" y="3240023"/>
            <a:ext cx="1325880" cy="715422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8698" y="4083462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717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61989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9094" y="2171700"/>
            <a:ext cx="2757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85" y="2207514"/>
            <a:ext cx="861821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1307" y="2171700"/>
            <a:ext cx="3418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332" y="2080260"/>
            <a:ext cx="2757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0723" y="2116074"/>
            <a:ext cx="859345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0069" y="2080260"/>
            <a:ext cx="3418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3988970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32fe0726ff7037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24811"/>
            <a:ext cx="2886694" cy="268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4712" y="4491890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06859444d1f0d6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637" y="4547802"/>
            <a:ext cx="1404842" cy="3663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633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