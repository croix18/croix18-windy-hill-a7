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3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that contains square roots, cube roots and integer exponents.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0" name="Picture 9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0777" y="144018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16836"/>
            <a:ext cx="240487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76571" y="2052828"/>
            <a:ext cx="1365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97c530a75d29d3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99004"/>
            <a:ext cx="844296" cy="3901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0647" y="26654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b791e832d65b0b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393948"/>
            <a:ext cx="1182624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4221" y="32781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radical bar is a grouping symbol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0301447559f26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84" y="1993392"/>
            <a:ext cx="5407152" cy="478536"/>
          </a:xfrm>
          <a:prstGeom prst="rect">
            <a:avLst/>
          </a:prstGeom>
        </p:spPr>
      </p:pic>
      <p:pic>
        <p:nvPicPr>
          <p:cNvPr id="11" name="Picture 10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746248"/>
            <a:ext cx="3185160" cy="478536"/>
          </a:xfrm>
          <a:prstGeom prst="rect">
            <a:avLst/>
          </a:prstGeom>
        </p:spPr>
      </p:pic>
      <p:pic>
        <p:nvPicPr>
          <p:cNvPr id="12" name="Picture 11" descr="4a07f45d5d9ca5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1035" y="3499104"/>
            <a:ext cx="3209544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0579" y="350977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fbd6d5a320033c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8004" y="3601212"/>
            <a:ext cx="79248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3159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4243ac5c29f50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784" y="1993392"/>
            <a:ext cx="142341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0200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9fd66553504e9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4543" y="1993392"/>
            <a:ext cx="1453896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68439" y="20040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138d560710ac33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783" y="1993392"/>
            <a:ext cx="1901952" cy="478536"/>
          </a:xfrm>
          <a:prstGeom prst="rect">
            <a:avLst/>
          </a:prstGeom>
        </p:spPr>
      </p:pic>
      <p:pic>
        <p:nvPicPr>
          <p:cNvPr id="15" name="Picture 14" descr="b169188f81dcb7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596" y="2750820"/>
            <a:ext cx="1246632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65228" y="291693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7" name="Picture 16" descr="df602f9237f1cb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9571" y="2746248"/>
            <a:ext cx="1673352" cy="798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388315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5f3f835e2d87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328" y="1993392"/>
            <a:ext cx="228600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328" y="213055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4b3a5f09066cb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671" y="2119884"/>
            <a:ext cx="3398520" cy="478536"/>
          </a:xfrm>
          <a:prstGeom prst="rect">
            <a:avLst/>
          </a:prstGeom>
        </p:spPr>
      </p:pic>
      <p:pic>
        <p:nvPicPr>
          <p:cNvPr id="13" name="Picture 12" descr="0416a625cfa02c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1232" y="2999232"/>
            <a:ext cx="4639056" cy="673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111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5e47ed58306c9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1059" y="2103120"/>
            <a:ext cx="2819400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35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0d6c9f96a3ec0d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30680" cy="673608"/>
          </a:xfrm>
          <a:prstGeom prst="rect">
            <a:avLst/>
          </a:prstGeom>
        </p:spPr>
      </p:pic>
      <p:pic>
        <p:nvPicPr>
          <p:cNvPr id="9" name="Picture 8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185160" cy="478536"/>
          </a:xfrm>
          <a:prstGeom prst="rect">
            <a:avLst/>
          </a:prstGeom>
        </p:spPr>
      </p:pic>
      <p:pic>
        <p:nvPicPr>
          <p:cNvPr id="10" name="Picture 9" descr="48d618d0a819b8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21024"/>
            <a:ext cx="166116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457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20bcbb3e5acef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63" y="1600200"/>
            <a:ext cx="34411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39a98bd65ba9c0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735" y="1600200"/>
            <a:ext cx="34320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dcdcd24bba745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5" y="3556618"/>
            <a:ext cx="1219200" cy="515112"/>
          </a:xfrm>
          <a:prstGeom prst="rect">
            <a:avLst/>
          </a:prstGeom>
        </p:spPr>
      </p:pic>
      <p:pic>
        <p:nvPicPr>
          <p:cNvPr id="11" name="Picture 10" descr="56c69e6e26de48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5" y="4184506"/>
            <a:ext cx="2234184" cy="368808"/>
          </a:xfrm>
          <a:prstGeom prst="rect">
            <a:avLst/>
          </a:prstGeom>
        </p:spPr>
      </p:pic>
      <p:pic>
        <p:nvPicPr>
          <p:cNvPr id="12" name="Picture 11" descr="a96b4c18555835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5" y="4666090"/>
            <a:ext cx="1399032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31836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−17/9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8d7699a30e9dd1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116" y="2103120"/>
            <a:ext cx="3447288" cy="4998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0e80ddb964149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22191" cy="478536"/>
          </a:xfrm>
          <a:prstGeom prst="rect">
            <a:avLst/>
          </a:prstGeom>
        </p:spPr>
      </p:pic>
      <p:pic>
        <p:nvPicPr>
          <p:cNvPr id="9" name="Picture 8" descr="a2a1fa108c11d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73096"/>
            <a:ext cx="3989832" cy="478536"/>
          </a:xfrm>
          <a:prstGeom prst="rect">
            <a:avLst/>
          </a:prstGeom>
        </p:spPr>
      </p:pic>
      <p:pic>
        <p:nvPicPr>
          <p:cNvPr id="10" name="Picture 9" descr="64f4a386edd009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25952"/>
            <a:ext cx="197205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7dee63e8529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40" y="1600200"/>
            <a:ext cx="4358640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7e55928de2d14c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915" y="1600200"/>
            <a:ext cx="4361688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3d08e3b9f0cd1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811" y="3361546"/>
            <a:ext cx="1261872" cy="368808"/>
          </a:xfrm>
          <a:prstGeom prst="rect">
            <a:avLst/>
          </a:prstGeom>
        </p:spPr>
      </p:pic>
      <p:pic>
        <p:nvPicPr>
          <p:cNvPr id="11" name="Picture 10" descr="97af87df177bbd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1811" y="3864466"/>
            <a:ext cx="2438400" cy="368808"/>
          </a:xfrm>
          <a:prstGeom prst="rect">
            <a:avLst/>
          </a:prstGeom>
        </p:spPr>
      </p:pic>
      <p:pic>
        <p:nvPicPr>
          <p:cNvPr id="12" name="Picture 11" descr="dbd85bfcc6699f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1811" y="4445110"/>
            <a:ext cx="3087624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946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ea03e9b9b6d50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94560"/>
            <a:ext cx="101498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6c4a40349de61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2103120"/>
            <a:ext cx="1008888" cy="478536"/>
          </a:xfrm>
          <a:prstGeom prst="rect">
            <a:avLst/>
          </a:prstGeom>
        </p:spPr>
      </p:pic>
      <p:pic>
        <p:nvPicPr>
          <p:cNvPr id="9" name="Picture 8" descr="e345b1c8704f7b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399" y="3020568"/>
            <a:ext cx="1819656" cy="2499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0055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ca3e1ca339eb78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128" y="2929128"/>
            <a:ext cx="157276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9815" y="3587827"/>
            <a:ext cx="3131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 × side = 169</a:t>
            </a:r>
          </a:p>
        </p:txBody>
      </p:sp>
      <p:pic>
        <p:nvPicPr>
          <p:cNvPr id="12" name="Picture 11" descr="389a35c8a6082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679" y="4238575"/>
            <a:ext cx="186842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3103" y="4137991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296c25346e41fa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4176" y="4150183"/>
            <a:ext cx="1612392" cy="43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201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feet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33a9e56c707a61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0" y="2194560"/>
            <a:ext cx="126492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84e87a07475fe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78536"/>
          </a:xfrm>
          <a:prstGeom prst="rect">
            <a:avLst/>
          </a:prstGeom>
        </p:spPr>
      </p:pic>
      <p:pic>
        <p:nvPicPr>
          <p:cNvPr id="9" name="Picture 8" descr="6b0304793847f9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35" y="2987040"/>
            <a:ext cx="3630168" cy="316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25103" y="2916936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754dfe5956abcf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176" y="2929128"/>
            <a:ext cx="185318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7058abdbd1529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074bb924378dc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5043" y="2103120"/>
            <a:ext cx="15514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63194" y="2906268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0" name="Picture 9" descr="5105a5010efd45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957" y="2982468"/>
            <a:ext cx="2944368" cy="304800"/>
          </a:xfrm>
          <a:prstGeom prst="rect">
            <a:avLst/>
          </a:prstGeom>
        </p:spPr>
      </p:pic>
      <p:pic>
        <p:nvPicPr>
          <p:cNvPr id="11" name="Picture 10" descr="5127a0c173e394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058" y="3468623"/>
            <a:ext cx="127101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287c1279b1b6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2194560"/>
            <a:ext cx="188976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84.5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053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627b4a23b9288a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2103120"/>
            <a:ext cx="188366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6574" y="3481147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1" name="Picture 10" descr="d050f197a4a44d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337" y="3581731"/>
            <a:ext cx="2197608" cy="256032"/>
          </a:xfrm>
          <a:prstGeom prst="rect">
            <a:avLst/>
          </a:prstGeom>
        </p:spPr>
      </p:pic>
      <p:pic>
        <p:nvPicPr>
          <p:cNvPr id="12" name="Picture 11" descr="296c25346e41fa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438" y="4043503"/>
            <a:ext cx="1612392" cy="43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24ebae5e5d757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3d615a9b7c2dc0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44ca813e0eef5c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179" y="3814903"/>
            <a:ext cx="405384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52316" y="4679011"/>
            <a:ext cx="927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so   </a:t>
            </a:r>
          </a:p>
        </p:txBody>
      </p:sp>
      <p:pic>
        <p:nvPicPr>
          <p:cNvPr id="12" name="Picture 11" descr="712e2a339e91aa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2795" y="4549471"/>
            <a:ext cx="1786128" cy="716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0291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−1/4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13bd5897204bf8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91" y="2194560"/>
            <a:ext cx="192633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e6bc0b83f8afa4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115" y="2103120"/>
            <a:ext cx="1923288" cy="789432"/>
          </a:xfrm>
          <a:prstGeom prst="rect">
            <a:avLst/>
          </a:prstGeom>
        </p:spPr>
      </p:pic>
      <p:pic>
        <p:nvPicPr>
          <p:cNvPr id="9" name="Picture 8" descr="ab1c6f19d3960f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317" y="3240023"/>
            <a:ext cx="1161288" cy="71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47605" y="3369563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7b48005c9016cd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906" y="3240023"/>
            <a:ext cx="1322832" cy="716280"/>
          </a:xfrm>
          <a:prstGeom prst="rect">
            <a:avLst/>
          </a:prstGeom>
        </p:spPr>
      </p:pic>
      <p:pic>
        <p:nvPicPr>
          <p:cNvPr id="12" name="Picture 11" descr="27befd5d161272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6317" y="4084320"/>
            <a:ext cx="1350264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2803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4/3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7513eedb387e9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194560"/>
            <a:ext cx="25420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41217f15035bee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220" y="2103120"/>
            <a:ext cx="2545080" cy="478536"/>
          </a:xfrm>
          <a:prstGeom prst="rect">
            <a:avLst/>
          </a:prstGeom>
        </p:spPr>
      </p:pic>
      <p:pic>
        <p:nvPicPr>
          <p:cNvPr id="9" name="Picture 8" descr="3837c1f0f17629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99" y="2950464"/>
            <a:ext cx="4651248" cy="368808"/>
          </a:xfrm>
          <a:prstGeom prst="rect">
            <a:avLst/>
          </a:prstGeom>
        </p:spPr>
      </p:pic>
      <p:pic>
        <p:nvPicPr>
          <p:cNvPr id="10" name="Picture 9" descr="a0f3c47d5d7510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9" y="3432047"/>
            <a:ext cx="1584960" cy="569976"/>
          </a:xfrm>
          <a:prstGeom prst="rect">
            <a:avLst/>
          </a:prstGeom>
        </p:spPr>
      </p:pic>
      <p:pic>
        <p:nvPicPr>
          <p:cNvPr id="11" name="Picture 10" descr="894447109a3e5d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9" y="4093464"/>
            <a:ext cx="3218688" cy="5730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1/100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9886" y="220522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a849ea34284e1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443" y="2194560"/>
            <a:ext cx="106070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3147" y="220522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2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1410" y="2113788"/>
            <a:ext cx="29697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dc8e0a2c2f29cc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967" y="2103120"/>
            <a:ext cx="10576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51623" y="2113788"/>
            <a:ext cx="36856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308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154" y="4056026"/>
            <a:ext cx="10512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cube root can be negative: three negatives multiply to a negative.</a:t>
            </a:r>
          </a:p>
        </p:txBody>
      </p:sp>
      <p:pic>
        <p:nvPicPr>
          <p:cNvPr id="14" name="Picture 13" descr="cbf83985c3ed1e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18" y="4654958"/>
            <a:ext cx="2889504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837522" y="4558946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590e54612c7e6e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3447" y="4603142"/>
            <a:ext cx="1405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13044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e838230098c64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28572"/>
            <a:ext cx="86258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c2339290e86818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22931"/>
            <a:ext cx="676656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ad02206568954f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17291"/>
            <a:ext cx="127101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24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64b69718fca365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566928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10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3f6f87e04710f3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34612"/>
            <a:ext cx="1484376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6097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07d37168da6087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18304"/>
            <a:ext cx="2304288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