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number was a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radical sign comes back — and its bar is a grouping symbol.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65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243230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98164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944" y="371094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65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9020" y="176022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2432304"/>
            <a:ext cx="244144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97220" y="2372868"/>
            <a:ext cx="156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1376" y="298551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944" y="3710940"/>
            <a:ext cx="1155192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81776" y="3598164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2de9e5184c98b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5744" y="2340864"/>
            <a:ext cx="5590032" cy="502920"/>
          </a:xfrm>
          <a:prstGeom prst="rect">
            <a:avLst/>
          </a:prstGeom>
        </p:spPr>
      </p:pic>
      <p:pic>
        <p:nvPicPr>
          <p:cNvPr id="12" name="Picture 11" descr="e40c05bb1358ce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3118104"/>
            <a:ext cx="3276600" cy="502920"/>
          </a:xfrm>
          <a:prstGeom prst="rect">
            <a:avLst/>
          </a:prstGeom>
        </p:spPr>
      </p:pic>
      <p:pic>
        <p:nvPicPr>
          <p:cNvPr id="13" name="Picture 12" descr="5018f30a2d72b9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0520" y="3895344"/>
            <a:ext cx="329793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88455" y="3918204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5" name="Picture 14" descr="9a504c67d34b82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3759" y="4000500"/>
            <a:ext cx="777240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736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7593606fb2dc3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79" y="2340864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92347" y="236372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ef0fd82066a02c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540" y="2340864"/>
            <a:ext cx="1429512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2" y="236372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1905c59e110073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244" y="2340864"/>
            <a:ext cx="1987296" cy="502920"/>
          </a:xfrm>
          <a:prstGeom prst="rect">
            <a:avLst/>
          </a:prstGeom>
        </p:spPr>
      </p:pic>
      <p:pic>
        <p:nvPicPr>
          <p:cNvPr id="15" name="Picture 14" descr="f9e46f778edd7d7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6547" y="3118104"/>
            <a:ext cx="1167384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3931" y="321106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37b1b7896b2c22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123" y="3118104"/>
            <a:ext cx="1450848" cy="643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40995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42086a59a917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84" y="2340864"/>
            <a:ext cx="2084831" cy="5577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6816" y="239115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8738d0c460c39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008" y="2368296"/>
            <a:ext cx="3462528" cy="502920"/>
          </a:xfrm>
          <a:prstGeom prst="rect">
            <a:avLst/>
          </a:prstGeom>
        </p:spPr>
      </p:pic>
      <p:pic>
        <p:nvPicPr>
          <p:cNvPr id="13" name="Picture 12" descr="a85ecce954e084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0104" y="3172968"/>
            <a:ext cx="4401312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7822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3d9e5bffa18e1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3" y="2103120"/>
            <a:ext cx="2816352" cy="560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68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e77a7987789f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11808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7808" y="194919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square the whole base, sign included</a:t>
            </a:r>
          </a:p>
        </p:txBody>
      </p:sp>
      <p:pic>
        <p:nvPicPr>
          <p:cNvPr id="11" name="Picture 10" descr="e40c05bb1358ce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09672"/>
            <a:ext cx="327660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62600" y="2732532"/>
            <a:ext cx="58216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under the bar, then take the root</a:t>
            </a:r>
          </a:p>
        </p:txBody>
      </p:sp>
      <p:pic>
        <p:nvPicPr>
          <p:cNvPr id="13" name="Picture 12" descr="5e0a5c40fa70e7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86912"/>
            <a:ext cx="147828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64280" y="35158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combine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dc2de9a2f7be1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403" y="2194560"/>
            <a:ext cx="3410712" cy="7071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8dc2de9a2f7be1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403" y="2194560"/>
            <a:ext cx="3410712" cy="70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217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1/9 minus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radical inside a product.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1052b92f8ae69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1992" y="1943100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two innermost pieces</a:t>
            </a:r>
          </a:p>
        </p:txBody>
      </p:sp>
      <p:pic>
        <p:nvPicPr>
          <p:cNvPr id="11" name="Picture 10" descr="da0807cbbccc72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35624" y="2720340"/>
            <a:ext cx="52486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root, then the product</a:t>
            </a:r>
          </a:p>
        </p:txBody>
      </p:sp>
      <p:pic>
        <p:nvPicPr>
          <p:cNvPr id="13" name="Picture 12" descr="adacafcdf286c6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87296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3296" y="33863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−2 plus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times itself?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0312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 ·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 square's side is the root of its area.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√169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number, three times?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(−5)(−5)(−5)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under the bar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03120"/>
            <a:ext cx="16123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+ 17 =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0312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fcd56d20f3cf9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507" y="2194560"/>
            <a:ext cx="1746504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and bottom each get the root.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fcd56d20f3cf9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507" y="2103120"/>
            <a:ext cx="1746504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6628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1/3 and 1/3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each piece, then multiply.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times one hundred twenty-fifth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696" y="221742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6" y="2194560"/>
            <a:ext cx="1121664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221742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root is he thinking of?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696" y="2125979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6" y="2103120"/>
            <a:ext cx="1121664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2125979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7583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cube root is not a square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07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