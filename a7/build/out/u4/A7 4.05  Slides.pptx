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Evaluating Expressions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an expression that contains square roots, cube roots and integer exponents.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every number was a measurement.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radical returns — its bar is a grouping symbol.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984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How many significant digits are in  0.0250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1" name="Picture 10" descr="ca17b323d889e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71" y="2432304"/>
            <a:ext cx="2441448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3" name="Picture 12" descr="9fe57fc54286b2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598164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5" name="Picture 14" descr="72275cc2b2ecb2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710940"/>
            <a:ext cx="1155192" cy="2316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6984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How many significant digits are in  0.0250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70958" y="1760220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ca17b323d889e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171" y="2432304"/>
            <a:ext cx="2441448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54259" y="2372868"/>
            <a:ext cx="1302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5" name="Picture 14" descr="9fe57fc54286b2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98164"/>
            <a:ext cx="227651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Evaluate:  </a:t>
            </a:r>
          </a:p>
        </p:txBody>
      </p:sp>
      <p:pic>
        <p:nvPicPr>
          <p:cNvPr id="18" name="Picture 17" descr="72275cc2b2ecb2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878" y="3710940"/>
            <a:ext cx="1155192" cy="2316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7710" y="3598164"/>
            <a:ext cx="388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all three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radical bar is a grouping symbol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6f10aaba5b6e76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2340864"/>
            <a:ext cx="5586984" cy="502920"/>
          </a:xfrm>
          <a:prstGeom prst="rect">
            <a:avLst/>
          </a:prstGeom>
        </p:spPr>
      </p:pic>
      <p:pic>
        <p:nvPicPr>
          <p:cNvPr id="12" name="Picture 11" descr="0f750478274c69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459" y="3118104"/>
            <a:ext cx="3276600" cy="502920"/>
          </a:xfrm>
          <a:prstGeom prst="rect">
            <a:avLst/>
          </a:prstGeom>
        </p:spPr>
      </p:pic>
      <p:pic>
        <p:nvPicPr>
          <p:cNvPr id="13" name="Picture 12" descr="38c1b22d8ba50c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715" y="3895344"/>
            <a:ext cx="3294888" cy="502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66603" y="3918204"/>
            <a:ext cx="18800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</a:t>
            </a:r>
          </a:p>
        </p:txBody>
      </p:sp>
      <p:pic>
        <p:nvPicPr>
          <p:cNvPr id="15" name="Picture 14" descr="af23067c54651c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9516" y="4002024"/>
            <a:ext cx="780288" cy="289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473659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Everything under the bar is evaluated before the root is taken.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Square roots and cube roots are not the same shape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1ccef74cf5a6c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132" y="2340864"/>
            <a:ext cx="1420368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33500" y="23637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099a845693bde0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492" y="2340864"/>
            <a:ext cx="143256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12051" y="236372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4" name="Picture 13" descr="a0a2abe2b8b88c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8043" y="2340864"/>
            <a:ext cx="1990344" cy="502920"/>
          </a:xfrm>
          <a:prstGeom prst="rect">
            <a:avLst/>
          </a:prstGeom>
        </p:spPr>
      </p:pic>
      <p:pic>
        <p:nvPicPr>
          <p:cNvPr id="15" name="Picture 14" descr="5dc53ddc22961e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292" y="3122676"/>
            <a:ext cx="1289304" cy="8138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56596" y="3300984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7" name="Picture 16" descr="0b3fc4acebe111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2587" y="3118104"/>
            <a:ext cx="1691640" cy="8229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" y="427939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An odd root keeps the sign of its radicand. A square root sign never gives a negative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Radicals alongside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44afa7466e491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304" y="2340864"/>
            <a:ext cx="2374392" cy="7406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13696" y="248259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32485dda09a64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687" y="2459736"/>
            <a:ext cx="3462528" cy="502920"/>
          </a:xfrm>
          <a:prstGeom prst="rect">
            <a:avLst/>
          </a:prstGeom>
        </p:spPr>
      </p:pic>
      <p:pic>
        <p:nvPicPr>
          <p:cNvPr id="13" name="Picture 12" descr="1c083a55a6db1a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3355848"/>
            <a:ext cx="4700016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37997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Finish each piece — the radical, the power — and only then put them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power and a radical in one expression.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bb1c8a15b2d7b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2103120"/>
            <a:ext cx="293522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88f9d60545f0d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68554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71544" y="202996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square the whole base, sign included</a:t>
            </a:r>
          </a:p>
        </p:txBody>
      </p:sp>
      <p:pic>
        <p:nvPicPr>
          <p:cNvPr id="11" name="Picture 10" descr="0f750478274c69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71215"/>
            <a:ext cx="327660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62600" y="2894075"/>
            <a:ext cx="582167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finish under the bar, then take the root</a:t>
            </a:r>
          </a:p>
        </p:txBody>
      </p:sp>
      <p:pic>
        <p:nvPicPr>
          <p:cNvPr id="13" name="Picture 12" descr="bdab02e30458e0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48455"/>
            <a:ext cx="1655064" cy="67970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41064" y="3759707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8535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17/4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951716e95210ea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728" y="2194560"/>
            <a:ext cx="3560064" cy="8595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b80aa591255586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775" y="2194560"/>
            <a:ext cx="3553968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4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1/9 minus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−17/9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radical inside a product.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7530fef4a5f2d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444" y="2103120"/>
            <a:ext cx="3532632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394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922b0a873b8b5f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745992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1992" y="1943100"/>
            <a:ext cx="53522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two innermost pieces</a:t>
            </a:r>
          </a:p>
        </p:txBody>
      </p:sp>
      <p:pic>
        <p:nvPicPr>
          <p:cNvPr id="11" name="Picture 10" descr="eb44f304539690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97480"/>
            <a:ext cx="3849624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35624" y="2720340"/>
            <a:ext cx="524865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root, then the product</a:t>
            </a:r>
          </a:p>
        </p:txBody>
      </p:sp>
      <p:pic>
        <p:nvPicPr>
          <p:cNvPr id="13" name="Picture 12" descr="1e8b8e5b31eeb1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74720"/>
            <a:ext cx="1990344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76344" y="3386328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subtract last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0.2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98a08d8a76531a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288" y="2194560"/>
            <a:ext cx="4504944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03f17111b774a6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763" y="2194560"/>
            <a:ext cx="4507992" cy="6614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760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−2 plus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bba822fb928b22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979" y="2194560"/>
            <a:ext cx="105156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times itself?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a01c60804f5366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1" y="2103120"/>
            <a:ext cx="1042415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11 ·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patio has an area of  169  square feet.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Fencing for it costs 12 dollars a foot.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long is one side of the patio?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square patio has an area of  169  square feet.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Fencing for it costs 12 dollars a foot.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How long is one side of the patio?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8325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√169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13 feet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a4ee34a66ada29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2194560"/>
            <a:ext cx="132588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What number, three times?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e9ce12ee5f035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867" y="2103120"/>
            <a:ext cx="131978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(−5)(−5)(−5)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3f127ed15696cd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563" y="2194560"/>
            <a:ext cx="1612392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under the bar first.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e42a74bac51388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612" y="2103120"/>
            <a:ext cx="160629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 + 17 =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3abe49e5e12103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94560"/>
            <a:ext cx="144780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297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3c30f316583cb1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432" y="2103120"/>
            <a:ext cx="143865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83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6e1bf63989c69b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28" y="2194560"/>
            <a:ext cx="112166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6381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not a real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23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3297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e2d33019ea26f9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452" y="2103120"/>
            <a:ext cx="1118616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value?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−4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not a real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−8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83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−4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a9ee2603fdcbc1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3019" y="2194560"/>
            <a:ext cx="1935480" cy="813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Top and bottom each get the root.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641b2a864f99c5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068" y="2103120"/>
            <a:ext cx="1929384" cy="819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307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1/3 and 1/3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2/3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2ee0db6a490ede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087" y="2194560"/>
            <a:ext cx="237134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each piece, then multiply.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a56781a24b5677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087" y="2103120"/>
            <a:ext cx="2371344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92607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5 times one hundred twenty-fifth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1/25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2364" y="2217420"/>
            <a:ext cx="29984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Simon says that  </a:t>
            </a:r>
          </a:p>
        </p:txBody>
      </p:sp>
      <p:pic>
        <p:nvPicPr>
          <p:cNvPr id="10" name="Picture 9" descr="81cf988981787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675" y="2194560"/>
            <a:ext cx="1121664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5339" y="2217420"/>
            <a:ext cx="3750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not a real number,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you cannot take the root of a negative.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4667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root is he thinking of?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3888" y="2125979"/>
            <a:ext cx="29984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Simon says that  </a:t>
            </a:r>
          </a:p>
        </p:txBody>
      </p:sp>
      <p:pic>
        <p:nvPicPr>
          <p:cNvPr id="10" name="Picture 9" descr="1d8dbae4078985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199" y="2103120"/>
            <a:ext cx="1118616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815" y="2125979"/>
            <a:ext cx="37509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is not a real number,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5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you cannot take the root of a negative.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07583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 cube root is not a square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735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5 — Evaluating Expressions with Radicals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This skill continues tomorrow: one assignment, due at the start of the class after 4.06.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radical expressions — D8J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