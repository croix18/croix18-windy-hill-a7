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Relationship Id="rId13" Type="http://schemas.openxmlformats.org/officeDocument/2006/relationships/image" Target="../media/image6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077212"/>
            <a:ext cx="1588008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386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8336"/>
            <a:ext cx="780288" cy="557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2442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5" name="Picture 14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514344"/>
            <a:ext cx="43281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60611" y="342442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7" name="Picture 16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538728"/>
            <a:ext cx="621792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4005" y="342442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085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077212"/>
            <a:ext cx="158800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0819" y="205282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386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8336"/>
            <a:ext cx="780288" cy="5577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31227" y="266547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2442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8" name="Picture 17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514344"/>
            <a:ext cx="432816" cy="277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60611" y="342442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20" name="Picture 19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538728"/>
            <a:ext cx="621792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74005" y="342442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1880" y="34244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dc02d1493e5a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665" y="1993392"/>
            <a:ext cx="1557528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23193" y="2101596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c5ae5c8435316f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888" y="2186940"/>
            <a:ext cx="1082040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92928" y="2101596"/>
            <a:ext cx="1403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4" name="Picture 13" descr="93a35f9de365d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9202" y="2188464"/>
            <a:ext cx="966216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25418" y="210159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6" name="Picture 15" descr="d74aec1c3ec8a8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5734" y="2941320"/>
            <a:ext cx="5285232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70966" y="3049524"/>
            <a:ext cx="1441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0315" y="3866388"/>
            <a:ext cx="1233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with   </a:t>
            </a:r>
          </a:p>
        </p:txBody>
      </p:sp>
      <p:pic>
        <p:nvPicPr>
          <p:cNvPr id="19" name="Picture 18" descr="470a2cb670592e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6159" y="3954780"/>
            <a:ext cx="1063752" cy="2804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9911" y="3866388"/>
            <a:ext cx="6967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    </a:t>
            </a:r>
          </a:p>
        </p:txBody>
      </p:sp>
      <p:pic>
        <p:nvPicPr>
          <p:cNvPr id="21" name="Picture 20" descr="8b91d3b79ed4a5f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9482" y="3892296"/>
            <a:ext cx="2484120" cy="4053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63602" y="3866388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23" name="Picture 22" descr="e047b6631084f98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6516" y="3924300"/>
            <a:ext cx="1694688" cy="34137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90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9924" y="1970532"/>
            <a:ext cx="78588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plus 4 dollars for each of 6 gigabytes:</a:t>
            </a:r>
          </a:p>
        </p:txBody>
      </p:sp>
      <p:pic>
        <p:nvPicPr>
          <p:cNvPr id="11" name="Picture 10" descr="df4025967bb63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764" y="2709672"/>
            <a:ext cx="2221992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46180" y="3342132"/>
            <a:ext cx="82063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for each of 4 lines, plus 6 dollars of tax:</a:t>
            </a:r>
          </a:p>
        </p:txBody>
      </p:sp>
      <p:pic>
        <p:nvPicPr>
          <p:cNvPr id="13" name="Picture 12" descr="d2efbf0da391d0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716" y="4081271"/>
            <a:ext cx="222808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19481ee0e1540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339" y="1993392"/>
            <a:ext cx="4690872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0211" y="2016252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7423" y="2747772"/>
            <a:ext cx="5087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rounding the side to 14 first:   </a:t>
            </a:r>
          </a:p>
        </p:txBody>
      </p:sp>
      <p:pic>
        <p:nvPicPr>
          <p:cNvPr id="13" name="Picture 12" descr="e6ef06ed6a80f4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920" y="2801112"/>
            <a:ext cx="166420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12128" y="2747772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5204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1151" y="1845563"/>
            <a:ext cx="3131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9" name="Picture 8" descr="69f338afbe2042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452" y="1737360"/>
            <a:ext cx="15544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69932" y="184556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8839" y="2708148"/>
            <a:ext cx="16747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mass </a:t>
            </a:r>
          </a:p>
        </p:txBody>
      </p:sp>
      <p:pic>
        <p:nvPicPr>
          <p:cNvPr id="12" name="Picture 11" descr="24e87f5600a7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04" y="2845308"/>
            <a:ext cx="28346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89868" y="2708148"/>
            <a:ext cx="41655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kilograms and speed </a:t>
            </a:r>
          </a:p>
        </p:txBody>
      </p:sp>
      <p:pic>
        <p:nvPicPr>
          <p:cNvPr id="14" name="Picture 13" descr="fcb4fcf2c8052f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219" y="2842260"/>
            <a:ext cx="167640" cy="1889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85859" y="2708148"/>
            <a:ext cx="3743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9688" y="3439668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7" name="Picture 16" descr="c3de325f2afb27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676" y="3534156"/>
            <a:ext cx="295656" cy="26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84332" y="3439668"/>
            <a:ext cx="77546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69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d75f9c90e035e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6080" cy="673608"/>
          </a:xfrm>
          <a:prstGeom prst="rect">
            <a:avLst/>
          </a:prstGeom>
        </p:spPr>
      </p:pic>
      <p:pic>
        <p:nvPicPr>
          <p:cNvPr id="9" name="Picture 8" descr="97f8b90e9d71c5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618232" cy="673608"/>
          </a:xfrm>
          <a:prstGeom prst="rect">
            <a:avLst/>
          </a:prstGeom>
        </p:spPr>
      </p:pic>
      <p:pic>
        <p:nvPicPr>
          <p:cNvPr id="10" name="Picture 9" descr="a0f52d5d0e25f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351739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38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135,000 joules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8372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9" name="Picture 8" descr="87c9946de92fdd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60" y="2194560"/>
            <a:ext cx="1941576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1" name="Picture 10" descr="2af650365bdc2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3" name="Picture 12" descr="363ced5d02a269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3960" cy="356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7638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5324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9" name="Picture 8" descr="ccc487dd163a7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312" y="2194560"/>
            <a:ext cx="1944623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1" name="Picture 10" descr="5bea3106422a07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3" name="Picture 12" descr="412fe3e32d9c15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7008" cy="356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90686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61,200 joules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88a80bd66be46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27832" cy="405384"/>
          </a:xfrm>
          <a:prstGeom prst="rect">
            <a:avLst/>
          </a:prstGeom>
        </p:spPr>
      </p:pic>
      <p:pic>
        <p:nvPicPr>
          <p:cNvPr id="9" name="Picture 8" descr="01bf3bc2e6345c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2484120" cy="350520"/>
          </a:xfrm>
          <a:prstGeom prst="rect">
            <a:avLst/>
          </a:prstGeom>
        </p:spPr>
      </p:pic>
      <p:pic>
        <p:nvPicPr>
          <p:cNvPr id="10" name="Picture 9" descr="6a57c082688f8b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3745992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5999" y="217170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8b9f54f367bfb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3662" y="2229612"/>
            <a:ext cx="53035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4014" y="217170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0c0822ea9a5c4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332" y="2260092"/>
            <a:ext cx="1063752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5084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4475" y="208026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dfb9a8ed903d4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138" y="2138171"/>
            <a:ext cx="53340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5538" y="208026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a9ba365712c4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856" y="2168652"/>
            <a:ext cx="1063752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6608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7807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1" name="Picture 10" descr="8419d3078da366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5860" y="3427807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3" name="Picture 12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1731"/>
            <a:ext cx="231648" cy="1493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1204" y="3427807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5" name="Picture 14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0207"/>
            <a:ext cx="13716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86198" y="3427807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3189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5387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9331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1" name="Picture 10" descr="2b860bf135a1b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516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5860" y="3429331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3" name="Picture 12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3255"/>
            <a:ext cx="231648" cy="1493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1204" y="3429331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5" name="Picture 14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1731"/>
            <a:ext cx="13716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86198" y="3429331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3494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5692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2,240 joules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284 dollars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7790" y="2302764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0c3f0450f52693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453" y="2194560"/>
            <a:ext cx="890016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5469" y="2302764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787" y="2391156"/>
            <a:ext cx="108204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04827" y="230276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3" name="Picture 12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6533" y="2391156"/>
            <a:ext cx="74676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23293" y="230276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42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004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6266" y="2211323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9a895d34bc456d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929" y="2103120"/>
            <a:ext cx="89306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6993" y="2211323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311" y="2299715"/>
            <a:ext cx="108204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06351" y="2211323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3" name="Picture 12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057" y="2299715"/>
            <a:ext cx="74676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24817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090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180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571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309" y="2217420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9" name="Picture 8" descr="68e9635cc791ae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310" y="219456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38870" y="2217420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0881" y="2125979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9" name="Picture 8" descr="12e2a7d6e4336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882" y="2103120"/>
            <a:ext cx="104241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34298" y="2125979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84.85 feet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603" y="229362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63c59621754cfc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94560"/>
            <a:ext cx="993648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71914" y="229362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0fd02e8179cc9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232" y="2386584"/>
            <a:ext cx="77419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342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3" name="Picture 12" descr="90e8bcce6a738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428" y="2380487"/>
            <a:ext cx="783336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3176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5" name="Picture 14" descr="07fcb1bbd55c69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380487"/>
            <a:ext cx="743712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40480" y="22936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603" y="2200655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e228efb5a3a6a7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03120"/>
            <a:ext cx="987552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5818" y="2200655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9ac445d0700059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36" y="2293620"/>
            <a:ext cx="777240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0376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3" name="Picture 12" descr="d05130d66ecf91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380" y="2287524"/>
            <a:ext cx="78638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31764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5" name="Picture 14" descr="23b44b96e08919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287524"/>
            <a:ext cx="743712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40480" y="2200655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pic>
        <p:nvPicPr>
          <p:cNvPr id="9" name="Picture 8" descr="2b8d4582f14f08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3436"/>
            <a:ext cx="432816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60448" y="1495044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98bdfca2783561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050" y="1610867"/>
            <a:ext cx="8625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79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pic>
        <p:nvPicPr>
          <p:cNvPr id="13" name="Picture 12" descr="3518a776f60433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719328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46960" y="2157983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5" name="Picture 14" descr="7597cef5a07f6e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8562" y="2270759"/>
            <a:ext cx="87782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6386" y="2157983"/>
            <a:ext cx="10937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7" name="Picture 16" descr="93534435d911b6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982" y="2270759"/>
            <a:ext cx="61874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035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pic>
        <p:nvPicPr>
          <p:cNvPr id="19" name="Picture 18" descr="d49f647ceaea21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43783"/>
            <a:ext cx="807720" cy="5303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35352" y="2880359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21" name="Picture 20" descr="a5e7f61095a4b87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6954" y="2993135"/>
            <a:ext cx="633984" cy="2316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60938" y="2880359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cb41e881dfc7457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2339" y="2991611"/>
            <a:ext cx="633984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6323" y="2880359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25" name="Picture 24" descr="e8d487b1e3f985f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57725" y="2991611"/>
            <a:ext cx="603504" cy="2346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3415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34156"/>
            <a:ext cx="9509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73067"/>
            <a:ext cx="8183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674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pic>
        <p:nvPicPr>
          <p:cNvPr id="30" name="Picture 29" descr="191a9ee55d79324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25339"/>
            <a:ext cx="1591056" cy="3413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18688" y="4567427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32" name="Picture 31" descr="4d3d644cd96c16e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0290" y="4681727"/>
            <a:ext cx="637032" cy="228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47322" y="4567427"/>
            <a:ext cx="10937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34" name="Picture 33" descr="4298e779535592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03918" y="4649724"/>
            <a:ext cx="609600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6178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61788"/>
            <a:ext cx="9867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0700"/>
            <a:ext cx="2903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