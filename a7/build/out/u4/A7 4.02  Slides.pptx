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powers of ten had to match before you could add.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do not have to match at all — and they can be as far apart as they like.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1554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c3319779916042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329184" cy="496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7086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95244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91128"/>
            <a:ext cx="40076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6" name="Picture 15" descr="c24fdd83adec10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4972" y="3706368"/>
            <a:ext cx="2926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821180"/>
            <a:ext cx="3099816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587" y="1760220"/>
            <a:ext cx="1735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1554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c3319779916042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329184" cy="49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4688" y="2372868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7086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95244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91376" y="3070860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91128"/>
            <a:ext cx="40076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9" name="Picture 18" descr="c24fdd83adec10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4972" y="3706368"/>
            <a:ext cx="292608" cy="426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6220" y="3683508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c8d3ef4a52a0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7732" y="2340864"/>
            <a:ext cx="7306056" cy="414528"/>
          </a:xfrm>
          <a:prstGeom prst="rect">
            <a:avLst/>
          </a:prstGeom>
        </p:spPr>
      </p:pic>
      <p:pic>
        <p:nvPicPr>
          <p:cNvPr id="12" name="Picture 11" descr="f5cada7c811cd6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584" y="3061716"/>
            <a:ext cx="1112520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9104" y="3006852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4" name="Picture 13" descr="6f5d93cbf6fe4a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112" y="3060191"/>
            <a:ext cx="125882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9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b989068a26ff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795" y="2340864"/>
            <a:ext cx="4757928" cy="615696"/>
          </a:xfrm>
          <a:prstGeom prst="rect">
            <a:avLst/>
          </a:prstGeom>
        </p:spPr>
      </p:pic>
      <p:pic>
        <p:nvPicPr>
          <p:cNvPr id="11" name="Picture 10" descr="d744254e51d27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2256" y="3230880"/>
            <a:ext cx="5017008" cy="615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1849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a6fe4f15b967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836" y="2340864"/>
            <a:ext cx="6403848" cy="414528"/>
          </a:xfrm>
          <a:prstGeom prst="rect">
            <a:avLst/>
          </a:prstGeom>
        </p:spPr>
      </p:pic>
      <p:pic>
        <p:nvPicPr>
          <p:cNvPr id="11" name="Picture 10" descr="79b677b72dcf6b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0316" y="3029711"/>
            <a:ext cx="5580888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8068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Multiplying, and the answer needs finishing.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73d4fc817d417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656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2560" y="1897380"/>
            <a:ext cx="2331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</a:t>
            </a:r>
          </a:p>
        </p:txBody>
      </p:sp>
      <p:pic>
        <p:nvPicPr>
          <p:cNvPr id="11" name="Picture 10" descr="2096190fe49360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5201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38016" y="25527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coefficients, add the exponents</a:t>
            </a:r>
          </a:p>
        </p:txBody>
      </p:sp>
      <p:pic>
        <p:nvPicPr>
          <p:cNvPr id="13" name="Picture 12" descr="8041856825bc98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52872" y="3179064"/>
            <a:ext cx="59314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27 is not less than 10: point one place left, exponent up 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Multiplication and division in one expression.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1d1311c3c441be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2103120"/>
            <a:ext cx="2212848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644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3c9927432c756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7560" y="1898904"/>
            <a:ext cx="42367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top, regrouped</a:t>
            </a:r>
          </a:p>
        </p:txBody>
      </p:sp>
      <p:pic>
        <p:nvPicPr>
          <p:cNvPr id="11" name="Picture 10" descr="8e48cf523ce2db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2727960" cy="615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13960" y="2688335"/>
            <a:ext cx="63703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the coefficients, subtract the exponents</a:t>
            </a:r>
          </a:p>
        </p:txBody>
      </p:sp>
      <p:pic>
        <p:nvPicPr>
          <p:cNvPr id="13" name="Picture 12" descr="ef33542baace30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99103"/>
            <a:ext cx="3133344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19344" y="3447287"/>
            <a:ext cx="59649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finish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6ee99d863f496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260" y="2194560"/>
            <a:ext cx="2667000" cy="8290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6ee99d863f496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260" y="2194560"/>
            <a:ext cx="2667000" cy="8290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Multiply the fronts, add the backs.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0312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768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003" y="217170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bbf6963a68a00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24" y="2225040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52692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776" y="28575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0a0363f6ab46a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080" y="291236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3544" y="285750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Rate times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003" y="208026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10" name="Picture 9" descr="bbf6963a68a00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24" y="2133599"/>
            <a:ext cx="111556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52692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776" y="27660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3" name="Picture 12" descr="0a0363f6ab46a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080" y="2820924"/>
            <a:ext cx="142646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3544" y="276606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10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da75ff8038d9e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172" y="2194560"/>
            <a:ext cx="1027176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da75ff8038d9e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172" y="2103120"/>
            <a:ext cx="1027176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88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9.6 ÷ 1.2 and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066caab4ea6ae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775" y="2194560"/>
            <a:ext cx="1267968" cy="612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066caab4ea6ae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775" y="2103120"/>
            <a:ext cx="1267968" cy="612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0312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99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03120"/>
            <a:ext cx="281025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99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ad0cae53a5fba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795" y="2194560"/>
            <a:ext cx="947928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Top minus bottom, and the bottom is negative.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ad0cae53a5fba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795" y="2103120"/>
            <a:ext cx="947928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88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8 − (−4) =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44f8885cee71c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7" y="2194560"/>
            <a:ext cx="2889504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7000" y="3055619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36" y="3192779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07960" y="305561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coefficients alone.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544f8885cee71c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7" y="2103120"/>
            <a:ext cx="2889504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7000" y="2964179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36" y="3101339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07960" y="2964179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185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8.4 ÷ n = 4.2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092" y="2273807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be067deea74d5e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1027176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3939" y="2273807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060" y="2325624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2908" y="3061716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028" y="3115055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770375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287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13376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Each one got exactly one half right.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092" y="2182368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10" name="Picture 9" descr="be067deea74d5e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03120"/>
            <a:ext cx="1027176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3939" y="2182368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2" name="Picture 11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060" y="2234184"/>
            <a:ext cx="142036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2908" y="2970275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4" name="Picture 13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028" y="3023615"/>
            <a:ext cx="1243584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6789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458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wrong in front, one wrong behind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773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