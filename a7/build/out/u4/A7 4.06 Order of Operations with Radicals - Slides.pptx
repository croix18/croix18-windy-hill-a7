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68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0469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19613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45dfe0c1090fb1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33353" cy="51975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86399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c31237e42b535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13312"/>
            <a:ext cx="1077483" cy="2159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0469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19613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45dfe0c1090fb1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33353" cy="5197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9704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386399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c31237e42b535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13312"/>
            <a:ext cx="1077483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49081" y="3386399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grouping 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anything that holds part of an expression together and is finished first: parentheses, brackets, the radical bar and the fraction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nested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grouping symbol inside another. The innermost one is finished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multi-step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that takes more than one operation to evaluate. Everything in this unit takes six steps or fewer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453" y="2285349"/>
            <a:ext cx="2647997" cy="2441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1450" y="217170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994" y="2279983"/>
            <a:ext cx="1336071" cy="244141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0041" y="3078194"/>
            <a:ext cx="2892139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52180" y="2967228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724" y="3080877"/>
            <a:ext cx="1338754" cy="2441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9410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2194560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371088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7579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9097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7ac03a8924eefb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204" y="3373119"/>
            <a:ext cx="1549527" cy="3150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6731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14243ac5c29f5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9620" y="3342782"/>
            <a:ext cx="1089802" cy="3663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9097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50cf6f024a53d9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0064" y="3925045"/>
            <a:ext cx="2109597" cy="214693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3961" y="4430727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5a7622aecf1eb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249805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36fd5fdafeb181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58365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11631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eeef22e3ceb66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210" y="2957322"/>
            <a:ext cx="1618678" cy="254126"/>
          </a:xfrm>
          <a:prstGeom prst="rect">
            <a:avLst/>
          </a:prstGeom>
        </p:spPr>
      </p:pic>
      <p:pic>
        <p:nvPicPr>
          <p:cNvPr id="11" name="Picture 10" descr="58b50d1f788fe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495" y="3498532"/>
            <a:ext cx="14782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7473"/>
            <a:ext cx="842010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490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6003818e495bb7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7473"/>
            <a:ext cx="839533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2430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27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041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17f44b5618a9d3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477" y="4337556"/>
            <a:ext cx="1607629" cy="2541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d69da8346cb7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246757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dc4fd86eed7f2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55317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58589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8d7f8b36a59e9c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168" y="2954559"/>
            <a:ext cx="1524762" cy="254126"/>
          </a:xfrm>
          <a:prstGeom prst="rect">
            <a:avLst/>
          </a:prstGeom>
        </p:spPr>
      </p:pic>
      <p:pic>
        <p:nvPicPr>
          <p:cNvPr id="11" name="Picture 10" descr="1f8367c1c48b4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3" y="3495484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230be022ca8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94560"/>
            <a:ext cx="116433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893d505426886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2871" y="3226307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abe72144a9717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490" y="3317224"/>
            <a:ext cx="2482977" cy="259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22871" y="3729227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c8750695812e33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981" y="3817810"/>
            <a:ext cx="2672000" cy="261366"/>
          </a:xfrm>
          <a:prstGeom prst="rect">
            <a:avLst/>
          </a:prstGeom>
        </p:spPr>
      </p:pic>
      <p:pic>
        <p:nvPicPr>
          <p:cNvPr id="13" name="Picture 12" descr="3d14f1f915bfc6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735" y="4255007"/>
            <a:ext cx="80772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72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3/5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194560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9823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39ff18f997e09d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294" y="3500340"/>
            <a:ext cx="877443" cy="259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69823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1a56c2424612d0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539" y="4052266"/>
            <a:ext cx="1262491" cy="2146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9823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345d1dacfb918c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128" y="4557519"/>
            <a:ext cx="1400175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8467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57304b44759ca8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087" y="3880625"/>
            <a:ext cx="2387298" cy="26136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8467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8824add3414557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4578" y="4385879"/>
            <a:ext cx="702421" cy="256698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3331" y="4932852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db68b18bfb41eb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128" y="2925460"/>
            <a:ext cx="1066466" cy="259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2595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6128" y="3431381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6128" y="398002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3fa91d29a0671f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946" y="3124200"/>
            <a:ext cx="1061799" cy="5157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0745" y="3153465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8172b02b515cb1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4530" y="3126533"/>
            <a:ext cx="835437" cy="513397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946" y="3731371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8946" y="4337923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71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5069" y="2171700"/>
            <a:ext cx="2902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284" y="2194560"/>
            <a:ext cx="1545336" cy="4061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5620" y="217170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2807" y="3432379"/>
            <a:ext cx="43093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52" y="3606877"/>
            <a:ext cx="143637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48589" y="3432379"/>
            <a:ext cx="2317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3830" y="2080260"/>
            <a:ext cx="2902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046" y="2103120"/>
            <a:ext cx="1547812" cy="4061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6858" y="20802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2807" y="3340939"/>
            <a:ext cx="43093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52" y="3515437"/>
            <a:ext cx="143637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48589" y="3340939"/>
            <a:ext cx="2317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9600" y="4110987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9784f3a1f264e1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619" y="4229097"/>
            <a:ext cx="1033081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7701" y="4110987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a4391d9dd13349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7009" y="4122751"/>
            <a:ext cx="3483197" cy="433673"/>
          </a:xfrm>
          <a:prstGeom prst="rect">
            <a:avLst/>
          </a:prstGeom>
        </p:spPr>
      </p:pic>
      <p:pic>
        <p:nvPicPr>
          <p:cNvPr id="19" name="Picture 18" descr="a2ae239b6083298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464" y="4724445"/>
            <a:ext cx="870108" cy="3093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4572" y="4661580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330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4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