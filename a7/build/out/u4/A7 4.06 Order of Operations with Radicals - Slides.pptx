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114300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710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2" name="Picture 11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8336"/>
            <a:ext cx="795528" cy="5547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2138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4" name="Picture 13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534156"/>
            <a:ext cx="1088136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114300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9605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791" y="2052828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710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8336"/>
            <a:ext cx="795528" cy="554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46467" y="266547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2138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7" name="Picture 16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534156"/>
            <a:ext cx="1088136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0654" y="34213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5470b2ad78c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01" y="2058924"/>
            <a:ext cx="296265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0657" y="19705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2" name="Picture 11" descr="0c14e80cd2eaab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854" y="2055876"/>
            <a:ext cx="1502664" cy="286512"/>
          </a:xfrm>
          <a:prstGeom prst="rect">
            <a:avLst/>
          </a:prstGeom>
        </p:spPr>
      </p:pic>
      <p:pic>
        <p:nvPicPr>
          <p:cNvPr id="13" name="Picture 12" descr="c6cb11828cf70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2261" y="2737104"/>
            <a:ext cx="3343656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5917" y="26563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5" name="Picture 14" descr="3d97c3435e5f92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114" y="2744724"/>
            <a:ext cx="153314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52b1d3b1e5b1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4796" y="1993392"/>
            <a:ext cx="2471928" cy="810768"/>
          </a:xfrm>
          <a:prstGeom prst="rect">
            <a:avLst/>
          </a:prstGeom>
        </p:spPr>
      </p:pic>
      <p:pic>
        <p:nvPicPr>
          <p:cNvPr id="11" name="Picture 10" descr="ffadcec50e54c8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3078480"/>
            <a:ext cx="5172456" cy="8717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88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4b1ef9fa2dcb4d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36" y="2103120"/>
            <a:ext cx="3965448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353dd49f16316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31136" cy="405384"/>
          </a:xfrm>
          <a:prstGeom prst="rect">
            <a:avLst/>
          </a:prstGeom>
        </p:spPr>
      </p:pic>
      <p:pic>
        <p:nvPicPr>
          <p:cNvPr id="9" name="Picture 8" descr="340b208cd1f74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6973824" cy="350520"/>
          </a:xfrm>
          <a:prstGeom prst="rect">
            <a:avLst/>
          </a:prstGeom>
        </p:spPr>
      </p:pic>
      <p:pic>
        <p:nvPicPr>
          <p:cNvPr id="10" name="Picture 9" descr="90bf680791a0f6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2944368" cy="295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−1.44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7d9dafa919c33a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571" y="2194560"/>
            <a:ext cx="4532376" cy="630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9657b87afa13d5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7" y="2103120"/>
            <a:ext cx="2798064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7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184a5d14892d3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76144" cy="810768"/>
          </a:xfrm>
          <a:prstGeom prst="rect">
            <a:avLst/>
          </a:prstGeom>
        </p:spPr>
      </p:pic>
      <p:pic>
        <p:nvPicPr>
          <p:cNvPr id="9" name="Picture 8" descr="d857c92eedcaec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627120" cy="813816"/>
          </a:xfrm>
          <a:prstGeom prst="rect">
            <a:avLst/>
          </a:prstGeom>
        </p:spPr>
      </p:pic>
      <p:pic>
        <p:nvPicPr>
          <p:cNvPr id="10" name="Picture 9" descr="72e6766a18cea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93464"/>
            <a:ext cx="1984248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30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−1/4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c8e5417f2d59a8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747" y="2194560"/>
            <a:ext cx="4002024" cy="1085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2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7dacaa3a652d27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71" y="2194560"/>
            <a:ext cx="3998975" cy="108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561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260092"/>
            <a:ext cx="134112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fd862883ce8c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68652"/>
            <a:ext cx="134112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9" name="Picture 8" descr="9fe57fc54286b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5344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7031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9" name="Picture 8" descr="538eaa100b231b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473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0935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253996"/>
            <a:ext cx="1533144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06ac948f72f4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164080"/>
            <a:ext cx="1533144" cy="289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a8f8f45b07cb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495" y="2194560"/>
            <a:ext cx="1176528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19aa5c3e206c1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810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223516"/>
            <a:ext cx="1371600" cy="353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d34694b9b55f6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133599"/>
            <a:ext cx="1371600" cy="35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076eeeb065b72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04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151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db4460c0abb0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03120"/>
            <a:ext cx="969264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370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96083"/>
            <a:ext cx="191414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43cce3e34e7bf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164" y="2106168"/>
            <a:ext cx="191719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afb332c72f7d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03" y="2194560"/>
            <a:ext cx="2572512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11864b2915a669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1691" y="2232660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9" name="Picture 8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94560"/>
            <a:ext cx="1969008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1687" y="2232660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022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3913" y="3554299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3" name="Picture 12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691459"/>
            <a:ext cx="19202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0138" y="3554299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00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1691" y="2139696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9" name="Picture 8" descr="3cbcfcb0399747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03120"/>
            <a:ext cx="196900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1687" y="2139696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3913" y="3459811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3" name="Picture 12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596971"/>
            <a:ext cx="19202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0138" y="3459811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