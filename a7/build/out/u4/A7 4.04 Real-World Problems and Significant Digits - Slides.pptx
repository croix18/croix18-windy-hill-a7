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8053" y="144018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2627" y="205282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709" y="266547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623" y="327812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1993392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2656332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2708148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029968"/>
            <a:ext cx="338023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94714" y="2656332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1688" y="3342132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3" name="Picture 12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371088"/>
            <a:ext cx="3096768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68" y="171450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9" name="Picture 8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1769363"/>
            <a:ext cx="159410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51" y="171450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1767839"/>
            <a:ext cx="13898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996" y="171450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pic>
        <p:nvPicPr>
          <p:cNvPr id="9" name="Picture 8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pic>
        <p:nvPicPr>
          <p:cNvPr id="10" name="Picture 9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513" y="171450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9" name="Picture 8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1767839"/>
            <a:ext cx="18044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6393" y="171450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1" name="Picture 10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497836"/>
            <a:ext cx="2008632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25661" y="244602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pic>
        <p:nvPicPr>
          <p:cNvPr id="9" name="Picture 8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pic>
        <p:nvPicPr>
          <p:cNvPr id="10" name="Picture 9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69f46df5ecb06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dd823fb368db8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7003"/>
            <a:ext cx="1127760" cy="286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59677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877de329d13d7e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98384e6b1ba12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8527"/>
            <a:ext cx="1130808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2725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02" y="2194560"/>
            <a:ext cx="40203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9614" y="217170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78" y="2104643"/>
            <a:ext cx="4023360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11138" y="208026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