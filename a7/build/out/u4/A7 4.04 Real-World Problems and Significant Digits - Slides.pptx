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solve a real-world problem with numbers in scientific notation and report the answer with the right number of significant digits.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multiplied and divided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numbers are measurements, each with limits.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433828"/>
            <a:ext cx="309981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9816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053" y="1760220"/>
            <a:ext cx="145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433828"/>
            <a:ext cx="3099816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12627" y="2372868"/>
            <a:ext cx="16371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5.89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3709" y="2985516"/>
            <a:ext cx="1743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9.02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623" y="3598164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Which digits are significant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285999" y="2340864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a738e44a54142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428" y="2340864"/>
            <a:ext cx="60746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05746" y="3003804"/>
            <a:ext cx="8306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2 significant digits and 3, so the answer keeps 2:   </a:t>
            </a:r>
          </a:p>
        </p:txBody>
      </p:sp>
      <p:pic>
        <p:nvPicPr>
          <p:cNvPr id="12" name="Picture 11" descr="46d10cc3baed6a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029" y="3055620"/>
            <a:ext cx="13807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Adding or subtracting: a different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b19428082cb99c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643" y="2377440"/>
            <a:ext cx="338023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94714" y="3003804"/>
            <a:ext cx="87092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1,234 stops at the ones place;  5.6 stops at the tenths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1688" y="3689604"/>
            <a:ext cx="60785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stops at the ones place:   </a:t>
            </a:r>
          </a:p>
        </p:txBody>
      </p:sp>
      <p:pic>
        <p:nvPicPr>
          <p:cNvPr id="14" name="Picture 13" descr="4090bfd67d1032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063" y="3718560"/>
            <a:ext cx="3096768" cy="3992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622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product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68" y="2080260"/>
            <a:ext cx="417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solar array measures  </a:t>
            </a:r>
          </a:p>
        </p:txBody>
      </p:sp>
      <p:pic>
        <p:nvPicPr>
          <p:cNvPr id="10" name="Picture 9" descr="7ad9bfb61548f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7447" y="2135124"/>
            <a:ext cx="159410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41551" y="208026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82188a05fd74b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108" y="2133599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996" y="208026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34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566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831760cab574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37120" y="1895856"/>
            <a:ext cx="39471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in full</a:t>
            </a:r>
          </a:p>
        </p:txBody>
      </p:sp>
      <p:pic>
        <p:nvPicPr>
          <p:cNvPr id="11" name="Picture 10" descr="30f7ea4290ce6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5010912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6912" y="2557272"/>
            <a:ext cx="4087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answer keeps 2</a:t>
            </a:r>
          </a:p>
        </p:txBody>
      </p:sp>
      <p:pic>
        <p:nvPicPr>
          <p:cNvPr id="13" name="Picture 12" descr="ae705d3f714a2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43072"/>
            <a:ext cx="45171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03136" y="3215640"/>
            <a:ext cx="45811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once, at the 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8695" y="2186940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969" y="2194560"/>
            <a:ext cx="1786128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9097" y="218694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653" y="2194560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56669" y="218694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7171" y="2185415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2ea2d2cafb188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445" y="2194560"/>
            <a:ext cx="1789176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80621" y="2185415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798bb70a13d738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177" y="2194560"/>
            <a:ext cx="2033015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58193" y="2185415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9261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108,100, kept to two significant digits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difference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3513" y="2080260"/>
            <a:ext cx="32456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container holds  </a:t>
            </a:r>
          </a:p>
        </p:txBody>
      </p:sp>
      <p:pic>
        <p:nvPicPr>
          <p:cNvPr id="10" name="Picture 9" descr="2cd8b9426e72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977" y="2133599"/>
            <a:ext cx="18044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86393" y="2080260"/>
            <a:ext cx="3438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of liquid.</a:t>
            </a:r>
          </a:p>
        </p:txBody>
      </p:sp>
      <p:pic>
        <p:nvPicPr>
          <p:cNvPr id="12" name="Picture 11" descr="96c6bbe36750a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9" y="2863596"/>
            <a:ext cx="200863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5661" y="2811780"/>
            <a:ext cx="3855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evaporates.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99fbcd94df55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6648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2648" y="1836420"/>
            <a:ext cx="315163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in full</a:t>
            </a:r>
          </a:p>
        </p:txBody>
      </p:sp>
      <p:pic>
        <p:nvPicPr>
          <p:cNvPr id="11" name="Picture 10" descr="22b44a67be12e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84120"/>
            <a:ext cx="3867912" cy="429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912" y="2470404"/>
            <a:ext cx="5230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leftmost last-digit place</a:t>
            </a:r>
          </a:p>
        </p:txBody>
      </p:sp>
      <p:pic>
        <p:nvPicPr>
          <p:cNvPr id="13" name="Picture 12" descr="4629515b15c2b4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88207"/>
            <a:ext cx="595579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41792" y="3134868"/>
            <a:ext cx="31424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cubic feet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3365" y="2942844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4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1871" y="2942844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8579fbd842756a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3365" y="2941320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522cffef3ffba4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1871" y="2941320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4851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3,576, stopped at the tens 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Leading zeros, then trailing zeros.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4, 7 and the last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69f46df5ecb064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dd823fb368db84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7003"/>
            <a:ext cx="1127760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59677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877de329d13d7e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98384e6b1ba121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8527"/>
            <a:ext cx="1130808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62725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861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11,900, kept to two digits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176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1793" y="269290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74472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39290" y="269290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count wins?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1793" y="260146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b1203184ca7f2d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65328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39290" y="26014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307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smaller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7.41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302" y="2194560"/>
            <a:ext cx="402031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9614" y="217170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Where does each one's last digit sit?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a2ed7f30b8d3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778" y="2104643"/>
            <a:ext cx="402336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11138" y="208026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2,500 stops at the hundreds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3414" y="217170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66" y="2226564"/>
            <a:ext cx="142341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42882" y="217170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830" y="222656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76558" y="217170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890" y="208026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2040ebaec58d50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942" y="2135124"/>
            <a:ext cx="142646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44406" y="208026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7f74096cc598f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354" y="213512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78082" y="208026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2.6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2.6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3822" y="217170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22656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06700" y="217170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Count both measurements.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3822" y="208026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cb8dbdba9896eb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13512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06700" y="208026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140 exactly, kept to two digits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km/h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7016" y="274657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273" y="2799919"/>
            <a:ext cx="1408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64449" y="274657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316" y="279991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8348" y="274657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Divide, then count.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5492" y="265513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7257295b37188a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749" y="2708479"/>
            <a:ext cx="1411224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65973" y="265513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94cb33e082284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840" y="270847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9872" y="265513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3,600 ÷ 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5728" y="274657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80601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60254" y="274657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9991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705355" y="274657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rule is for which operation?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5728" y="265513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a825a716d0b1c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71457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60254" y="265513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d3c8ee25f946d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0847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705355" y="265513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products count digits; sums count places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1,240 = 1.240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