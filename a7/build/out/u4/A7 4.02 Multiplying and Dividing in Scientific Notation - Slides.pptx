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68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Relationship Id="rId6" Type="http://schemas.openxmlformats.org/officeDocument/2006/relationships/image" Target="../media/image86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5" name="Picture 14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5185" y="1440180"/>
            <a:ext cx="1436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4423" y="2052828"/>
            <a:ext cx="682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0647" y="2900172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8" name="Picture 17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20362" y="351282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4f6cc700f631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12" y="1993392"/>
            <a:ext cx="7321295" cy="414528"/>
          </a:xfrm>
          <a:prstGeom prst="rect">
            <a:avLst/>
          </a:prstGeom>
        </p:spPr>
      </p:pic>
      <p:pic>
        <p:nvPicPr>
          <p:cNvPr id="11" name="Picture 10" descr="d894b08558ca6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387" y="2717292"/>
            <a:ext cx="110032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94715" y="2659380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 </a:t>
            </a:r>
          </a:p>
        </p:txBody>
      </p:sp>
      <p:pic>
        <p:nvPicPr>
          <p:cNvPr id="13" name="Picture 12" descr="f59bf4b41a85ed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260" y="2717292"/>
            <a:ext cx="1261872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efa08aa797f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1993392"/>
            <a:ext cx="5318760" cy="798576"/>
          </a:xfrm>
          <a:prstGeom prst="rect">
            <a:avLst/>
          </a:prstGeom>
        </p:spPr>
      </p:pic>
      <p:pic>
        <p:nvPicPr>
          <p:cNvPr id="11" name="Picture 10" descr="44f28ecf0a9cf8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066288"/>
            <a:ext cx="5193792" cy="795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0551c03da2c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268" y="1993392"/>
            <a:ext cx="6348984" cy="414528"/>
          </a:xfrm>
          <a:prstGeom prst="rect">
            <a:avLst/>
          </a:prstGeom>
        </p:spPr>
      </p:pic>
      <p:pic>
        <p:nvPicPr>
          <p:cNvPr id="11" name="Picture 10" descr="acee3a8d1b6720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80" y="2682240"/>
            <a:ext cx="5928360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22191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7ebac9815df2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104643"/>
            <a:ext cx="32826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5f7ed4f25353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72656" cy="408432"/>
          </a:xfrm>
          <a:prstGeom prst="rect">
            <a:avLst/>
          </a:prstGeom>
        </p:spPr>
      </p:pic>
      <p:pic>
        <p:nvPicPr>
          <p:cNvPr id="9" name="Picture 8" descr="54ffb222fc56be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09344" cy="338328"/>
          </a:xfrm>
          <a:prstGeom prst="rect">
            <a:avLst/>
          </a:prstGeom>
        </p:spPr>
      </p:pic>
      <p:pic>
        <p:nvPicPr>
          <p:cNvPr id="10" name="Picture 9" descr="bb053a1b635793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5640"/>
            <a:ext cx="3108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a28d7c387e5fd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16312d3d4d789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505" y="3204574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04263b59ab134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695" y="3326494"/>
            <a:ext cx="1414272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2505" y="3707494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2e6e8e2b001e1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862" y="3805030"/>
            <a:ext cx="1981199" cy="262128"/>
          </a:xfrm>
          <a:prstGeom prst="rect">
            <a:avLst/>
          </a:prstGeom>
        </p:spPr>
      </p:pic>
      <p:pic>
        <p:nvPicPr>
          <p:cNvPr id="14" name="Picture 13" descr="52d05dcb8358be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7369" y="4310998"/>
            <a:ext cx="217322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99e2cda0670996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103120"/>
            <a:ext cx="316382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4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e1f7b5cd77abb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58512" cy="414528"/>
          </a:xfrm>
          <a:prstGeom prst="rect">
            <a:avLst/>
          </a:prstGeom>
        </p:spPr>
      </p:pic>
      <p:pic>
        <p:nvPicPr>
          <p:cNvPr id="9" name="Picture 8" descr="cef6ad8a50815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3102864" cy="801624"/>
          </a:xfrm>
          <a:prstGeom prst="rect">
            <a:avLst/>
          </a:prstGeom>
        </p:spPr>
      </p:pic>
      <p:pic>
        <p:nvPicPr>
          <p:cNvPr id="10" name="Picture 9" descr="06feb2f012fdd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85031"/>
            <a:ext cx="305714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f033f99401fce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1600200"/>
            <a:ext cx="3773424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6065c2d5f71d0c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1600200"/>
            <a:ext cx="3767328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4773" y="376845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a056522f38be10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393" y="3891898"/>
            <a:ext cx="120396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98353" y="376845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d07cb81e712af3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42" y="3865990"/>
            <a:ext cx="1965960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34773" y="4271374"/>
            <a:ext cx="1427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Divide:  </a:t>
            </a:r>
          </a:p>
        </p:txBody>
      </p:sp>
      <p:pic>
        <p:nvPicPr>
          <p:cNvPr id="15" name="Picture 14" descr="5bba082eb9d248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169" y="4393294"/>
            <a:ext cx="1213104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8273" y="427137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256bb6140aa7ae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162" y="4368910"/>
            <a:ext cx="2011680" cy="262128"/>
          </a:xfrm>
          <a:prstGeom prst="rect">
            <a:avLst/>
          </a:prstGeom>
        </p:spPr>
      </p:pic>
      <p:pic>
        <p:nvPicPr>
          <p:cNvPr id="18" name="Picture 17" descr="28b3729f21e06a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637" y="4871830"/>
            <a:ext cx="957072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345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0b9390ce3cc094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7608"/>
            <a:ext cx="2810256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8f72ce73375c8b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4643"/>
            <a:ext cx="281330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61941" y="2839212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0" name="Picture 9" descr="3b9f7aa917f3bc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131" y="2961132"/>
            <a:ext cx="996696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61941" y="3342132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2" name="Picture 11" descr="e3276e3a1387ee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0298" y="3439667"/>
            <a:ext cx="1862328" cy="262128"/>
          </a:xfrm>
          <a:prstGeom prst="rect">
            <a:avLst/>
          </a:prstGeom>
        </p:spPr>
      </p:pic>
      <p:pic>
        <p:nvPicPr>
          <p:cNvPr id="13" name="Picture 12" descr="1c75541c26ca22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6805" y="3942588"/>
            <a:ext cx="8412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63d362095a3f3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1352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143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9fc66bb1f34c49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3690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8792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e21453500b5879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440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7191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dcfe01e2266e7d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4300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4888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2609" y="3734926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6" name="Picture 15" descr="4841b499496deb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799" y="3856846"/>
            <a:ext cx="141732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72609" y="4237846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8" name="Picture 17" descr="a2fcaba2a23dd2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966" y="4335382"/>
            <a:ext cx="1840991" cy="262128"/>
          </a:xfrm>
          <a:prstGeom prst="rect">
            <a:avLst/>
          </a:prstGeom>
        </p:spPr>
      </p:pic>
      <p:pic>
        <p:nvPicPr>
          <p:cNvPr id="19" name="Picture 18" descr="2a1f3e18aef4b3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473" y="4838302"/>
            <a:ext cx="2127504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aa8aaa91edd78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3b2db2bf563f5f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908" y="2103120"/>
            <a:ext cx="1441704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37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68d052e64ee558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163" y="3345180"/>
            <a:ext cx="1481328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37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93ba4e388683b6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26" y="3826763"/>
            <a:ext cx="1880616" cy="256032"/>
          </a:xfrm>
          <a:prstGeom prst="rect">
            <a:avLst/>
          </a:prstGeom>
        </p:spPr>
      </p:pic>
      <p:pic>
        <p:nvPicPr>
          <p:cNvPr id="13" name="Picture 12" descr="c6369a2a18532f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8589" y="4329683"/>
            <a:ext cx="84734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2a802e9bc79b2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267" y="2194560"/>
            <a:ext cx="1776984" cy="798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a13b79c4b3b988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03120"/>
            <a:ext cx="1773936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48277" y="3229356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d5a4b760a6c3fb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715" y="3351276"/>
            <a:ext cx="1840991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48277" y="3732275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aac9d927f81bb7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4778" y="3829812"/>
            <a:ext cx="2191512" cy="262128"/>
          </a:xfrm>
          <a:prstGeom prst="rect">
            <a:avLst/>
          </a:prstGeom>
        </p:spPr>
      </p:pic>
      <p:pic>
        <p:nvPicPr>
          <p:cNvPr id="13" name="Picture 12" descr="1e24bf9c6552dd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3141" y="4332732"/>
            <a:ext cx="2855976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6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30f336ef028b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7608"/>
            <a:ext cx="2810256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b4d89c05f0f21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4643"/>
            <a:ext cx="281330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1941" y="3414091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ad6a10c37df82b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131" y="3536011"/>
            <a:ext cx="990599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61941" y="3917011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e3276e3a1387ee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0298" y="4014547"/>
            <a:ext cx="1862328" cy="262128"/>
          </a:xfrm>
          <a:prstGeom prst="rect">
            <a:avLst/>
          </a:prstGeom>
        </p:spPr>
      </p:pic>
      <p:pic>
        <p:nvPicPr>
          <p:cNvPr id="14" name="Picture 13" descr="1c75541c26ca22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6805" y="4517467"/>
            <a:ext cx="84124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811d128c9a4cb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96083"/>
            <a:ext cx="28254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3ea7b9b7f4f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7" y="2103120"/>
            <a:ext cx="282854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609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95ecba0795db8e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99" y="3539059"/>
            <a:ext cx="119786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72609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d8f8e59949bbed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966" y="4017595"/>
            <a:ext cx="1840991" cy="262128"/>
          </a:xfrm>
          <a:prstGeom prst="rect">
            <a:avLst/>
          </a:prstGeom>
        </p:spPr>
      </p:pic>
      <p:pic>
        <p:nvPicPr>
          <p:cNvPr id="14" name="Picture 13" descr="a7b20829de9c08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7473" y="4520515"/>
            <a:ext cx="227380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31110f4c672e9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0011" y="2194560"/>
            <a:ext cx="130149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b155a9c422bff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103120"/>
            <a:ext cx="129844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17341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c05e3185268918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779" y="3345180"/>
            <a:ext cx="996696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17341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6fb71a276e5013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3842" y="3823716"/>
            <a:ext cx="3453384" cy="262128"/>
          </a:xfrm>
          <a:prstGeom prst="rect">
            <a:avLst/>
          </a:prstGeom>
        </p:spPr>
      </p:pic>
      <p:pic>
        <p:nvPicPr>
          <p:cNvPr id="13" name="Picture 12" descr="c4122c07f8250b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2205" y="4326636"/>
            <a:ext cx="9174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dfc728df3a440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94560"/>
            <a:ext cx="331012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24154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36651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24154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94e88537557c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172" y="2103120"/>
            <a:ext cx="331317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15010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27507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15010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0887" y="3909059"/>
            <a:ext cx="16400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Fronts:  </a:t>
            </a:r>
          </a:p>
        </p:txBody>
      </p:sp>
      <p:pic>
        <p:nvPicPr>
          <p:cNvPr id="13" name="Picture 12" descr="e920add2c6370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799" y="4011168"/>
            <a:ext cx="183489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78695" y="390905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8691e6c5c0ab48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768" y="4011168"/>
            <a:ext cx="23469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40887" y="4602480"/>
            <a:ext cx="160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7" name="Picture 16" descr="dedb3e2327f40b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232" y="4471416"/>
            <a:ext cx="3002280" cy="719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3279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8731" y="1815084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e3c0f930fcb43c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758" y="1645920"/>
            <a:ext cx="1481328" cy="795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3086" y="1815084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201859fe582e56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180" y="1876044"/>
            <a:ext cx="143560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71916" y="2692908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af7ef3b3737f0a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4307" y="2750819"/>
            <a:ext cx="1225296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15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1779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727390f8bf6207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4806" y="1645920"/>
            <a:ext cx="1475232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038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9573c279596073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4132" y="1877568"/>
            <a:ext cx="143560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70392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efd4e5357231d2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2783" y="2753868"/>
            <a:ext cx="1228344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0736" y="3976115"/>
            <a:ext cx="8857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Marcus subtracted the fronts. Sara added the exponents.</a:t>
            </a:r>
          </a:p>
        </p:txBody>
      </p:sp>
      <p:pic>
        <p:nvPicPr>
          <p:cNvPr id="16" name="Picture 15" descr="da3880d2244724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600" y="4600956"/>
            <a:ext cx="149656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72168" y="4479035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8" name="Picture 17" descr="7db60f7f6057b1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5057" y="4576572"/>
            <a:ext cx="1892807" cy="262128"/>
          </a:xfrm>
          <a:prstGeom prst="rect">
            <a:avLst/>
          </a:prstGeom>
        </p:spPr>
      </p:pic>
      <p:pic>
        <p:nvPicPr>
          <p:cNvPr id="19" name="Picture 18" descr="b42c305db1deb8a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5600" y="5082539"/>
            <a:ext cx="838200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53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6e0be8365ac4f5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9051"/>
            <a:ext cx="229209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052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2a20c5f23ea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67384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154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d61c32ba4971b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77895"/>
            <a:ext cx="2407920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255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8867f8a3b1816d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32631"/>
            <a:ext cx="1155192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4546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b725906188c6a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358639"/>
            <a:ext cx="1060704" cy="649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167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7883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531266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5167883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7bf46933a52690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5228844"/>
            <a:ext cx="3621024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