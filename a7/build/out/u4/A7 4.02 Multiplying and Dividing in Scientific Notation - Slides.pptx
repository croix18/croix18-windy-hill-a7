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4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image" Target="../media/image9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1587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23277" y="2873430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01200" y="3486078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91803"/>
            <a:ext cx="2186130" cy="2156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9130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1620869" cy="52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63869" y="3451525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4235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48868"/>
            <a:ext cx="82517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 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7622" y="4634799"/>
            <a:ext cx="2093055" cy="301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5033500"/>
            <a:ext cx="601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812" y="5119431"/>
            <a:ext cx="1956847" cy="301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2194560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873" y="3027584"/>
            <a:ext cx="968517" cy="3004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4391" y="2970276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35" y="3027584"/>
            <a:ext cx="1110710" cy="3004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94411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2194560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377184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122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2194560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993136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3120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3291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ea6a661eb9c799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80" y="3342163"/>
            <a:ext cx="141417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3291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ec0c199cc01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648" y="3796076"/>
            <a:ext cx="1976580" cy="261366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155" y="4302711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508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088335619175ea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702" y="3901375"/>
            <a:ext cx="120181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6519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063011fd4a202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408" y="3857036"/>
            <a:ext cx="1960244" cy="2613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508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e6738f5137934c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478" y="4408963"/>
            <a:ext cx="1211151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6630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0ffcd1c9127d2e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9519" y="4359956"/>
            <a:ext cx="2009251" cy="261366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947" y="4860495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4560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4294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66ed94db7950c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483" y="2977514"/>
            <a:ext cx="991790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4294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4e53ca6ef94821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650" y="3433762"/>
            <a:ext cx="1934575" cy="261366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9158" y="3934301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06cea9a990494b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1351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ba28393e900a87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6713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60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7d5296eed19f35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382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6620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9d812d5ce25c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107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4466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13f318c4be7054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656" y="3872515"/>
            <a:ext cx="141651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4466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978c2af6aaa0f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23" y="4326428"/>
            <a:ext cx="1834229" cy="261366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9330" y="4826967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5559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2afa0ecaaccf2c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997" y="3358515"/>
            <a:ext cx="1481851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5559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effc1051f2cab5f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60" y="3817096"/>
            <a:ext cx="1873900" cy="259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0423" y="4321397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121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873dff747dac94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649" y="3360848"/>
            <a:ext cx="1869233" cy="2123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9121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bb59bb17419b6b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12" y="3814762"/>
            <a:ext cx="2104929" cy="261366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075" y="4324445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4560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845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8d09ea86a9934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649" y="3554727"/>
            <a:ext cx="1022127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845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c7db8ffa94a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816" y="4008641"/>
            <a:ext cx="1946243" cy="261366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323" y="4509180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4560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133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85e851d4ab26f9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322" y="3554727"/>
            <a:ext cx="1199483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133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0bfdc3409913d1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490" y="4008641"/>
            <a:ext cx="1838896" cy="261366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6997" y="4509180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59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896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f8e310da8c2a7a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401" y="3364611"/>
            <a:ext cx="996457" cy="2100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896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ff9e89295ad61d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464" y="3820858"/>
            <a:ext cx="3407092" cy="261366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827" y="4321397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24154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41604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24154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15010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32460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15010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1888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775bb7f5e11f7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4799" y="4029932"/>
            <a:ext cx="1831371" cy="2513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6170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99f2245ca8eda2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7243" y="4029932"/>
            <a:ext cx="234515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1888" y="4603289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973861c4e17ee2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6232" y="4471416"/>
            <a:ext cx="3002565" cy="7209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95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813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488" y="1645920"/>
            <a:ext cx="1263014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8503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322" y="1814703"/>
            <a:ext cx="1171384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1515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639" y="2616708"/>
            <a:ext cx="1015365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9051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726" y="1645920"/>
            <a:ext cx="1258062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4788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8607" y="1814703"/>
            <a:ext cx="1173861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0277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400" y="2616708"/>
            <a:ext cx="1017841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826383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9b1aa9fd86bde0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466891"/>
            <a:ext cx="149352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69120" y="4329303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6cba3e2ec22eaa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2009" y="4417885"/>
            <a:ext cx="1967245" cy="261366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4924520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4037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