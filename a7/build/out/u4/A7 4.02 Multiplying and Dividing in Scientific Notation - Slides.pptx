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powers of ten had to match before you could add.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powers of ten do not have to match at 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50088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469392" cy="667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4154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265932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93039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6" name="Picture 15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877056"/>
            <a:ext cx="417576" cy="563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6421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50088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469392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0197" y="2372868"/>
            <a:ext cx="6525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4154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265932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32415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93039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9" name="Picture 18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877056"/>
            <a:ext cx="417576" cy="563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7791" y="385419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3d98347d24a5e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683" y="2340864"/>
            <a:ext cx="7312152" cy="411480"/>
          </a:xfrm>
          <a:prstGeom prst="rect">
            <a:avLst/>
          </a:prstGeom>
        </p:spPr>
      </p:pic>
      <p:pic>
        <p:nvPicPr>
          <p:cNvPr id="12" name="Picture 11" descr="cac393ebd07bc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41" y="3058668"/>
            <a:ext cx="111556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7509" y="30038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4" name="Picture 13" descr="d56fc73065e54a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7706" y="3057144"/>
            <a:ext cx="1261872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a3a168722c51c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616" y="2340864"/>
            <a:ext cx="5352288" cy="819912"/>
          </a:xfrm>
          <a:prstGeom prst="rect">
            <a:avLst/>
          </a:prstGeom>
        </p:spPr>
      </p:pic>
      <p:pic>
        <p:nvPicPr>
          <p:cNvPr id="11" name="Picture 10" descr="a2db9260e26591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040" y="3435095"/>
            <a:ext cx="542544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5963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9c2afc3e471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2340864"/>
            <a:ext cx="6409944" cy="411480"/>
          </a:xfrm>
          <a:prstGeom prst="rect">
            <a:avLst/>
          </a:prstGeom>
        </p:spPr>
      </p:pic>
      <p:pic>
        <p:nvPicPr>
          <p:cNvPr id="11" name="Picture 10" descr="6e3a2fa74bbe54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044" y="3026664"/>
            <a:ext cx="612343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Multiplying, and the answer needs finishing.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55f5ba7a254ef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960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5608" y="1895856"/>
            <a:ext cx="232867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</a:t>
            </a:r>
          </a:p>
        </p:txBody>
      </p:sp>
      <p:pic>
        <p:nvPicPr>
          <p:cNvPr id="11" name="Picture 10" descr="6f84424baa8324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52016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38016" y="25511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coefficients, add the exponents</a:t>
            </a:r>
          </a:p>
        </p:txBody>
      </p:sp>
      <p:pic>
        <p:nvPicPr>
          <p:cNvPr id="13" name="Picture 12" descr="faf479a8541eeb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52872" y="3179064"/>
            <a:ext cx="59314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27 is not less than 10: point one place left, exponent up 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2a20b9238011d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168" y="2194560"/>
            <a:ext cx="4139183" cy="5212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58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Multiplication and division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d048c7fc436d6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1896" y="2103120"/>
            <a:ext cx="3157728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30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6b3f0849106cd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7560" y="1897380"/>
            <a:ext cx="4236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top, regrouped</a:t>
            </a:r>
          </a:p>
        </p:txBody>
      </p:sp>
      <p:pic>
        <p:nvPicPr>
          <p:cNvPr id="11" name="Picture 10" descr="1c6ad9425b8dfd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3139440" cy="8260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25440" y="2790444"/>
            <a:ext cx="59588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the coefficients, subtract the exponents</a:t>
            </a:r>
          </a:p>
        </p:txBody>
      </p:sp>
      <p:pic>
        <p:nvPicPr>
          <p:cNvPr id="13" name="Picture 12" descr="6aefb1689d23fb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706368"/>
            <a:ext cx="3133344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19344" y="3654552"/>
            <a:ext cx="59649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d9eedbeb2084b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284" y="2194560"/>
            <a:ext cx="3806952" cy="1109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914658bc6d4d6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2194560"/>
            <a:ext cx="3803904" cy="1109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40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Multiply the fronts, add the backs.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31fb752d70c62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813d8c5430374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2208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4215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39bd69d20e0cfe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00df9fb5b7ec9f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5256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263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a80742e4b94b4b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finish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f43a30d4653d0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f69d270b84b83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03120"/>
            <a:ext cx="1459992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9.6 ÷ 1.2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854a4a598c652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028" y="2194560"/>
            <a:ext cx="1807464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8bc77f296de0c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552" y="2103120"/>
            <a:ext cx="1804416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64c6147c2ce0e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fd33f95921b2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525d712acf4b1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bottom, and the bottom is negative.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dd4e224a7fe9f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8 − (−4) =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f1acb8271e6d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1" y="2194560"/>
            <a:ext cx="3328416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3265931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403091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3265931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coefficients alone.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9829e386e3352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03120"/>
            <a:ext cx="333146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3171444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308604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3171444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92582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8.4 ÷ n = 4.2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8140" y="2378964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497afcee60275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751" y="2194560"/>
            <a:ext cx="1463040" cy="826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8791" y="2378964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011" y="2430780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34964" y="3272028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971" y="3325367"/>
            <a:ext cx="124358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80687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390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368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Each one got exactly one half right.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9664" y="2284475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11453e40830bd3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275" y="2103120"/>
            <a:ext cx="1459992" cy="819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7267" y="2284475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9220e587e3708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487" y="2336291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33440" y="3174491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6afd167257bcd6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447" y="3227831"/>
            <a:ext cx="1246632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83151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45008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wrong in front, one wrong behind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81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