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7045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56805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a52f8f8855a86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77035" cy="6194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73430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17277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42589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5" name="Picture 14" descr="960b9ab8e07f4c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08938"/>
            <a:ext cx="431942" cy="524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7045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5185" y="1440180"/>
            <a:ext cx="1436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56805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a52f8f8855a86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77035" cy="6194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1587" y="2052828"/>
            <a:ext cx="682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73430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17277"/>
            <a:ext cx="806926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23277" y="2873430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42589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8" name="Picture 17" descr="960b9ab8e07f4c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08938"/>
            <a:ext cx="431942" cy="5245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1200" y="3486078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product of powers law</a:t>
            </a:r>
          </a:p>
        </p:txBody>
      </p:sp>
      <p:pic>
        <p:nvPicPr>
          <p:cNvPr id="9" name="Picture 8" descr="50a410785dbdd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91803"/>
            <a:ext cx="2186130" cy="2156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29130" y="1869550"/>
            <a:ext cx="30076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the law from 3.01,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57641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now doing the work on the powers of 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quotient of powers law</a:t>
            </a:r>
          </a:p>
        </p:txBody>
      </p:sp>
      <p:pic>
        <p:nvPicPr>
          <p:cNvPr id="13" name="Picture 12" descr="5b8488cf2680dc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19060"/>
            <a:ext cx="1620869" cy="52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63869" y="3451525"/>
            <a:ext cx="4454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top minus bottom, from 3.02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4235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regrouping a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48868"/>
            <a:ext cx="82517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using the commutative and associative properties to write </a:t>
            </a:r>
          </a:p>
        </p:txBody>
      </p:sp>
      <p:pic>
        <p:nvPicPr>
          <p:cNvPr id="17" name="Picture 16" descr="030f336ef02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622" y="4634799"/>
            <a:ext cx="2093055" cy="3019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5033500"/>
            <a:ext cx="601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as </a:t>
            </a:r>
          </a:p>
        </p:txBody>
      </p:sp>
      <p:pic>
        <p:nvPicPr>
          <p:cNvPr id="19" name="Picture 18" descr="b19aa5f8730d7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12" y="5119431"/>
            <a:ext cx="1956847" cy="301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Multiplying: regroup, then use the laws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4f6cc700f631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12" y="2194560"/>
            <a:ext cx="7321295" cy="414528"/>
          </a:xfrm>
          <a:prstGeom prst="rect">
            <a:avLst/>
          </a:prstGeom>
        </p:spPr>
      </p:pic>
      <p:pic>
        <p:nvPicPr>
          <p:cNvPr id="11" name="Picture 10" descr="d894b08558ca6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873" y="3027584"/>
            <a:ext cx="968517" cy="3004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4391" y="2970276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 </a:t>
            </a:r>
          </a:p>
        </p:txBody>
      </p:sp>
      <p:pic>
        <p:nvPicPr>
          <p:cNvPr id="13" name="Picture 12" descr="f59bf4b41a85ed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935" y="3027584"/>
            <a:ext cx="1110710" cy="3004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94411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efa08aa797f4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80" y="2194560"/>
            <a:ext cx="5318760" cy="798576"/>
          </a:xfrm>
          <a:prstGeom prst="rect">
            <a:avLst/>
          </a:prstGeom>
        </p:spPr>
      </p:pic>
      <p:pic>
        <p:nvPicPr>
          <p:cNvPr id="11" name="Picture 10" descr="44f28ecf0a9cf8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377184"/>
            <a:ext cx="5193792" cy="7955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7122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0551c03da2c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68" y="2194560"/>
            <a:ext cx="6348984" cy="414528"/>
          </a:xfrm>
          <a:prstGeom prst="rect">
            <a:avLst/>
          </a:prstGeom>
        </p:spPr>
      </p:pic>
      <p:pic>
        <p:nvPicPr>
          <p:cNvPr id="11" name="Picture 10" descr="acee3a8d1b672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80" y="2993136"/>
            <a:ext cx="5928360" cy="801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334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7ebac9815df2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103120"/>
            <a:ext cx="32826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5f7ed4f25353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72656" cy="408432"/>
          </a:xfrm>
          <a:prstGeom prst="rect">
            <a:avLst/>
          </a:prstGeom>
        </p:spPr>
      </p:pic>
      <p:pic>
        <p:nvPicPr>
          <p:cNvPr id="9" name="Picture 8" descr="54ffb222fc56b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09344" cy="338328"/>
          </a:xfrm>
          <a:prstGeom prst="rect">
            <a:avLst/>
          </a:prstGeom>
        </p:spPr>
      </p:pic>
      <p:pic>
        <p:nvPicPr>
          <p:cNvPr id="10" name="Picture 9" descr="bb053a1b635793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5640"/>
            <a:ext cx="310896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28d7c387e5fd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816312d3d4d78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291" y="3204574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ea6a661eb9c79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80" y="3342163"/>
            <a:ext cx="1414176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3291" y="3707494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65dec0c199cc01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648" y="3796076"/>
            <a:ext cx="1976580" cy="261366"/>
          </a:xfrm>
          <a:prstGeom prst="rect">
            <a:avLst/>
          </a:prstGeom>
        </p:spPr>
      </p:pic>
      <p:pic>
        <p:nvPicPr>
          <p:cNvPr id="14" name="Picture 13" descr="52d05dcb8358b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155" y="4302711"/>
            <a:ext cx="217322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99e2cda0670996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03120"/>
            <a:ext cx="316382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4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e1f7b5cd77abb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58512" cy="414528"/>
          </a:xfrm>
          <a:prstGeom prst="rect">
            <a:avLst/>
          </a:prstGeom>
        </p:spPr>
      </p:pic>
      <p:pic>
        <p:nvPicPr>
          <p:cNvPr id="9" name="Picture 8" descr="cef6ad8a50815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3102864" cy="801624"/>
          </a:xfrm>
          <a:prstGeom prst="rect">
            <a:avLst/>
          </a:prstGeom>
        </p:spPr>
      </p:pic>
      <p:pic>
        <p:nvPicPr>
          <p:cNvPr id="10" name="Picture 9" descr="06feb2f012fdd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85031"/>
            <a:ext cx="305714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f033f99401fc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7" y="1600200"/>
            <a:ext cx="3773424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065c2d5f71d0c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600200"/>
            <a:ext cx="3767328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083" y="376845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088335619175ea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02" y="3901375"/>
            <a:ext cx="1201816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96519" y="376845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9063011fd4a202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08" y="3857036"/>
            <a:ext cx="1960244" cy="2613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5083" y="4271374"/>
            <a:ext cx="1427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Divide:  </a:t>
            </a:r>
          </a:p>
        </p:txBody>
      </p:sp>
      <p:pic>
        <p:nvPicPr>
          <p:cNvPr id="15" name="Picture 14" descr="e6738f5137934c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478" y="4408963"/>
            <a:ext cx="1211151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6630" y="427137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0ffcd1c9127d2e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519" y="4359956"/>
            <a:ext cx="2009251" cy="261366"/>
          </a:xfrm>
          <a:prstGeom prst="rect">
            <a:avLst/>
          </a:prstGeom>
        </p:spPr>
      </p:pic>
      <p:pic>
        <p:nvPicPr>
          <p:cNvPr id="18" name="Picture 17" descr="28b3729f21e06a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947" y="4860495"/>
            <a:ext cx="957072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345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1829a44e81d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823" y="2194560"/>
            <a:ext cx="278587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a64fed63dd04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03120"/>
            <a:ext cx="2788920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4294" y="284225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0" name="Picture 9" descr="66ed94db7950c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83" y="2977514"/>
            <a:ext cx="991790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4294" y="334517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2" name="Picture 11" descr="4e53ca6ef94821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650" y="3433762"/>
            <a:ext cx="1934575" cy="261366"/>
          </a:xfrm>
          <a:prstGeom prst="rect">
            <a:avLst/>
          </a:prstGeom>
        </p:spPr>
      </p:pic>
      <p:pic>
        <p:nvPicPr>
          <p:cNvPr id="13" name="Picture 12" descr="f2052183a017b1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158" y="3934301"/>
            <a:ext cx="93268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06cea9a990494b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24621"/>
            <a:ext cx="911351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143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ba28393e900a87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34793"/>
            <a:ext cx="1136713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8602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7d5296eed19f35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24621"/>
            <a:ext cx="913828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6620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d9d812d5ce25c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34793"/>
            <a:ext cx="113919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21078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4466" y="3734926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6" name="Picture 15" descr="13f318c4be705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656" y="3872515"/>
            <a:ext cx="1416510" cy="2123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74466" y="4237846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8" name="Picture 17" descr="978c2af6aaa0f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23" y="4326428"/>
            <a:ext cx="1834229" cy="261366"/>
          </a:xfrm>
          <a:prstGeom prst="rect">
            <a:avLst/>
          </a:prstGeom>
        </p:spPr>
      </p:pic>
      <p:pic>
        <p:nvPicPr>
          <p:cNvPr id="19" name="Picture 18" descr="2a1f3e18aef4b3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330" y="4826967"/>
            <a:ext cx="2127504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aa8aaa91edd783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3b2db2bf563f5f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908" y="2103120"/>
            <a:ext cx="1441704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5559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2afa0ecaaccf2c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997" y="3358515"/>
            <a:ext cx="1481851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5559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effc1051f2cab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60" y="3817096"/>
            <a:ext cx="1873900" cy="259032"/>
          </a:xfrm>
          <a:prstGeom prst="rect">
            <a:avLst/>
          </a:prstGeom>
        </p:spPr>
      </p:pic>
      <p:pic>
        <p:nvPicPr>
          <p:cNvPr id="13" name="Picture 12" descr="c6369a2a18532f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423" y="4321397"/>
            <a:ext cx="84734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ffdc47127232dd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76" y="2194560"/>
            <a:ext cx="164896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0912071a11b6e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23" y="2103120"/>
            <a:ext cx="1642872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91211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873dff747dac9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649" y="3360848"/>
            <a:ext cx="1869233" cy="212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91211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bb59bb17419b6b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12" y="3814762"/>
            <a:ext cx="2104929" cy="261366"/>
          </a:xfrm>
          <a:prstGeom prst="rect">
            <a:avLst/>
          </a:prstGeom>
        </p:spPr>
      </p:pic>
      <p:pic>
        <p:nvPicPr>
          <p:cNvPr id="13" name="Picture 12" descr="c559c147ffe46a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075" y="4324445"/>
            <a:ext cx="288950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3853590bf4416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536" y="2194560"/>
            <a:ext cx="282244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172da9cf6bf1b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03120"/>
            <a:ext cx="282549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459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08d09ea86a993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49" y="3554727"/>
            <a:ext cx="1022127" cy="2100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18459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65dc7db8ffa94a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816" y="4008641"/>
            <a:ext cx="1946243" cy="261366"/>
          </a:xfrm>
          <a:prstGeom prst="rect">
            <a:avLst/>
          </a:prstGeom>
        </p:spPr>
      </p:pic>
      <p:pic>
        <p:nvPicPr>
          <p:cNvPr id="14" name="Picture 13" descr="10c89d61f9e09d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323" y="4509180"/>
            <a:ext cx="954023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11d128c9a4cb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94560"/>
            <a:ext cx="28254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3ea7b9b7f4f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7" y="2103120"/>
            <a:ext cx="282854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2133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85e851d4ab26f9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322" y="3554727"/>
            <a:ext cx="1199483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72133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0bfdc3409913d1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90" y="4008641"/>
            <a:ext cx="1838896" cy="261366"/>
          </a:xfrm>
          <a:prstGeom prst="rect">
            <a:avLst/>
          </a:prstGeom>
        </p:spPr>
      </p:pic>
      <p:pic>
        <p:nvPicPr>
          <p:cNvPr id="14" name="Picture 13" descr="a7b20829de9c08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997" y="4509180"/>
            <a:ext cx="227380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c4bdb38362d4e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59"/>
            <a:ext cx="1292352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17d387ca555e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2103120"/>
            <a:ext cx="1286256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8963" y="3229356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f8e310da8c2a7a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401" y="3364611"/>
            <a:ext cx="996457" cy="2100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8963" y="3732275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ff9e89295ad61d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464" y="3820858"/>
            <a:ext cx="3407092" cy="261366"/>
          </a:xfrm>
          <a:prstGeom prst="rect">
            <a:avLst/>
          </a:prstGeom>
        </p:spPr>
      </p:pic>
      <p:pic>
        <p:nvPicPr>
          <p:cNvPr id="13" name="Picture 12" descr="9b9b4517e7c627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827" y="4321397"/>
            <a:ext cx="91744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6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fc728df3a440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94560"/>
            <a:ext cx="331012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3241548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3416046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3241548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594e88537557c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72" y="2103120"/>
            <a:ext cx="331317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3150108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3324606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3150108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1888" y="3909059"/>
            <a:ext cx="16400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Fronts:  </a:t>
            </a:r>
          </a:p>
        </p:txBody>
      </p:sp>
      <p:pic>
        <p:nvPicPr>
          <p:cNvPr id="13" name="Picture 12" descr="775bb7f5e11f7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799" y="4029932"/>
            <a:ext cx="1831371" cy="2513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76170" y="390905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5" name="Picture 14" descr="99f2245ca8eda2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243" y="4029932"/>
            <a:ext cx="234515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41888" y="4603289"/>
            <a:ext cx="160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7" name="Picture 16" descr="973861c4e17ee2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232" y="4471416"/>
            <a:ext cx="3002565" cy="7209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3295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7813" y="1741741"/>
            <a:ext cx="87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60ccdbf7926155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488" y="1645920"/>
            <a:ext cx="1263014" cy="648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8503" y="1741741"/>
            <a:ext cx="26109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7f9ab9ea310fee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322" y="1814703"/>
            <a:ext cx="1171384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1515" y="2546223"/>
            <a:ext cx="272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48b4bb2456d35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39" y="2616708"/>
            <a:ext cx="1015365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254883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9051" y="1741741"/>
            <a:ext cx="87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eb274165a95bf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26" y="1645920"/>
            <a:ext cx="1258062" cy="648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4788" y="1741741"/>
            <a:ext cx="26109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031963a342c3f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607" y="1814703"/>
            <a:ext cx="1173861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0277" y="2546223"/>
            <a:ext cx="272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762cb430573f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00" y="2616708"/>
            <a:ext cx="1017841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254883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0736" y="3826383"/>
            <a:ext cx="8857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Marcus subtracted the fronts. Sara added the exponents.</a:t>
            </a:r>
          </a:p>
        </p:txBody>
      </p:sp>
      <p:pic>
        <p:nvPicPr>
          <p:cNvPr id="16" name="Picture 15" descr="9b1aa9fd86bde0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600" y="4466891"/>
            <a:ext cx="1493520" cy="2123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69120" y="4329303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8" name="Picture 17" descr="6cba3e2ec22eaa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009" y="4417885"/>
            <a:ext cx="1967245" cy="261366"/>
          </a:xfrm>
          <a:prstGeom prst="rect">
            <a:avLst/>
          </a:prstGeom>
        </p:spPr>
      </p:pic>
      <p:pic>
        <p:nvPicPr>
          <p:cNvPr id="19" name="Picture 18" descr="9fe0ce93fe0b7e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600" y="4924520"/>
            <a:ext cx="8412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4037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6e0be8365ac4f5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9051"/>
            <a:ext cx="229209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20522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2a20c5f23ea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12263"/>
            <a:ext cx="1167384" cy="643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91541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d61c32ba4971b5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977895"/>
            <a:ext cx="2407920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62559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8867f8a3b1816d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532631"/>
            <a:ext cx="1155192" cy="643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4546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b725906188c6a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358639"/>
            <a:ext cx="1060704" cy="649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5167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7883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531266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5167883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7bf46933a52690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5228844"/>
            <a:ext cx="3621024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numbers written in scientific notation — YZU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