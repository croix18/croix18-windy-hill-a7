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radical bar grouped whatever sat under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every grouping symbol at once — and the order comes from the structure, not from a mnemonic.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4960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791" y="237286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646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50654" y="37414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03120" y="2340864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4553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406396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23180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403348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3084576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3092196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2340864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425952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6360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grouping symbol inside a grouping symbol.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7136" y="18943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innermost: the power inside the parentheses</a:t>
            </a:r>
          </a:p>
        </p:txBody>
      </p:sp>
      <p:pic>
        <p:nvPicPr>
          <p:cNvPr id="11" name="Picture 10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9824" y="2546604"/>
            <a:ext cx="21244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the parentheses, then multiply</a:t>
            </a:r>
          </a:p>
        </p:txBody>
      </p:sp>
      <p:pic>
        <p:nvPicPr>
          <p:cNvPr id="13" name="Picture 12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0368" y="3144011"/>
            <a:ext cx="6153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cube root is 5; add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45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3(0.99) + 7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fraction bar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62144" y="209702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numerator and denominator, each finished</a:t>
            </a:r>
          </a:p>
        </p:txBody>
      </p:sp>
      <p:pic>
        <p:nvPicPr>
          <p:cNvPr id="11" name="Picture 10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13120" y="3183636"/>
            <a:ext cx="54711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under the bar, then the root</a:t>
            </a:r>
          </a:p>
        </p:txBody>
      </p:sp>
      <p:pic>
        <p:nvPicPr>
          <p:cNvPr id="13" name="Picture 12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248" y="4204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2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half plus a half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 ÷ 3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9fe57fc54286b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5344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7031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538eaa100b231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4734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0935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sides of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10 − 4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and the bottom.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39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over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is each exponent attached to?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and +4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Inside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998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eighth plus one ninth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84751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Try to make the inside zero.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141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never negative is not the same as always positive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457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