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Adding and Subtracting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add and subtract two numbers written in scientific notation, and write the answer in scientific notation.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Last unit you learned to write numbers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you put two of them together — and the powers of ten have to match first.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9915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0.00062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72868"/>
            <a:ext cx="4573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times larger is  </a:t>
            </a:r>
          </a:p>
        </p:txBody>
      </p:sp>
      <p:pic>
        <p:nvPicPr>
          <p:cNvPr id="11" name="Picture 10" descr="6e4449454b7e3e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464" y="2461260"/>
            <a:ext cx="890016" cy="2804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00480" y="2372868"/>
            <a:ext cx="12241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3" name="Picture 12" descr="7da0da260d230a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436" y="2458212"/>
            <a:ext cx="905256" cy="2865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192692" y="23728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c100c4232230d0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874519" y="3598164"/>
            <a:ext cx="28989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sum:  </a:t>
            </a:r>
          </a:p>
        </p:txBody>
      </p:sp>
      <p:pic>
        <p:nvPicPr>
          <p:cNvPr id="18" name="Picture 17" descr="bdc1cddc07790a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285" y="3706368"/>
            <a:ext cx="1298448" cy="2407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59915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Write  0.00062 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7504" y="1760220"/>
            <a:ext cx="15461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6.2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372868"/>
            <a:ext cx="45731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How many times larger is  </a:t>
            </a:r>
          </a:p>
        </p:txBody>
      </p:sp>
      <p:pic>
        <p:nvPicPr>
          <p:cNvPr id="12" name="Picture 11" descr="6e4449454b7e3e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464" y="2461260"/>
            <a:ext cx="890016" cy="2804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00480" y="2372868"/>
            <a:ext cx="12241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 than  </a:t>
            </a:r>
          </a:p>
        </p:txBody>
      </p:sp>
      <p:pic>
        <p:nvPicPr>
          <p:cNvPr id="14" name="Picture 13" descr="7da0da260d230a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7436" y="2458212"/>
            <a:ext cx="905256" cy="286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92692" y="2372868"/>
            <a:ext cx="4338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38027" y="2372868"/>
            <a:ext cx="1007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985516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8" name="Picture 17" descr="c100c4232230d0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009900"/>
            <a:ext cx="853440" cy="40843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04379" y="2985516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598164"/>
            <a:ext cx="28989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sum:  </a:t>
            </a:r>
          </a:p>
        </p:txBody>
      </p:sp>
      <p:pic>
        <p:nvPicPr>
          <p:cNvPr id="21" name="Picture 20" descr="bdc1cddc07790a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285" y="3706368"/>
            <a:ext cx="1298448" cy="24079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83373" y="3598164"/>
            <a:ext cx="8218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1.69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A power of ten is a place value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874520" y="2340864"/>
          <a:ext cx="841248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10</a:t>
                      </a:r>
                      <a:r>
                        <a:rPr sz="1600" b="1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ten 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hundred 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millions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Picture 11" descr="f39e13154060a8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523" y="3375660"/>
            <a:ext cx="4538472" cy="335280"/>
          </a:xfrm>
          <a:prstGeom prst="rect">
            <a:avLst/>
          </a:prstGeom>
        </p:spPr>
      </p:pic>
      <p:pic>
        <p:nvPicPr>
          <p:cNvPr id="13" name="Picture 12" descr="09bdd4fb912377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75" y="4050791"/>
            <a:ext cx="8202168" cy="3566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77316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Two numbers can be added only when they carry the same power of ten.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Same power: add or subtract the coefficients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f1eddec5041a2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644" y="2340864"/>
            <a:ext cx="5666232" cy="411480"/>
          </a:xfrm>
          <a:prstGeom prst="rect">
            <a:avLst/>
          </a:prstGeom>
        </p:spPr>
      </p:pic>
      <p:pic>
        <p:nvPicPr>
          <p:cNvPr id="11" name="Picture 10" descr="84f16e9d72a5ca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048" y="3028188"/>
            <a:ext cx="7583424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7764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Add or subtract the coefficients. The power of ten does not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50799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Then check the coefficient: if it is not between 1 and 10, the answer is not finished.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Different powers: rewrite one of them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efa01ffb8792c2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340864"/>
            <a:ext cx="3819144" cy="411480"/>
          </a:xfrm>
          <a:prstGeom prst="rect">
            <a:avLst/>
          </a:prstGeom>
        </p:spPr>
      </p:pic>
      <p:pic>
        <p:nvPicPr>
          <p:cNvPr id="11" name="Picture 10" descr="cfbb3562680e85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668" y="3026664"/>
            <a:ext cx="6806184" cy="411480"/>
          </a:xfrm>
          <a:prstGeom prst="rect">
            <a:avLst/>
          </a:prstGeom>
        </p:spPr>
      </p:pic>
      <p:pic>
        <p:nvPicPr>
          <p:cNvPr id="12" name="Picture 11" descr="783fbc1bfea8bc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359" y="3712464"/>
            <a:ext cx="606552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31879" y="3689604"/>
            <a:ext cx="18800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</a:t>
            </a:r>
          </a:p>
        </p:txBody>
      </p:sp>
      <p:pic>
        <p:nvPicPr>
          <p:cNvPr id="14" name="Picture 13" descr="23b08f458fe34ab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4792" y="3742944"/>
            <a:ext cx="1420368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4622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Rewrite one number so both carry the same power of ten, then add or subtract the coefficients.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66928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Exponent up one, decimal point one place left. The value does not move.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power, and the answer is not finished.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b322f8f789aa08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06168"/>
            <a:ext cx="3816095" cy="4053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Add. Write the answer in scientific notation.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78e26f3a087b33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864352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150352" y="1892808"/>
            <a:ext cx="32339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same power: add the coefficients</a:t>
            </a:r>
          </a:p>
        </p:txBody>
      </p:sp>
      <p:pic>
        <p:nvPicPr>
          <p:cNvPr id="11" name="Picture 10" descr="1cb28e2e28999fa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6896"/>
            <a:ext cx="3642360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28360" y="2543556"/>
            <a:ext cx="54559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14.5 is not less than 10: point one place left, exponent up one</a:t>
            </a:r>
          </a:p>
        </p:txBody>
      </p:sp>
      <p:pic>
        <p:nvPicPr>
          <p:cNvPr id="13" name="Picture 12" descr="ce53c7f1db8afd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21735"/>
            <a:ext cx="1978152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64152" y="3160775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 in standard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1.45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2ae36fee79b20f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383" y="2194560"/>
            <a:ext cx="5254752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dab37c3d4cb37a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2194560"/>
            <a:ext cx="5257800" cy="5151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97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repair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Different powers, and a subtraction.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549981a84cc89c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0312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205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Subtract. Write the answer in scientific notation.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0ba903ac78fff3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483864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9864" y="1868424"/>
            <a:ext cx="56144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rewrite over 10</a:t>
            </a:r>
            <a:r>
              <a:rPr sz="2100" b="0" i="1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pic>
        <p:nvPicPr>
          <p:cNvPr id="11" name="Picture 10" descr="aed5738787927d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8128"/>
            <a:ext cx="6071616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57616" y="2525268"/>
            <a:ext cx="302666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same power: subtract the coefficients</a:t>
            </a:r>
          </a:p>
        </p:txBody>
      </p:sp>
      <p:pic>
        <p:nvPicPr>
          <p:cNvPr id="13" name="Picture 12" descr="7c3a73d2cb750c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3928"/>
            <a:ext cx="5349240" cy="3383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35240" y="3174492"/>
            <a:ext cx="374903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check in standard 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6.85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e4f0a8415ed569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383" y="2194560"/>
            <a:ext cx="5254752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6ee0cf26c6675a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2194560"/>
            <a:ext cx="5257800" cy="5212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58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0.09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comes off 5.6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5.51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3cd7ad48ef74b5a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Same power.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2e4a44f0bcfa93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3120"/>
            <a:ext cx="381914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add the coefficients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6727" y="2171700"/>
            <a:ext cx="28277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stadium sold  </a:t>
            </a:r>
          </a:p>
        </p:txBody>
      </p:sp>
      <p:pic>
        <p:nvPicPr>
          <p:cNvPr id="10" name="Picture 9" descr="a93ebd6024c356c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7291" y="2225040"/>
            <a:ext cx="1432560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49851" y="2171700"/>
            <a:ext cx="3122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tickets on Friday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7529" y="2857500"/>
            <a:ext cx="1014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 </a:t>
            </a:r>
          </a:p>
        </p:txBody>
      </p:sp>
      <p:pic>
        <p:nvPicPr>
          <p:cNvPr id="13" name="Picture 12" descr="ec31129b2b046b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668" y="2910840"/>
            <a:ext cx="1420368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65036" y="2857500"/>
            <a:ext cx="68661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on Saturday. Each ticket cost 38 dollars.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tickets were sold on the two days?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Same power.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8251" y="2080260"/>
            <a:ext cx="28277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stadium sold  </a:t>
            </a:r>
          </a:p>
        </p:txBody>
      </p:sp>
      <p:pic>
        <p:nvPicPr>
          <p:cNvPr id="10" name="Picture 9" descr="2964bfefdede6e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8815" y="2132076"/>
            <a:ext cx="1429512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48327" y="2080260"/>
            <a:ext cx="3122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tickets on Friday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67529" y="2766060"/>
            <a:ext cx="10142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 </a:t>
            </a:r>
          </a:p>
        </p:txBody>
      </p:sp>
      <p:pic>
        <p:nvPicPr>
          <p:cNvPr id="13" name="Picture 12" descr="c6d077b225e06a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668" y="2817876"/>
            <a:ext cx="1420368" cy="353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65036" y="2766060"/>
            <a:ext cx="68661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on Saturday. Each ticket cost 38 dollars.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tickets were sold on the two days?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953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4.2 + 3.5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6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01e04974dac9eb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2439" y="2194560"/>
            <a:ext cx="3596640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answer.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d662bd9034d4b2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916" y="2103120"/>
            <a:ext cx="3599688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13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not finished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340f3053f5991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answer.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2450f0cef92f51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4643"/>
            <a:ext cx="3819144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0.7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8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not finished either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d60eac1f99916e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3.413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3.53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f420607bc24c70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3120"/>
            <a:ext cx="381914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4.7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3.413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3.53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3.413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f600c7d1ad07bb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1.23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1.23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11c6b03d538cb7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3120"/>
            <a:ext cx="3819144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sum,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12.3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1.23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D.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1.23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D — 1.23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7996c8675edf51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2194560"/>
            <a:ext cx="420624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one of them first.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0150b4a7c88f61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6115" y="2104643"/>
            <a:ext cx="4209288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46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6.4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0.64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7.16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bd13eb8faf9a4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507" y="2194560"/>
            <a:ext cx="5556504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7100" y="2860547"/>
            <a:ext cx="3546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567" y="2997707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8591" y="2860547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the answer over 10</a:t>
            </a:r>
            <a:r>
              <a:rPr sz="1900" b="0" i="1" baseline="30000">
                <a:solidFill>
                  <a:srgbClr val="6B6B6B"/>
                </a:solidFill>
                <a:latin typeface="Century Schoolbook"/>
              </a:rPr>
              <a:t>6</a:t>
            </a:r>
            <a:r>
              <a:rPr sz="1900" b="0" i="1">
                <a:solidFill>
                  <a:srgbClr val="6B6B6B"/>
                </a:solidFill>
                <a:latin typeface="Century Schoolbook"/>
              </a:rPr>
              <a:t> first.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98fdf47dd4ead5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84" y="2103120"/>
            <a:ext cx="5559552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17100" y="2766060"/>
            <a:ext cx="3546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567" y="2903220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18591" y="2766060"/>
            <a:ext cx="462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2043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1.02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7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10.2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5.7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3846" y="2173224"/>
            <a:ext cx="25234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Devon writes  </a:t>
            </a:r>
          </a:p>
        </p:txBody>
      </p:sp>
      <p:pic>
        <p:nvPicPr>
          <p:cNvPr id="10" name="Picture 9" descr="82e722a216f1ae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149" y="2194560"/>
            <a:ext cx="5657088" cy="4145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17237" y="2173224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Name the two mistakes he made, and give the correct sum.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Two mistakes, then the sum.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2322" y="2080260"/>
            <a:ext cx="25234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Devon writes  </a:t>
            </a:r>
          </a:p>
        </p:txBody>
      </p:sp>
      <p:pic>
        <p:nvPicPr>
          <p:cNvPr id="10" name="Picture 9" descr="6a5bd63b1555e6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25" y="2103120"/>
            <a:ext cx="5660136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18761" y="2080260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Name the two mistakes he made, and give the correct sum.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one mistake in the coefficients, one in the exponents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3.413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1 — Adding and Subtracting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Add and subtract numbers written in scientific notation — HUR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