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7.xml"/><Relationship Id="rId4" Type="http://schemas.openxmlformats.org/officeDocument/2006/relationships/slide" Target="slide71.xml"/><Relationship Id="rId5" Type="http://schemas.openxmlformats.org/officeDocument/2006/relationships/slide" Target="slide105.xml"/><Relationship Id="rId6" Type="http://schemas.openxmlformats.org/officeDocument/2006/relationships/slide" Target="slide139.xml"/><Relationship Id="rId7" Type="http://schemas.openxmlformats.org/officeDocument/2006/relationships/slide" Target="slide17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3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Relationship Id="rId3" Type="http://schemas.openxmlformats.org/officeDocument/2006/relationships/image" Target="../media/image119.png"/><Relationship Id="rId4" Type="http://schemas.openxmlformats.org/officeDocument/2006/relationships/image" Target="../media/image120.png"/><Relationship Id="rId5" Type="http://schemas.openxmlformats.org/officeDocument/2006/relationships/image" Target="../media/image121.png"/><Relationship Id="rId6" Type="http://schemas.openxmlformats.org/officeDocument/2006/relationships/image" Target="../media/image12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12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Relationship Id="rId3" Type="http://schemas.openxmlformats.org/officeDocument/2006/relationships/image" Target="../media/image130.png"/><Relationship Id="rId4" Type="http://schemas.openxmlformats.org/officeDocument/2006/relationships/image" Target="../media/image131.png"/><Relationship Id="rId5" Type="http://schemas.openxmlformats.org/officeDocument/2006/relationships/image" Target="../media/image13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Relationship Id="rId3" Type="http://schemas.openxmlformats.org/officeDocument/2006/relationships/image" Target="../media/image145.png"/><Relationship Id="rId4" Type="http://schemas.openxmlformats.org/officeDocument/2006/relationships/image" Target="../media/image146.png"/><Relationship Id="rId5" Type="http://schemas.openxmlformats.org/officeDocument/2006/relationships/image" Target="../media/image1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6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Relationship Id="rId3" Type="http://schemas.openxmlformats.org/officeDocument/2006/relationships/image" Target="../media/image63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Relationship Id="rId6" Type="http://schemas.openxmlformats.org/officeDocument/2006/relationships/image" Target="../media/image15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Relationship Id="rId3" Type="http://schemas.openxmlformats.org/officeDocument/2006/relationships/image" Target="../media/image154.png"/><Relationship Id="rId4" Type="http://schemas.openxmlformats.org/officeDocument/2006/relationships/image" Target="../media/image15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Relationship Id="rId3" Type="http://schemas.openxmlformats.org/officeDocument/2006/relationships/image" Target="../media/image163.png"/><Relationship Id="rId4" Type="http://schemas.openxmlformats.org/officeDocument/2006/relationships/image" Target="../media/image164.png"/><Relationship Id="rId5" Type="http://schemas.openxmlformats.org/officeDocument/2006/relationships/image" Target="../media/image165.png"/><Relationship Id="rId6" Type="http://schemas.openxmlformats.org/officeDocument/2006/relationships/image" Target="../media/image166.png"/><Relationship Id="rId7" Type="http://schemas.openxmlformats.org/officeDocument/2006/relationships/image" Target="../media/image78.png"/><Relationship Id="rId8" Type="http://schemas.openxmlformats.org/officeDocument/2006/relationships/image" Target="../media/image16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Relationship Id="rId3" Type="http://schemas.openxmlformats.org/officeDocument/2006/relationships/image" Target="../media/image169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Relationship Id="rId3" Type="http://schemas.openxmlformats.org/officeDocument/2006/relationships/image" Target="../media/image16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17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7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Relationship Id="rId3" Type="http://schemas.openxmlformats.org/officeDocument/2006/relationships/image" Target="../media/image17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77.png"/><Relationship Id="rId4" Type="http://schemas.openxmlformats.org/officeDocument/2006/relationships/image" Target="../media/image1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Relationship Id="rId4" Type="http://schemas.openxmlformats.org/officeDocument/2006/relationships/image" Target="../media/image183.png"/><Relationship Id="rId5" Type="http://schemas.openxmlformats.org/officeDocument/2006/relationships/image" Target="../media/image184.png"/><Relationship Id="rId6" Type="http://schemas.openxmlformats.org/officeDocument/2006/relationships/image" Target="../media/image185.png"/><Relationship Id="rId7" Type="http://schemas.openxmlformats.org/officeDocument/2006/relationships/image" Target="../media/image18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Relationship Id="rId3" Type="http://schemas.openxmlformats.org/officeDocument/2006/relationships/image" Target="../media/image18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Relationship Id="rId4" Type="http://schemas.openxmlformats.org/officeDocument/2006/relationships/image" Target="../media/image19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Relationship Id="rId3" Type="http://schemas.openxmlformats.org/officeDocument/2006/relationships/image" Target="../media/image19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Relationship Id="rId3" Type="http://schemas.openxmlformats.org/officeDocument/2006/relationships/image" Target="../media/image195.png"/><Relationship Id="rId4" Type="http://schemas.openxmlformats.org/officeDocument/2006/relationships/image" Target="../media/image196.png"/><Relationship Id="rId5" Type="http://schemas.openxmlformats.org/officeDocument/2006/relationships/image" Target="../media/image19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99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Relationship Id="rId3" Type="http://schemas.openxmlformats.org/officeDocument/2006/relationships/image" Target="../media/image201.png"/><Relationship Id="rId4" Type="http://schemas.openxmlformats.org/officeDocument/2006/relationships/image" Target="../media/image202.png"/><Relationship Id="rId5" Type="http://schemas.openxmlformats.org/officeDocument/2006/relationships/image" Target="../media/image203.png"/><Relationship Id="rId6" Type="http://schemas.openxmlformats.org/officeDocument/2006/relationships/image" Target="../media/image204.png"/><Relationship Id="rId7" Type="http://schemas.openxmlformats.org/officeDocument/2006/relationships/image" Target="../media/image205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Relationship Id="rId3" Type="http://schemas.openxmlformats.org/officeDocument/2006/relationships/image" Target="../media/image208.png"/><Relationship Id="rId4" Type="http://schemas.openxmlformats.org/officeDocument/2006/relationships/image" Target="../media/image20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Relationship Id="rId3" Type="http://schemas.openxmlformats.org/officeDocument/2006/relationships/image" Target="../media/image212.png"/><Relationship Id="rId4" Type="http://schemas.openxmlformats.org/officeDocument/2006/relationships/image" Target="../media/image2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Relationship Id="rId3" Type="http://schemas.openxmlformats.org/officeDocument/2006/relationships/image" Target="../media/image217.png"/><Relationship Id="rId4" Type="http://schemas.openxmlformats.org/officeDocument/2006/relationships/image" Target="../media/image218.png"/><Relationship Id="rId5" Type="http://schemas.openxmlformats.org/officeDocument/2006/relationships/image" Target="../media/image184.png"/><Relationship Id="rId6" Type="http://schemas.openxmlformats.org/officeDocument/2006/relationships/image" Target="../media/image219.png"/><Relationship Id="rId7" Type="http://schemas.openxmlformats.org/officeDocument/2006/relationships/image" Target="../media/image22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Relationship Id="rId3" Type="http://schemas.openxmlformats.org/officeDocument/2006/relationships/image" Target="../media/image223.png"/><Relationship Id="rId4" Type="http://schemas.openxmlformats.org/officeDocument/2006/relationships/image" Target="../media/image224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22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Relationship Id="rId3" Type="http://schemas.openxmlformats.org/officeDocument/2006/relationships/image" Target="../media/image232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Relationship Id="rId3" Type="http://schemas.openxmlformats.org/officeDocument/2006/relationships/image" Target="../media/image234.png"/><Relationship Id="rId4" Type="http://schemas.openxmlformats.org/officeDocument/2006/relationships/image" Target="../media/image235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Relationship Id="rId3" Type="http://schemas.openxmlformats.org/officeDocument/2006/relationships/image" Target="../media/image237.png"/><Relationship Id="rId4" Type="http://schemas.openxmlformats.org/officeDocument/2006/relationships/image" Target="../media/image238.png"/><Relationship Id="rId5" Type="http://schemas.openxmlformats.org/officeDocument/2006/relationships/image" Target="../media/image239.png"/><Relationship Id="rId6" Type="http://schemas.openxmlformats.org/officeDocument/2006/relationships/image" Target="../media/image24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242.png"/><Relationship Id="rId4" Type="http://schemas.openxmlformats.org/officeDocument/2006/relationships/image" Target="../media/image24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242.png"/><Relationship Id="rId4" Type="http://schemas.openxmlformats.org/officeDocument/2006/relationships/image" Target="../media/image24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Relationship Id="rId3" Type="http://schemas.openxmlformats.org/officeDocument/2006/relationships/image" Target="../media/image245.png"/><Relationship Id="rId4" Type="http://schemas.openxmlformats.org/officeDocument/2006/relationships/image" Target="../media/image246.png"/><Relationship Id="rId5" Type="http://schemas.openxmlformats.org/officeDocument/2006/relationships/image" Target="../media/image247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Relationship Id="rId5" Type="http://schemas.openxmlformats.org/officeDocument/2006/relationships/image" Target="../media/image251.png"/><Relationship Id="rId6" Type="http://schemas.openxmlformats.org/officeDocument/2006/relationships/image" Target="../media/image252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Relationship Id="rId3" Type="http://schemas.openxmlformats.org/officeDocument/2006/relationships/image" Target="../media/image254.png"/><Relationship Id="rId4" Type="http://schemas.openxmlformats.org/officeDocument/2006/relationships/image" Target="../media/image255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Relationship Id="rId3" Type="http://schemas.openxmlformats.org/officeDocument/2006/relationships/image" Target="../media/image245.png"/><Relationship Id="rId4" Type="http://schemas.openxmlformats.org/officeDocument/2006/relationships/image" Target="../media/image258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62.png"/><Relationship Id="rId5" Type="http://schemas.openxmlformats.org/officeDocument/2006/relationships/image" Target="../media/image26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Relationship Id="rId5" Type="http://schemas.openxmlformats.org/officeDocument/2006/relationships/image" Target="../media/image272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Relationship Id="rId3" Type="http://schemas.openxmlformats.org/officeDocument/2006/relationships/image" Target="../media/image275.png"/><Relationship Id="rId4" Type="http://schemas.openxmlformats.org/officeDocument/2006/relationships/image" Target="../media/image27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Relationship Id="rId3" Type="http://schemas.openxmlformats.org/officeDocument/2006/relationships/image" Target="../media/image278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Relationship Id="rId3" Type="http://schemas.openxmlformats.org/officeDocument/2006/relationships/image" Target="../media/image281.png"/><Relationship Id="rId4" Type="http://schemas.openxmlformats.org/officeDocument/2006/relationships/image" Target="../media/image28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Relationship Id="rId3" Type="http://schemas.openxmlformats.org/officeDocument/2006/relationships/image" Target="../media/image285.png"/><Relationship Id="rId4" Type="http://schemas.openxmlformats.org/officeDocument/2006/relationships/image" Target="../media/image286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89.png"/><Relationship Id="rId4" Type="http://schemas.openxmlformats.org/officeDocument/2006/relationships/image" Target="../media/image27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Relationship Id="rId3" Type="http://schemas.openxmlformats.org/officeDocument/2006/relationships/image" Target="../media/image292.png"/><Relationship Id="rId4" Type="http://schemas.openxmlformats.org/officeDocument/2006/relationships/image" Target="../media/image29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96.png"/><Relationship Id="rId4" Type="http://schemas.openxmlformats.org/officeDocument/2006/relationships/image" Target="../media/image297.png"/><Relationship Id="rId5" Type="http://schemas.openxmlformats.org/officeDocument/2006/relationships/image" Target="../media/image298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Relationship Id="rId3" Type="http://schemas.openxmlformats.org/officeDocument/2006/relationships/image" Target="../media/image306.png"/><Relationship Id="rId4" Type="http://schemas.openxmlformats.org/officeDocument/2006/relationships/image" Target="../media/image307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Relationship Id="rId3" Type="http://schemas.openxmlformats.org/officeDocument/2006/relationships/image" Target="../media/image309.png"/><Relationship Id="rId4" Type="http://schemas.openxmlformats.org/officeDocument/2006/relationships/image" Target="../media/image310.png"/><Relationship Id="rId5" Type="http://schemas.openxmlformats.org/officeDocument/2006/relationships/image" Target="../media/image311.png"/><Relationship Id="rId6" Type="http://schemas.openxmlformats.org/officeDocument/2006/relationships/image" Target="../media/image312.png"/><Relationship Id="rId7" Type="http://schemas.openxmlformats.org/officeDocument/2006/relationships/image" Target="../media/image31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316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31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Relationship Id="rId3" Type="http://schemas.openxmlformats.org/officeDocument/2006/relationships/image" Target="../media/image318.png"/><Relationship Id="rId4" Type="http://schemas.openxmlformats.org/officeDocument/2006/relationships/image" Target="../media/image319.png"/><Relationship Id="rId5" Type="http://schemas.openxmlformats.org/officeDocument/2006/relationships/image" Target="../media/image320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Relationship Id="rId3" Type="http://schemas.openxmlformats.org/officeDocument/2006/relationships/image" Target="../media/image322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Relationship Id="rId3" Type="http://schemas.openxmlformats.org/officeDocument/2006/relationships/image" Target="../media/image325.png"/><Relationship Id="rId4" Type="http://schemas.openxmlformats.org/officeDocument/2006/relationships/image" Target="../media/image32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Relationship Id="rId3" Type="http://schemas.openxmlformats.org/officeDocument/2006/relationships/image" Target="../media/image329.png"/><Relationship Id="rId4" Type="http://schemas.openxmlformats.org/officeDocument/2006/relationships/image" Target="../media/image330.png"/><Relationship Id="rId5" Type="http://schemas.openxmlformats.org/officeDocument/2006/relationships/image" Target="../media/image331.png"/><Relationship Id="rId6" Type="http://schemas.openxmlformats.org/officeDocument/2006/relationships/image" Target="../media/image332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Relationship Id="rId3" Type="http://schemas.openxmlformats.org/officeDocument/2006/relationships/image" Target="../media/image335.png"/><Relationship Id="rId4" Type="http://schemas.openxmlformats.org/officeDocument/2006/relationships/image" Target="../media/image336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Relationship Id="rId3" Type="http://schemas.openxmlformats.org/officeDocument/2006/relationships/image" Target="../media/image339.png"/><Relationship Id="rId4" Type="http://schemas.openxmlformats.org/officeDocument/2006/relationships/image" Target="../media/image340.png"/><Relationship Id="rId5" Type="http://schemas.openxmlformats.org/officeDocument/2006/relationships/image" Target="../media/image34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Relationship Id="rId3" Type="http://schemas.openxmlformats.org/officeDocument/2006/relationships/image" Target="../media/image344.png"/><Relationship Id="rId4" Type="http://schemas.openxmlformats.org/officeDocument/2006/relationships/image" Target="../media/image345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Relationship Id="rId3" Type="http://schemas.openxmlformats.org/officeDocument/2006/relationships/image" Target="../media/image347.png"/><Relationship Id="rId4" Type="http://schemas.openxmlformats.org/officeDocument/2006/relationships/image" Target="../media/image348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Relationship Id="rId3" Type="http://schemas.openxmlformats.org/officeDocument/2006/relationships/image" Target="../media/image351.png"/><Relationship Id="rId4" Type="http://schemas.openxmlformats.org/officeDocument/2006/relationships/image" Target="../media/image352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Relationship Id="rId3" Type="http://schemas.openxmlformats.org/officeDocument/2006/relationships/image" Target="../media/image355.png"/><Relationship Id="rId4" Type="http://schemas.openxmlformats.org/officeDocument/2006/relationships/image" Target="../media/image356.png"/><Relationship Id="rId5" Type="http://schemas.openxmlformats.org/officeDocument/2006/relationships/image" Target="../media/image357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Relationship Id="rId3" Type="http://schemas.openxmlformats.org/officeDocument/2006/relationships/image" Target="../media/image365.png"/><Relationship Id="rId4" Type="http://schemas.openxmlformats.org/officeDocument/2006/relationships/image" Target="../media/image366.png"/><Relationship Id="rId5" Type="http://schemas.openxmlformats.org/officeDocument/2006/relationships/image" Target="../media/image367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Relationship Id="rId3" Type="http://schemas.openxmlformats.org/officeDocument/2006/relationships/image" Target="../media/image370.png"/><Relationship Id="rId4" Type="http://schemas.openxmlformats.org/officeDocument/2006/relationships/image" Target="../media/image371.png"/><Relationship Id="rId5" Type="http://schemas.openxmlformats.org/officeDocument/2006/relationships/image" Target="../media/image372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Relationship Id="rId3" Type="http://schemas.openxmlformats.org/officeDocument/2006/relationships/image" Target="../media/image6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Relationship Id="rId3" Type="http://schemas.openxmlformats.org/officeDocument/2006/relationships/image" Target="../media/image63.png"/><Relationship Id="rId4" Type="http://schemas.openxmlformats.org/officeDocument/2006/relationships/image" Target="../media/image381.png"/><Relationship Id="rId5" Type="http://schemas.openxmlformats.org/officeDocument/2006/relationships/image" Target="../media/image382.png"/><Relationship Id="rId6" Type="http://schemas.openxmlformats.org/officeDocument/2006/relationships/image" Target="../media/image38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Relationship Id="rId3" Type="http://schemas.openxmlformats.org/officeDocument/2006/relationships/image" Target="../media/image385.png"/><Relationship Id="rId4" Type="http://schemas.openxmlformats.org/officeDocument/2006/relationships/image" Target="../media/image386.png"/><Relationship Id="rId5" Type="http://schemas.openxmlformats.org/officeDocument/2006/relationships/image" Target="../media/image387.png"/><Relationship Id="rId6" Type="http://schemas.openxmlformats.org/officeDocument/2006/relationships/image" Target="../media/image388.png"/><Relationship Id="rId7" Type="http://schemas.openxmlformats.org/officeDocument/2006/relationships/image" Target="../media/image389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Relationship Id="rId3" Type="http://schemas.openxmlformats.org/officeDocument/2006/relationships/image" Target="../media/image391.png"/><Relationship Id="rId4" Type="http://schemas.openxmlformats.org/officeDocument/2006/relationships/image" Target="../media/image392.png"/><Relationship Id="rId5" Type="http://schemas.openxmlformats.org/officeDocument/2006/relationships/image" Target="../media/image393.png"/><Relationship Id="rId6" Type="http://schemas.openxmlformats.org/officeDocument/2006/relationships/image" Target="../media/image394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Relationship Id="rId3" Type="http://schemas.openxmlformats.org/officeDocument/2006/relationships/image" Target="../media/image391.png"/><Relationship Id="rId4" Type="http://schemas.openxmlformats.org/officeDocument/2006/relationships/image" Target="../media/image392.png"/><Relationship Id="rId5" Type="http://schemas.openxmlformats.org/officeDocument/2006/relationships/image" Target="../media/image393.png"/><Relationship Id="rId6" Type="http://schemas.openxmlformats.org/officeDocument/2006/relationships/image" Target="../media/image394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Relationship Id="rId3" Type="http://schemas.openxmlformats.org/officeDocument/2006/relationships/image" Target="../media/image396.png"/><Relationship Id="rId4" Type="http://schemas.openxmlformats.org/officeDocument/2006/relationships/image" Target="../media/image397.png"/><Relationship Id="rId5" Type="http://schemas.openxmlformats.org/officeDocument/2006/relationships/image" Target="../media/image398.png"/><Relationship Id="rId6" Type="http://schemas.openxmlformats.org/officeDocument/2006/relationships/image" Target="../media/image399.png"/><Relationship Id="rId7" Type="http://schemas.openxmlformats.org/officeDocument/2006/relationships/image" Target="../media/image400.png"/><Relationship Id="rId8" Type="http://schemas.openxmlformats.org/officeDocument/2006/relationships/image" Target="../media/image40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Relationship Id="rId3" Type="http://schemas.openxmlformats.org/officeDocument/2006/relationships/image" Target="../media/image40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05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Relationship Id="rId3" Type="http://schemas.openxmlformats.org/officeDocument/2006/relationships/image" Target="../media/image407.png"/><Relationship Id="rId4" Type="http://schemas.openxmlformats.org/officeDocument/2006/relationships/image" Target="../media/image408.png"/><Relationship Id="rId5" Type="http://schemas.openxmlformats.org/officeDocument/2006/relationships/image" Target="../media/image40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Relationship Id="rId3" Type="http://schemas.openxmlformats.org/officeDocument/2006/relationships/image" Target="../media/image411.png"/><Relationship Id="rId4" Type="http://schemas.openxmlformats.org/officeDocument/2006/relationships/image" Target="../media/image412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Relationship Id="rId3" Type="http://schemas.openxmlformats.org/officeDocument/2006/relationships/image" Target="../media/image414.png"/><Relationship Id="rId4" Type="http://schemas.openxmlformats.org/officeDocument/2006/relationships/image" Target="../media/image415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Relationship Id="rId3" Type="http://schemas.openxmlformats.org/officeDocument/2006/relationships/image" Target="../media/image417.png"/><Relationship Id="rId4" Type="http://schemas.openxmlformats.org/officeDocument/2006/relationships/image" Target="../media/image418.png"/><Relationship Id="rId5" Type="http://schemas.openxmlformats.org/officeDocument/2006/relationships/image" Target="../media/image419.png"/><Relationship Id="rId6" Type="http://schemas.openxmlformats.org/officeDocument/2006/relationships/image" Target="../media/image420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Relationship Id="rId3" Type="http://schemas.openxmlformats.org/officeDocument/2006/relationships/image" Target="../media/image422.png"/><Relationship Id="rId4" Type="http://schemas.openxmlformats.org/officeDocument/2006/relationships/image" Target="../media/image423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Relationship Id="rId3" Type="http://schemas.openxmlformats.org/officeDocument/2006/relationships/image" Target="../media/image425.png"/><Relationship Id="rId4" Type="http://schemas.openxmlformats.org/officeDocument/2006/relationships/image" Target="../media/image4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Relationship Id="rId3" Type="http://schemas.openxmlformats.org/officeDocument/2006/relationships/image" Target="../media/image42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Relationship Id="rId3" Type="http://schemas.openxmlformats.org/officeDocument/2006/relationships/image" Target="../media/image428.png"/><Relationship Id="rId4" Type="http://schemas.openxmlformats.org/officeDocument/2006/relationships/image" Target="../media/image430.png"/><Relationship Id="rId5" Type="http://schemas.openxmlformats.org/officeDocument/2006/relationships/image" Target="../media/image371.png"/><Relationship Id="rId6" Type="http://schemas.openxmlformats.org/officeDocument/2006/relationships/image" Target="../media/image431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Relationship Id="rId3" Type="http://schemas.openxmlformats.org/officeDocument/2006/relationships/image" Target="../media/image433.png"/><Relationship Id="rId4" Type="http://schemas.openxmlformats.org/officeDocument/2006/relationships/image" Target="../media/image434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Relationship Id="rId3" Type="http://schemas.openxmlformats.org/officeDocument/2006/relationships/image" Target="../media/image433.png"/><Relationship Id="rId4" Type="http://schemas.openxmlformats.org/officeDocument/2006/relationships/image" Target="../media/image434.png"/><Relationship Id="rId5" Type="http://schemas.openxmlformats.org/officeDocument/2006/relationships/image" Target="../media/image436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Relationship Id="rId3" Type="http://schemas.openxmlformats.org/officeDocument/2006/relationships/image" Target="../media/image438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Relationship Id="rId3" Type="http://schemas.openxmlformats.org/officeDocument/2006/relationships/image" Target="../media/image443.png"/><Relationship Id="rId4" Type="http://schemas.openxmlformats.org/officeDocument/2006/relationships/image" Target="../media/image444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Relationship Id="rId3" Type="http://schemas.openxmlformats.org/officeDocument/2006/relationships/image" Target="../media/image446.png"/><Relationship Id="rId4" Type="http://schemas.openxmlformats.org/officeDocument/2006/relationships/image" Target="../media/image444.png"/><Relationship Id="rId5" Type="http://schemas.openxmlformats.org/officeDocument/2006/relationships/image" Target="../media/image447.png"/><Relationship Id="rId6" Type="http://schemas.openxmlformats.org/officeDocument/2006/relationships/image" Target="../media/image448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Relationship Id="rId3" Type="http://schemas.openxmlformats.org/officeDocument/2006/relationships/image" Target="../media/image450.png"/><Relationship Id="rId4" Type="http://schemas.openxmlformats.org/officeDocument/2006/relationships/image" Target="../media/image45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Relationship Id="rId3" Type="http://schemas.openxmlformats.org/officeDocument/2006/relationships/image" Target="../media/image454.png"/><Relationship Id="rId4" Type="http://schemas.openxmlformats.org/officeDocument/2006/relationships/image" Target="../media/image45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Relationship Id="rId3" Type="http://schemas.openxmlformats.org/officeDocument/2006/relationships/image" Target="../media/image457.png"/><Relationship Id="rId4" Type="http://schemas.openxmlformats.org/officeDocument/2006/relationships/image" Target="../media/image461.png"/><Relationship Id="rId5" Type="http://schemas.openxmlformats.org/officeDocument/2006/relationships/image" Target="../media/image462.png"/><Relationship Id="rId6" Type="http://schemas.openxmlformats.org/officeDocument/2006/relationships/image" Target="../media/image463.png"/><Relationship Id="rId7" Type="http://schemas.openxmlformats.org/officeDocument/2006/relationships/image" Target="../media/image464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Relationship Id="rId3" Type="http://schemas.openxmlformats.org/officeDocument/2006/relationships/image" Target="../media/image466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Relationship Id="rId3" Type="http://schemas.openxmlformats.org/officeDocument/2006/relationships/image" Target="../media/image468.png"/><Relationship Id="rId4" Type="http://schemas.openxmlformats.org/officeDocument/2006/relationships/image" Target="../media/image469.png"/><Relationship Id="rId5" Type="http://schemas.openxmlformats.org/officeDocument/2006/relationships/image" Target="../media/image470.png"/><Relationship Id="rId6" Type="http://schemas.openxmlformats.org/officeDocument/2006/relationships/image" Target="../media/image471.png"/><Relationship Id="rId7" Type="http://schemas.openxmlformats.org/officeDocument/2006/relationships/image" Target="../media/image472.png"/><Relationship Id="rId8" Type="http://schemas.openxmlformats.org/officeDocument/2006/relationships/image" Target="../media/image473.png"/><Relationship Id="rId9" Type="http://schemas.openxmlformats.org/officeDocument/2006/relationships/image" Target="../media/image474.png"/><Relationship Id="rId10" Type="http://schemas.openxmlformats.org/officeDocument/2006/relationships/image" Target="../media/image475.png"/><Relationship Id="rId11" Type="http://schemas.openxmlformats.org/officeDocument/2006/relationships/image" Target="../media/image476.png"/><Relationship Id="rId12" Type="http://schemas.openxmlformats.org/officeDocument/2006/relationships/image" Target="../media/image477.png"/><Relationship Id="rId13" Type="http://schemas.openxmlformats.org/officeDocument/2006/relationships/image" Target="../media/image478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Solving Problems with Rational Numbers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139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0" name="Picture 9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2" name="Picture 11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17" name="Picture 16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9214" y="1440180"/>
            <a:ext cx="1617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1" name="Picture 10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3" name="Picture 12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9139" y="2052828"/>
            <a:ext cx="1085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03319" y="2665476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20" name="Picture 19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67429" y="3278124"/>
            <a:ext cx="790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4bf61ed56dc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127" y="3020568"/>
            <a:ext cx="4779264" cy="350520"/>
          </a:xfrm>
          <a:prstGeom prst="rect">
            <a:avLst/>
          </a:prstGeom>
        </p:spPr>
      </p:pic>
      <p:pic>
        <p:nvPicPr>
          <p:cNvPr id="12" name="Picture 11" descr="2417d66e2dd59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712464"/>
            <a:ext cx="8122920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cc98597e79ddb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4" y="1993392"/>
            <a:ext cx="5544312" cy="414528"/>
          </a:xfrm>
          <a:prstGeom prst="rect">
            <a:avLst/>
          </a:prstGeom>
        </p:spPr>
      </p:pic>
      <p:pic>
        <p:nvPicPr>
          <p:cNvPr id="11" name="Picture 10" descr="a46e16cf656fa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683763"/>
            <a:ext cx="7251192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3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0baaf26a407d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1994916"/>
            <a:ext cx="3803904" cy="408432"/>
          </a:xfrm>
          <a:prstGeom prst="rect">
            <a:avLst/>
          </a:prstGeom>
        </p:spPr>
      </p:pic>
      <p:pic>
        <p:nvPicPr>
          <p:cNvPr id="11" name="Picture 10" descr="4fc26d98a263c8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682240"/>
            <a:ext cx="6757416" cy="405384"/>
          </a:xfrm>
          <a:prstGeom prst="rect">
            <a:avLst/>
          </a:prstGeom>
        </p:spPr>
      </p:pic>
      <p:pic>
        <p:nvPicPr>
          <p:cNvPr id="12" name="Picture 11" descr="ae1a5a7207b817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347" y="3366516"/>
            <a:ext cx="596188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8235" y="334213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83c5d338eb6c26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5660" y="3401568"/>
            <a:ext cx="142951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b073017cb6305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04643"/>
            <a:ext cx="378561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9f41e57a08380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797296" cy="405384"/>
          </a:xfrm>
          <a:prstGeom prst="rect">
            <a:avLst/>
          </a:prstGeom>
        </p:spPr>
      </p:pic>
      <p:pic>
        <p:nvPicPr>
          <p:cNvPr id="9" name="Picture 8" descr="9886ab42ab881d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24072" cy="338328"/>
          </a:xfrm>
          <a:prstGeom prst="rect">
            <a:avLst/>
          </a:prstGeom>
        </p:spPr>
      </p:pic>
      <p:pic>
        <p:nvPicPr>
          <p:cNvPr id="10" name="Picture 9" descr="a3c2876c6f516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2592"/>
            <a:ext cx="2215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4cde0a73e646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1600200"/>
            <a:ext cx="514197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9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341fce2cb0bbc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248" y="1600200"/>
            <a:ext cx="514502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5576" y="32015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1" name="Picture 10" descr="bcb34fa03e089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663" y="3303634"/>
            <a:ext cx="2240280" cy="252984"/>
          </a:xfrm>
          <a:prstGeom prst="rect">
            <a:avLst/>
          </a:prstGeom>
        </p:spPr>
      </p:pic>
      <p:pic>
        <p:nvPicPr>
          <p:cNvPr id="12" name="Picture 11" descr="30762fde1252fc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440" y="3817222"/>
            <a:ext cx="3486912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f4da8d69ae35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4643"/>
            <a:ext cx="37917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0014276d232b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05200" cy="341376"/>
          </a:xfrm>
          <a:prstGeom prst="rect">
            <a:avLst/>
          </a:prstGeom>
        </p:spPr>
      </p:pic>
      <p:pic>
        <p:nvPicPr>
          <p:cNvPr id="9" name="Picture 8" descr="934206aface5f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6050280" cy="414528"/>
          </a:xfrm>
          <a:prstGeom prst="rect">
            <a:avLst/>
          </a:prstGeom>
        </p:spPr>
      </p:pic>
      <p:pic>
        <p:nvPicPr>
          <p:cNvPr id="10" name="Picture 9" descr="5c58ea8720635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577900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6.85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b8e06632cef40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4" y="1600200"/>
            <a:ext cx="51633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248bda730bf17b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79" y="1600200"/>
            <a:ext cx="516636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3393" y="3204574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9ce2865529b18e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190" y="3302110"/>
            <a:ext cx="2913888" cy="262128"/>
          </a:xfrm>
          <a:prstGeom prst="rect">
            <a:avLst/>
          </a:prstGeom>
        </p:spPr>
      </p:pic>
      <p:pic>
        <p:nvPicPr>
          <p:cNvPr id="12" name="Picture 11" descr="bd4649ecf62b8a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257" y="3829414"/>
            <a:ext cx="2069591" cy="213360"/>
          </a:xfrm>
          <a:prstGeom prst="rect">
            <a:avLst/>
          </a:prstGeom>
        </p:spPr>
      </p:pic>
      <p:pic>
        <p:nvPicPr>
          <p:cNvPr id="13" name="Picture 12" descr="fb181fe42321e2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8257" y="4310998"/>
            <a:ext cx="136245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5.51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09fad54e40349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2524" y="2197608"/>
            <a:ext cx="377647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a3c75618fa7d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9" y="2106168"/>
            <a:ext cx="377952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2256" y="2839212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0" name="Picture 9" descr="691fe688d72e9d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343" y="2941320"/>
            <a:ext cx="2026920" cy="252984"/>
          </a:xfrm>
          <a:prstGeom prst="rect">
            <a:avLst/>
          </a:prstGeom>
        </p:spPr>
      </p:pic>
      <p:pic>
        <p:nvPicPr>
          <p:cNvPr id="11" name="Picture 10" descr="b4ec2c46247ef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7120" y="3454908"/>
            <a:ext cx="124663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5243cc360be29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4623"/>
            <a:ext cx="117348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5ce3a6a6b398a3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7272"/>
            <a:ext cx="1152144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3090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a8bb2f17f73fb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3100"/>
            <a:ext cx="117348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ca70dd33a6d37a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5748"/>
            <a:ext cx="115519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6138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064" y="37349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6" name="Picture 15" descr="884fc76005d876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151" y="3837034"/>
            <a:ext cx="2057400" cy="252984"/>
          </a:xfrm>
          <a:prstGeom prst="rect">
            <a:avLst/>
          </a:prstGeom>
        </p:spPr>
      </p:pic>
      <p:pic>
        <p:nvPicPr>
          <p:cNvPr id="17" name="Picture 16" descr="3665917b6f209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928" y="4350622"/>
            <a:ext cx="127101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9a1c5b83d5664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2196083"/>
            <a:ext cx="34869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b4e4dff994d3b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03120"/>
            <a:ext cx="3489960" cy="414528"/>
          </a:xfrm>
          <a:prstGeom prst="rect">
            <a:avLst/>
          </a:prstGeom>
        </p:spPr>
      </p:pic>
      <p:pic>
        <p:nvPicPr>
          <p:cNvPr id="9" name="Picture 8" descr="74a99bec27e4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5" y="2944368"/>
            <a:ext cx="1365504" cy="252984"/>
          </a:xfrm>
          <a:prstGeom prst="rect">
            <a:avLst/>
          </a:prstGeom>
        </p:spPr>
      </p:pic>
      <p:pic>
        <p:nvPicPr>
          <p:cNvPr id="10" name="Picture 9" descr="3dc41426a2cb47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35" y="3456431"/>
            <a:ext cx="30083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1e4655248ebd17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6083"/>
            <a:ext cx="381609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6c08936514ac2e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pic>
        <p:nvPicPr>
          <p:cNvPr id="9" name="Picture 8" descr="428101046aa75a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7" y="2939796"/>
            <a:ext cx="2084831" cy="256032"/>
          </a:xfrm>
          <a:prstGeom prst="rect">
            <a:avLst/>
          </a:prstGeom>
        </p:spPr>
      </p:pic>
      <p:pic>
        <p:nvPicPr>
          <p:cNvPr id="10" name="Picture 9" descr="e9dcbdc19c34f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7" y="3454908"/>
            <a:ext cx="263956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458ce47e03352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620" y="2196083"/>
            <a:ext cx="3764279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2.316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2.46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a5ae3f69ac2c6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2103120"/>
            <a:ext cx="376732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1973" y="3417139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27f7e9522e6b3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770" y="3514675"/>
            <a:ext cx="2782824" cy="262128"/>
          </a:xfrm>
          <a:prstGeom prst="rect">
            <a:avLst/>
          </a:prstGeom>
        </p:spPr>
      </p:pic>
      <p:pic>
        <p:nvPicPr>
          <p:cNvPr id="12" name="Picture 11" descr="121dee4f34127b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837" y="4041979"/>
            <a:ext cx="2365248" cy="213360"/>
          </a:xfrm>
          <a:prstGeom prst="rect">
            <a:avLst/>
          </a:prstGeom>
        </p:spPr>
      </p:pic>
      <p:pic>
        <p:nvPicPr>
          <p:cNvPr id="13" name="Picture 12" descr="d9fd5fe20052fe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6837" y="4520515"/>
            <a:ext cx="1377696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2.316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56988b1bd434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428" y="2196083"/>
            <a:ext cx="378866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9def6d28be262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pic>
        <p:nvPicPr>
          <p:cNvPr id="10" name="Picture 9" descr="7a92f566b3dc9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1" y="3519247"/>
            <a:ext cx="2209800" cy="252984"/>
          </a:xfrm>
          <a:prstGeom prst="rect">
            <a:avLst/>
          </a:prstGeom>
        </p:spPr>
      </p:pic>
      <p:pic>
        <p:nvPicPr>
          <p:cNvPr id="11" name="Picture 10" descr="4253edb8e6cb15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1" y="4031311"/>
            <a:ext cx="3209544" cy="307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8364ffedb5ab9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408" y="2194560"/>
            <a:ext cx="41087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95877dd6e3ac6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83" y="2103120"/>
            <a:ext cx="41117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19489" y="2839212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0" name="Picture 9" descr="2c3b2befdb898d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286" y="2936748"/>
            <a:ext cx="2904744" cy="262128"/>
          </a:xfrm>
          <a:prstGeom prst="rect">
            <a:avLst/>
          </a:prstGeom>
        </p:spPr>
      </p:pic>
      <p:pic>
        <p:nvPicPr>
          <p:cNvPr id="11" name="Picture 10" descr="40578aa67f396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4353" y="3464052"/>
            <a:ext cx="2066543" cy="213360"/>
          </a:xfrm>
          <a:prstGeom prst="rect">
            <a:avLst/>
          </a:prstGeom>
        </p:spPr>
      </p:pic>
      <p:pic>
        <p:nvPicPr>
          <p:cNvPr id="12" name="Picture 11" descr="859794e45c118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4353" y="3942588"/>
            <a:ext cx="1331976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5f6d6560049ba7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95" y="2196083"/>
            <a:ext cx="551992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857500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982468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8575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a7b6204384889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103120"/>
            <a:ext cx="552297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769107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894075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769107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2" name="Picture 11" descr="af0a0edef72ddd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03" y="3625595"/>
            <a:ext cx="2761488" cy="262128"/>
          </a:xfrm>
          <a:prstGeom prst="rect">
            <a:avLst/>
          </a:prstGeom>
        </p:spPr>
      </p:pic>
      <p:pic>
        <p:nvPicPr>
          <p:cNvPr id="13" name="Picture 12" descr="e0b2ab7a4c26b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03" y="4152899"/>
            <a:ext cx="1694688" cy="213360"/>
          </a:xfrm>
          <a:prstGeom prst="rect">
            <a:avLst/>
          </a:prstGeom>
        </p:spPr>
      </p:pic>
      <p:pic>
        <p:nvPicPr>
          <p:cNvPr id="14" name="Picture 13" descr="1dcdac54ad1451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403" y="4655819"/>
            <a:ext cx="235305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5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5.7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9261" y="2171700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0a7a4307a87a1a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384" y="2196083"/>
            <a:ext cx="558088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3272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7737" y="2081783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595d18b76e1d00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860" y="2103120"/>
            <a:ext cx="558393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4796" y="208178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32" y="3417139"/>
            <a:ext cx="879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powers do not match, and exponents are not added.</a:t>
            </a:r>
          </a:p>
        </p:txBody>
      </p:sp>
      <p:pic>
        <p:nvPicPr>
          <p:cNvPr id="13" name="Picture 12" descr="afb9dc22174bd3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096" y="4017595"/>
            <a:ext cx="2773680" cy="262128"/>
          </a:xfrm>
          <a:prstGeom prst="rect">
            <a:avLst/>
          </a:prstGeom>
        </p:spPr>
      </p:pic>
      <p:pic>
        <p:nvPicPr>
          <p:cNvPr id="14" name="Picture 13" descr="0920ee9ba6d56a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096" y="4544899"/>
            <a:ext cx="238048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89584" y="4422979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bab4917e6b979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5509" y="4523563"/>
            <a:ext cx="1399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6.619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bb51b7cdaedc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7527"/>
            <a:ext cx="3066288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da4b5382fbcd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3411"/>
            <a:ext cx="330403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95d8ded1b0db29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7771"/>
            <a:ext cx="3063240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0bd66daf20240d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40607"/>
            <a:ext cx="3060192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ca328e32445857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37413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461162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4634cfd84477c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4527804"/>
            <a:ext cx="454152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4423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0647" y="2900172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0362" y="351282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1993392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387" y="2717292"/>
            <a:ext cx="110032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94715" y="265938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260" y="2717292"/>
            <a:ext cx="1261872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1993392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066288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1993392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682240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221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4643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505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4263b59ab134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695" y="3326494"/>
            <a:ext cx="1414272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2505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2e6e8e2b001e1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862" y="3805030"/>
            <a:ext cx="1981199" cy="262128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369" y="4310998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477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a056522f38be10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393" y="3891898"/>
            <a:ext cx="120396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8353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d07cb81e712af3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42" y="3865990"/>
            <a:ext cx="1965960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477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5bba082eb9d248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169" y="4393294"/>
            <a:ext cx="1213104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8273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256bb6140aa7ae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162" y="4368910"/>
            <a:ext cx="2011680" cy="262128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637" y="4871830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71829a44e81d1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3" y="2196083"/>
            <a:ext cx="278587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9a64fed63dd04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103120"/>
            <a:ext cx="278892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3841" y="284225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515cb46100c899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031" y="2964179"/>
            <a:ext cx="987552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3841" y="334517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b08638df285abc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198" y="3442715"/>
            <a:ext cx="1941576" cy="262128"/>
          </a:xfrm>
          <a:prstGeom prst="rect">
            <a:avLst/>
          </a:prstGeom>
        </p:spPr>
      </p:pic>
      <p:pic>
        <p:nvPicPr>
          <p:cNvPr id="13" name="Picture 12" descr="f2052183a017b1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705" y="3945635"/>
            <a:ext cx="93268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63d362095a3f3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1352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9fc66bb1f34c49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3690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79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e21453500b5879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440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7191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cfe01e2266e7d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4300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488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2609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4841b499496deb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799" y="3856846"/>
            <a:ext cx="141732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2609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a2fcaba2a23dd2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966" y="4335382"/>
            <a:ext cx="1840991" cy="262128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473" y="4838302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37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68d052e64ee558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163" y="3345180"/>
            <a:ext cx="1481328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37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93ba4e388683b6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26" y="3826763"/>
            <a:ext cx="1880616" cy="256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8589" y="4329683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ffdc47127232dd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276" y="2194560"/>
            <a:ext cx="164896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0912071a11b6e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323" y="2103120"/>
            <a:ext cx="1642872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94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b4106f1670f349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863" y="3345180"/>
            <a:ext cx="186537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894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06020145e4625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26" y="3823716"/>
            <a:ext cx="2109216" cy="262128"/>
          </a:xfrm>
          <a:prstGeom prst="rect">
            <a:avLst/>
          </a:prstGeom>
        </p:spPr>
      </p:pic>
      <p:pic>
        <p:nvPicPr>
          <p:cNvPr id="13" name="Picture 12" descr="c559c147ffe46a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289" y="4329683"/>
            <a:ext cx="288950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3853590bf4416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536" y="2196083"/>
            <a:ext cx="282244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72da9cf6bf1b7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03120"/>
            <a:ext cx="282549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745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441dd60a023e0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935" y="3540583"/>
            <a:ext cx="102108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17745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579cc9c9ffeab55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102" y="4017595"/>
            <a:ext cx="1950720" cy="262128"/>
          </a:xfrm>
          <a:prstGeom prst="rect">
            <a:avLst/>
          </a:prstGeom>
        </p:spPr>
      </p:pic>
      <p:pic>
        <p:nvPicPr>
          <p:cNvPr id="14" name="Picture 13" descr="10c89d61f9e09d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609" y="4520515"/>
            <a:ext cx="954023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6083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60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95ecba0795db8e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99" y="3539059"/>
            <a:ext cx="119786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60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d8f8e59949bbed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966" y="4017595"/>
            <a:ext cx="1840991" cy="262128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473" y="4520515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c4bdb38362d4e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17d387ca555e4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2103120"/>
            <a:ext cx="128625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37153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e20244de15a0b9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591" y="3352800"/>
            <a:ext cx="996696" cy="2103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37153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3a763d23ef38b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654" y="3829812"/>
            <a:ext cx="3416808" cy="262128"/>
          </a:xfrm>
          <a:prstGeom prst="rect">
            <a:avLst/>
          </a:prstGeom>
        </p:spPr>
      </p:pic>
      <p:pic>
        <p:nvPicPr>
          <p:cNvPr id="13" name="Picture 12" descr="9b9b4517e7c62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2017" y="4332732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24154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36651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24154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15010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27507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15010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887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e920add2c6370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799" y="4011168"/>
            <a:ext cx="183489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8695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8691e6c5c0ab48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768" y="4011168"/>
            <a:ext cx="23469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0887" y="4602480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dedb3e2327f40b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232" y="4471416"/>
            <a:ext cx="3002280" cy="719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79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8731" y="1815084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3c0f930fcb43c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758" y="1645920"/>
            <a:ext cx="1481328" cy="795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3086" y="1815084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201859fe582e56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180" y="1876044"/>
            <a:ext cx="14356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71916" y="2692908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af7ef3b3737f0a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4307" y="2750819"/>
            <a:ext cx="1225296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15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1779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727390f8bf6207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4806" y="1645920"/>
            <a:ext cx="1475232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038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9573c279596073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4132" y="1877568"/>
            <a:ext cx="14356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70392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efd4e5357231d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2783" y="2753868"/>
            <a:ext cx="1228344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976115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da3880d2244724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600956"/>
            <a:ext cx="149656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72168" y="4479035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7db60f7f6057b1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057" y="4576572"/>
            <a:ext cx="1892807" cy="262128"/>
          </a:xfrm>
          <a:prstGeom prst="rect">
            <a:avLst/>
          </a:prstGeom>
        </p:spPr>
      </p:pic>
      <p:pic>
        <p:nvPicPr>
          <p:cNvPr id="19" name="Picture 18" descr="b42c305db1deb8a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5082539"/>
            <a:ext cx="838200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53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1993392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43817" y="2656332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006" y="2717292"/>
            <a:ext cx="137769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023872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656332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410" y="3342132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237" y="3368040"/>
            <a:ext cx="3166872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8053" y="1714500"/>
            <a:ext cx="4120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411" y="1772412"/>
            <a:ext cx="15758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7227" y="1714500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215" y="1772412"/>
            <a:ext cx="1383792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52007" y="1714500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a08d6ab77e1723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248400" cy="387096"/>
          </a:xfrm>
          <a:prstGeom prst="rect">
            <a:avLst/>
          </a:prstGeom>
        </p:spPr>
      </p:pic>
      <p:pic>
        <p:nvPicPr>
          <p:cNvPr id="10" name="Picture 9" descr="a93125fbd09b82b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462272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0625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645c9c47acde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639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2863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debdcb1f49260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851" y="1600200"/>
            <a:ext cx="2005584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435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9101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9219eb587cce9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15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1339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cda4b72b75ce9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327" y="1600200"/>
            <a:ext cx="200863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0959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94a8240adc6e96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5957" y="3055222"/>
            <a:ext cx="218541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1373" y="2933302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261" y="3030838"/>
            <a:ext cx="1859280" cy="262128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5957" y="3509374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1093" y="3939142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7eec2dad996b77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3250" y="4039726"/>
            <a:ext cx="1030224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9331" y="1714500"/>
            <a:ext cx="3203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985" y="1773936"/>
            <a:ext cx="17830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39065" y="1714500"/>
            <a:ext cx="3470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625" y="2506980"/>
            <a:ext cx="199948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0113" y="2446020"/>
            <a:ext cx="3977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bb89500147edd4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895344" cy="417576"/>
          </a:xfrm>
          <a:prstGeom prst="rect">
            <a:avLst/>
          </a:prstGeom>
        </p:spPr>
      </p:pic>
      <p:pic>
        <p:nvPicPr>
          <p:cNvPr id="10" name="Picture 9" descr="675b2dce7029d4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0411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9636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085e71197c76e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141" y="1600200"/>
            <a:ext cx="202692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9061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031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8ca2d2fd49f849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86" y="2340864"/>
            <a:ext cx="2036064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68750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8112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92d949c5a21a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617" y="1600200"/>
            <a:ext cx="2029968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0585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1507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b395e7df8785e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162" y="2340864"/>
            <a:ext cx="2039112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274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768454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176886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752958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130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cb6705e7e3c134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e2d8d1397623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14e1bd54084a4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5ace9ec4312072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0dcb6b3604aaf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929" y="4212667"/>
            <a:ext cx="182575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7681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a732557401dc8a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570" y="4188283"/>
            <a:ext cx="1831848" cy="262128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929" y="4666819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7065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018e3913f4d433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846" y="5197171"/>
            <a:ext cx="1057656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9290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753867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92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0146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662428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0146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40ace4bdf802fb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233" y="4538803"/>
            <a:ext cx="15575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8761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ecdbdf53729bbd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823" y="4538803"/>
            <a:ext cx="123139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740" y="2194560"/>
            <a:ext cx="398373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1476" y="217170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216" y="2103120"/>
            <a:ext cx="398678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3000" y="208026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08579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493083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716" y="217170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372" y="2229612"/>
            <a:ext cx="14203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9740" y="217170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624" y="2229612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8448" y="217170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2192" y="208026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848" y="2138171"/>
            <a:ext cx="14234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31264" y="208026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48" y="2138171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9972" y="208026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7be216ecf24c5d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669" y="3536011"/>
            <a:ext cx="20299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6637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526" y="3511627"/>
            <a:ext cx="1859280" cy="262128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6669" y="3990163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1805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9b8a502d8aaa20e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9866" y="4520515"/>
            <a:ext cx="10698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17170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229612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17170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08026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138171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08026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366" y="3482340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050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a617e99eac0e99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313" y="3960876"/>
            <a:ext cx="1063752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07" y="274657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12" y="2806015"/>
            <a:ext cx="13929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7048" y="274657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773" y="280449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3853" y="274657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4683" y="265513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88" y="2714575"/>
            <a:ext cx="139598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8572" y="265513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297" y="271305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5377" y="265513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025" y="4059074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61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3b7c76269977c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58" y="4604666"/>
            <a:ext cx="130149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08" y="274657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9630dac2daa1a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190" y="2801443"/>
            <a:ext cx="1859280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6470" y="274657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ca0b1ffd8d5f75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029" y="2806015"/>
            <a:ext cx="1377696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1725" y="274657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08" y="265513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76e99574fb259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190" y="2708479"/>
            <a:ext cx="1859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6470" y="265513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4947c6a9376ae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029" y="2714575"/>
            <a:ext cx="1377696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1725" y="265513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7221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990cd9202cebfc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085" y="4586378"/>
            <a:ext cx="26730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7221" y="4994810"/>
            <a:ext cx="83042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9,145 stops at the ones place, so round to ones:  9,150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9,150 = 9.150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0" name="Picture 9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0777" y="144018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76571" y="2052828"/>
            <a:ext cx="1365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0647" y="26654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4221" y="32781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0301447559f26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1993392"/>
            <a:ext cx="5407152" cy="478536"/>
          </a:xfrm>
          <a:prstGeom prst="rect">
            <a:avLst/>
          </a:prstGeom>
        </p:spPr>
      </p:pic>
      <p:pic>
        <p:nvPicPr>
          <p:cNvPr id="11" name="Picture 10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746248"/>
            <a:ext cx="3185160" cy="478536"/>
          </a:xfrm>
          <a:prstGeom prst="rect">
            <a:avLst/>
          </a:prstGeom>
        </p:spPr>
      </p:pic>
      <p:pic>
        <p:nvPicPr>
          <p:cNvPr id="12" name="Picture 11" descr="4a07f45d5d9ca5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35" y="3499104"/>
            <a:ext cx="3209544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0579" y="350977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fbd6d5a320033c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8004" y="3601212"/>
            <a:ext cx="79248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159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4243ac5c29f5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784" y="1993392"/>
            <a:ext cx="142341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0200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9fd66553504e9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543" y="1993392"/>
            <a:ext cx="14538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8439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138d560710ac33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83" y="1993392"/>
            <a:ext cx="1901952" cy="478536"/>
          </a:xfrm>
          <a:prstGeom prst="rect">
            <a:avLst/>
          </a:prstGeom>
        </p:spPr>
      </p:pic>
      <p:pic>
        <p:nvPicPr>
          <p:cNvPr id="15" name="Picture 14" descr="b169188f81dcb7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596" y="2750820"/>
            <a:ext cx="1246632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65228" y="291693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7" name="Picture 16" descr="df602f9237f1cb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9571" y="2746248"/>
            <a:ext cx="1673352" cy="798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88315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5f3f835e2d87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328" y="1993392"/>
            <a:ext cx="228600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28" y="21305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4b3a5f09066c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671" y="2119884"/>
            <a:ext cx="3398520" cy="478536"/>
          </a:xfrm>
          <a:prstGeom prst="rect">
            <a:avLst/>
          </a:prstGeom>
        </p:spPr>
      </p:pic>
      <p:pic>
        <p:nvPicPr>
          <p:cNvPr id="13" name="Picture 12" descr="0416a625cfa02c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2" y="2999232"/>
            <a:ext cx="4639056" cy="673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11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5e47ed58306c9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059" y="2103120"/>
            <a:ext cx="2819400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0d6c9f96a3ec0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30680" cy="673608"/>
          </a:xfrm>
          <a:prstGeom prst="rect">
            <a:avLst/>
          </a:prstGeom>
        </p:spPr>
      </p:pic>
      <p:pic>
        <p:nvPicPr>
          <p:cNvPr id="9" name="Picture 8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185160" cy="478536"/>
          </a:xfrm>
          <a:prstGeom prst="rect">
            <a:avLst/>
          </a:prstGeom>
        </p:spPr>
      </p:pic>
      <p:pic>
        <p:nvPicPr>
          <p:cNvPr id="10" name="Picture 9" descr="48d618d0a819b8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21024"/>
            <a:ext cx="166116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20bcbb3e5ace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63" y="1600200"/>
            <a:ext cx="34411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9a98bd65ba9c0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5" y="1600200"/>
            <a:ext cx="34320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dcdcd24bba745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556618"/>
            <a:ext cx="1219200" cy="515112"/>
          </a:xfrm>
          <a:prstGeom prst="rect">
            <a:avLst/>
          </a:prstGeom>
        </p:spPr>
      </p:pic>
      <p:pic>
        <p:nvPicPr>
          <p:cNvPr id="11" name="Picture 10" descr="56c69e6e26de4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184506"/>
            <a:ext cx="2234184" cy="368808"/>
          </a:xfrm>
          <a:prstGeom prst="rect">
            <a:avLst/>
          </a:prstGeom>
        </p:spPr>
      </p:pic>
      <p:pic>
        <p:nvPicPr>
          <p:cNvPr id="12" name="Picture 11" descr="a96b4c1855583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4666090"/>
            <a:ext cx="1399032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3183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−17/9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8d7699a30e9dd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103120"/>
            <a:ext cx="3447288" cy="499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0e80ddb964149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22191" cy="478536"/>
          </a:xfrm>
          <a:prstGeom prst="rect">
            <a:avLst/>
          </a:prstGeom>
        </p:spPr>
      </p:pic>
      <p:pic>
        <p:nvPicPr>
          <p:cNvPr id="9" name="Picture 8" descr="a2a1fa108c11d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73096"/>
            <a:ext cx="3989832" cy="478536"/>
          </a:xfrm>
          <a:prstGeom prst="rect">
            <a:avLst/>
          </a:prstGeom>
        </p:spPr>
      </p:pic>
      <p:pic>
        <p:nvPicPr>
          <p:cNvPr id="10" name="Picture 9" descr="64f4a386edd009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25952"/>
            <a:ext cx="197205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7dee63e8529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0" y="1600200"/>
            <a:ext cx="4358640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e55928de2d14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15" y="1600200"/>
            <a:ext cx="4361688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3d08e3b9f0cd1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811" y="3361546"/>
            <a:ext cx="1261872" cy="368808"/>
          </a:xfrm>
          <a:prstGeom prst="rect">
            <a:avLst/>
          </a:prstGeom>
        </p:spPr>
      </p:pic>
      <p:pic>
        <p:nvPicPr>
          <p:cNvPr id="11" name="Picture 10" descr="97af87df177bbd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811" y="3864466"/>
            <a:ext cx="2438400" cy="368808"/>
          </a:xfrm>
          <a:prstGeom prst="rect">
            <a:avLst/>
          </a:prstGeom>
        </p:spPr>
      </p:pic>
      <p:pic>
        <p:nvPicPr>
          <p:cNvPr id="12" name="Picture 11" descr="dbd85bfcc6699f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811" y="4445110"/>
            <a:ext cx="3087624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946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ea03e9b9b6d50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6c4a40349de61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2103120"/>
            <a:ext cx="1008888" cy="478536"/>
          </a:xfrm>
          <a:prstGeom prst="rect">
            <a:avLst/>
          </a:prstGeom>
        </p:spPr>
      </p:pic>
      <p:pic>
        <p:nvPicPr>
          <p:cNvPr id="9" name="Picture 8" descr="e345b1c8704f7b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399" y="3020568"/>
            <a:ext cx="1819656" cy="2499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0055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ca3e1ca339eb7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128" y="2929128"/>
            <a:ext cx="157276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9815" y="3587827"/>
            <a:ext cx="3131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 × side = 169</a:t>
            </a:r>
          </a:p>
        </p:txBody>
      </p:sp>
      <p:pic>
        <p:nvPicPr>
          <p:cNvPr id="12" name="Picture 11" descr="389a35c8a6082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679" y="4238575"/>
            <a:ext cx="186842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103" y="4137991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296c25346e41fa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176" y="4150183"/>
            <a:ext cx="1612392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201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feet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33a9e56c707a61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2194560"/>
            <a:ext cx="126492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4e87a07475fe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78536"/>
          </a:xfrm>
          <a:prstGeom prst="rect">
            <a:avLst/>
          </a:prstGeom>
        </p:spPr>
      </p:pic>
      <p:pic>
        <p:nvPicPr>
          <p:cNvPr id="9" name="Picture 8" descr="6b0304793847f9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35" y="2987040"/>
            <a:ext cx="3630168" cy="316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25103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754dfe5956abcf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176" y="2929128"/>
            <a:ext cx="185318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7058abdbd1529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074bb924378d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043" y="2103120"/>
            <a:ext cx="15514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63194" y="2906268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0" name="Picture 9" descr="5105a5010efd45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957" y="2982468"/>
            <a:ext cx="2944368" cy="304800"/>
          </a:xfrm>
          <a:prstGeom prst="rect">
            <a:avLst/>
          </a:prstGeom>
        </p:spPr>
      </p:pic>
      <p:pic>
        <p:nvPicPr>
          <p:cNvPr id="11" name="Picture 10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058" y="3468623"/>
            <a:ext cx="12710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287c1279b1b6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2194560"/>
            <a:ext cx="188976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627b4a23b9288a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2103120"/>
            <a:ext cx="188366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574" y="3481147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1" name="Picture 10" descr="d050f197a4a44d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337" y="3581731"/>
            <a:ext cx="2197608" cy="256032"/>
          </a:xfrm>
          <a:prstGeom prst="rect">
            <a:avLst/>
          </a:prstGeom>
        </p:spPr>
      </p:pic>
      <p:pic>
        <p:nvPicPr>
          <p:cNvPr id="12" name="Picture 11" descr="296c25346e41fa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438" y="4043503"/>
            <a:ext cx="1612392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13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4ebae5e5d757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3d615a9b7c2dc0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44ca813e0eef5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179" y="3814903"/>
            <a:ext cx="405384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52316" y="4679011"/>
            <a:ext cx="927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so   </a:t>
            </a:r>
          </a:p>
        </p:txBody>
      </p:sp>
      <p:pic>
        <p:nvPicPr>
          <p:cNvPr id="12" name="Picture 11" descr="712e2a339e91a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795" y="4549471"/>
            <a:ext cx="1786128" cy="716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0291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−1/4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3bd5897204bf8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91" y="2194560"/>
            <a:ext cx="192633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e6bc0b83f8afa4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115" y="2103120"/>
            <a:ext cx="1923288" cy="789432"/>
          </a:xfrm>
          <a:prstGeom prst="rect">
            <a:avLst/>
          </a:prstGeom>
        </p:spPr>
      </p:pic>
      <p:pic>
        <p:nvPicPr>
          <p:cNvPr id="9" name="Picture 8" descr="ab1c6f19d3960f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317" y="3240023"/>
            <a:ext cx="116128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47605" y="3369563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7b48005c9016cd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906" y="3240023"/>
            <a:ext cx="1322832" cy="716280"/>
          </a:xfrm>
          <a:prstGeom prst="rect">
            <a:avLst/>
          </a:prstGeom>
        </p:spPr>
      </p:pic>
      <p:pic>
        <p:nvPicPr>
          <p:cNvPr id="12" name="Picture 11" descr="27befd5d161272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6317" y="4084320"/>
            <a:ext cx="1350264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2803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4/3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7513eedb387e9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194560"/>
            <a:ext cx="25420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41217f15035bee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220" y="2103120"/>
            <a:ext cx="2545080" cy="478536"/>
          </a:xfrm>
          <a:prstGeom prst="rect">
            <a:avLst/>
          </a:prstGeom>
        </p:spPr>
      </p:pic>
      <p:pic>
        <p:nvPicPr>
          <p:cNvPr id="9" name="Picture 8" descr="3837c1f0f17629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9" y="2950464"/>
            <a:ext cx="4651248" cy="368808"/>
          </a:xfrm>
          <a:prstGeom prst="rect">
            <a:avLst/>
          </a:prstGeom>
        </p:spPr>
      </p:pic>
      <p:pic>
        <p:nvPicPr>
          <p:cNvPr id="10" name="Picture 9" descr="a0f3c47d5d7510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9" y="3432047"/>
            <a:ext cx="1584960" cy="569976"/>
          </a:xfrm>
          <a:prstGeom prst="rect">
            <a:avLst/>
          </a:prstGeom>
        </p:spPr>
      </p:pic>
      <p:pic>
        <p:nvPicPr>
          <p:cNvPr id="11" name="Picture 10" descr="894447109a3e5d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9" y="4093464"/>
            <a:ext cx="3218688" cy="5730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1/100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886" y="220522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a849ea34284e1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443" y="2194560"/>
            <a:ext cx="106070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3147" y="220522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2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1410" y="211378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dc8e0a2c2f29c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967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1623" y="211378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308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154" y="4056026"/>
            <a:ext cx="10512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cube root can be negative: three negatives multiply to a negative.</a:t>
            </a:r>
          </a:p>
        </p:txBody>
      </p:sp>
      <p:pic>
        <p:nvPicPr>
          <p:cNvPr id="14" name="Picture 13" descr="cbf83985c3ed1e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18" y="4654958"/>
            <a:ext cx="2889504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7522" y="455894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90e54612c7e6e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3447" y="4603142"/>
            <a:ext cx="1405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13044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e838230098c64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28572"/>
            <a:ext cx="86258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c2339290e86818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22931"/>
            <a:ext cx="676656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ad02206568954f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17291"/>
            <a:ext cx="127101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24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64b69718fca365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6928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10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3f6f87e04710f3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34612"/>
            <a:ext cx="1484376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6097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07d37168da6087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18304"/>
            <a:ext cx="2304288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6177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6387" y="2052828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81399" y="2665476"/>
            <a:ext cx="7174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9357" y="3409188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201d3ee15bc2b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347" y="2060448"/>
            <a:ext cx="300837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0723" y="19705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2" name="Picture 11" descr="f0147313abe6d9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268" y="2060448"/>
            <a:ext cx="1517904" cy="277368"/>
          </a:xfrm>
          <a:prstGeom prst="rect">
            <a:avLst/>
          </a:prstGeom>
        </p:spPr>
      </p:pic>
      <p:pic>
        <p:nvPicPr>
          <p:cNvPr id="13" name="Picture 12" descr="0ee3a056470a4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139" y="2744724"/>
            <a:ext cx="32857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57883" y="26563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5" name="Picture 14" descr="b927c0f461bb71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8428" y="2746248"/>
            <a:ext cx="1520952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6b63d56095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72" y="1993392"/>
            <a:ext cx="2398776" cy="792480"/>
          </a:xfrm>
          <a:prstGeom prst="rect">
            <a:avLst/>
          </a:prstGeom>
        </p:spPr>
      </p:pic>
      <p:pic>
        <p:nvPicPr>
          <p:cNvPr id="11" name="Picture 10" descr="fb1e10d5d1f5e9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496" y="3060192"/>
            <a:ext cx="498652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58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b6fcd5e7b2e7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607" y="2103120"/>
            <a:ext cx="395630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04e54fe9a1540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49424" cy="411480"/>
          </a:xfrm>
          <a:prstGeom prst="rect">
            <a:avLst/>
          </a:prstGeom>
        </p:spPr>
      </p:pic>
      <p:pic>
        <p:nvPicPr>
          <p:cNvPr id="9" name="Picture 8" descr="21bef9986283dc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989064" cy="353568"/>
          </a:xfrm>
          <a:prstGeom prst="rect">
            <a:avLst/>
          </a:prstGeom>
        </p:spPr>
      </p:pic>
      <p:pic>
        <p:nvPicPr>
          <p:cNvPr id="10" name="Picture 9" descr="09e7e44a6e73f2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29108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−1.44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7f83e2b495d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952" y="1600200"/>
            <a:ext cx="454761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ac90390d93a98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9" y="1600200"/>
            <a:ext cx="454152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5478" y="3286870"/>
            <a:ext cx="3085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Powers and roots:  </a:t>
            </a:r>
          </a:p>
        </p:txBody>
      </p:sp>
      <p:pic>
        <p:nvPicPr>
          <p:cNvPr id="11" name="Picture 10" descr="f6d02763ee13a4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84" y="3358498"/>
            <a:ext cx="1548384" cy="313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1968" y="328687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954e49d4ca9d85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857" y="3331066"/>
            <a:ext cx="1091184" cy="3688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5478" y="3789790"/>
            <a:ext cx="39381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parentheses:  </a:t>
            </a:r>
          </a:p>
        </p:txBody>
      </p:sp>
      <p:pic>
        <p:nvPicPr>
          <p:cNvPr id="15" name="Picture 14" descr="e7c4e03b1a0743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444" y="3911710"/>
            <a:ext cx="2109216" cy="213360"/>
          </a:xfrm>
          <a:prstGeom prst="rect">
            <a:avLst/>
          </a:prstGeom>
        </p:spPr>
      </p:pic>
      <p:pic>
        <p:nvPicPr>
          <p:cNvPr id="16" name="Picture 15" descr="9835c37dc0133d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342" y="4414630"/>
            <a:ext cx="35143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642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9.97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808d9623aef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31" y="2103120"/>
            <a:ext cx="2734056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533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aec3c395596e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93848" cy="792480"/>
          </a:xfrm>
          <a:prstGeom prst="rect">
            <a:avLst/>
          </a:prstGeom>
        </p:spPr>
      </p:pic>
      <p:pic>
        <p:nvPicPr>
          <p:cNvPr id="9" name="Picture 8" descr="fd77386a9e66a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694176" cy="789432"/>
          </a:xfrm>
          <a:prstGeom prst="rect">
            <a:avLst/>
          </a:prstGeom>
        </p:spPr>
      </p:pic>
      <p:pic>
        <p:nvPicPr>
          <p:cNvPr id="10" name="Picture 9" descr="69a6d692b4cc56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1895856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17855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−1/4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0165d764fa84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1481328"/>
            <a:ext cx="3081528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93f2d6cae19f4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519" y="1481328"/>
            <a:ext cx="3078480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565c690921d94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803" y="3443842"/>
            <a:ext cx="1810512" cy="609600"/>
          </a:xfrm>
          <a:prstGeom prst="rect">
            <a:avLst/>
          </a:prstGeom>
        </p:spPr>
      </p:pic>
      <p:pic>
        <p:nvPicPr>
          <p:cNvPr id="11" name="Picture 10" descr="a2173ad1551df9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03" y="4144882"/>
            <a:ext cx="3212592" cy="612648"/>
          </a:xfrm>
          <a:prstGeom prst="rect">
            <a:avLst/>
          </a:prstGeom>
        </p:spPr>
      </p:pic>
      <p:pic>
        <p:nvPicPr>
          <p:cNvPr id="12" name="Picture 11" descr="03d6a17384790a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803" y="4848970"/>
            <a:ext cx="109118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981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25a7622aecf1eb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260092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36fd5fdafeb181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68652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1172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12ac90fe8177c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305" y="2941320"/>
            <a:ext cx="1621536" cy="252984"/>
          </a:xfrm>
          <a:prstGeom prst="rect">
            <a:avLst/>
          </a:prstGeom>
        </p:spPr>
      </p:pic>
      <p:pic>
        <p:nvPicPr>
          <p:cNvPr id="11" name="Picture 10" descr="58b50d1f788fe1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6590" y="3480816"/>
            <a:ext cx="14782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54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97c530a75d29d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4429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7193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8dd3731dd90336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38200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1097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pic>
        <p:nvPicPr>
          <p:cNvPr id="13" name="Picture 12" descr="fe182c84c4bdb5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467" y="3684236"/>
            <a:ext cx="1642872" cy="43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2603" y="4222208"/>
            <a:ext cx="2270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Perimeter:  </a:t>
            </a:r>
          </a:p>
        </p:txBody>
      </p:sp>
      <p:pic>
        <p:nvPicPr>
          <p:cNvPr id="15" name="Picture 14" descr="b92290561e20c8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68" y="4322792"/>
            <a:ext cx="1609344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937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7d69da8346cb7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260092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dc4fd86eed7f2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68652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5744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5215752a2994fd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025" y="2939796"/>
            <a:ext cx="1530096" cy="256032"/>
          </a:xfrm>
          <a:prstGeom prst="rect">
            <a:avLst/>
          </a:prstGeom>
        </p:spPr>
      </p:pic>
      <p:pic>
        <p:nvPicPr>
          <p:cNvPr id="11" name="Picture 10" descr="1f8367c1c48b43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310" y="3480816"/>
            <a:ext cx="15544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2b230be022ca8b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591" y="2194560"/>
            <a:ext cx="116433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0893d505426886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798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2680" y="3226307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f7f372429cfcb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300" y="3326891"/>
            <a:ext cx="248107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22680" y="3729227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d59a91b1f76472a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791" y="3826763"/>
            <a:ext cx="2670048" cy="262128"/>
          </a:xfrm>
          <a:prstGeom prst="rect">
            <a:avLst/>
          </a:prstGeom>
        </p:spPr>
      </p:pic>
      <p:pic>
        <p:nvPicPr>
          <p:cNvPr id="13" name="Picture 12" descr="3d14f1f915bfc6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7544" y="4255007"/>
            <a:ext cx="807720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0728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3/5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94d57048b4f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9" y="2229612"/>
            <a:ext cx="1386840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3291355aab2c4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38171"/>
            <a:ext cx="1389888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0490" y="3414091"/>
            <a:ext cx="2089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 first:  </a:t>
            </a:r>
          </a:p>
        </p:txBody>
      </p:sp>
      <p:pic>
        <p:nvPicPr>
          <p:cNvPr id="11" name="Picture 10" descr="6bee3a4a6e9671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61" y="3513151"/>
            <a:ext cx="880872" cy="259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70490" y="3917011"/>
            <a:ext cx="2498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multiply:  </a:t>
            </a:r>
          </a:p>
        </p:txBody>
      </p:sp>
      <p:pic>
        <p:nvPicPr>
          <p:cNvPr id="13" name="Picture 12" descr="521cfcdc4e443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205" y="4038931"/>
            <a:ext cx="1255776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490" y="4419931"/>
            <a:ext cx="1877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add:  </a:t>
            </a:r>
          </a:p>
        </p:txBody>
      </p:sp>
      <p:pic>
        <p:nvPicPr>
          <p:cNvPr id="15" name="Picture 14" descr="c52f3646b6945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795" y="4541851"/>
            <a:ext cx="139903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50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66fcce5418af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2194560"/>
            <a:ext cx="9875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9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86b5294f6ed7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032" y="2103120"/>
            <a:ext cx="98145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7658" y="3792043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f5cf47236f59d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277" y="3889579"/>
            <a:ext cx="2389632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57658" y="42949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3" name="Picture 12" descr="b8964d2fa5cae6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3768" y="4397071"/>
            <a:ext cx="697992" cy="252984"/>
          </a:xfrm>
          <a:prstGeom prst="rect">
            <a:avLst/>
          </a:prstGeom>
        </p:spPr>
      </p:pic>
      <p:pic>
        <p:nvPicPr>
          <p:cNvPr id="14" name="Picture 13" descr="e3ce27ebfe1bfd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22" y="4919803"/>
            <a:ext cx="121920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3693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ce0d9f4982b6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194560"/>
            <a:ext cx="18105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4e67f9444e64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980" y="2103120"/>
            <a:ext cx="1813560" cy="411480"/>
          </a:xfrm>
          <a:prstGeom prst="rect">
            <a:avLst/>
          </a:prstGeom>
        </p:spPr>
      </p:pic>
      <p:pic>
        <p:nvPicPr>
          <p:cNvPr id="9" name="Picture 8" descr="068d9a19700e1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152" y="2938272"/>
            <a:ext cx="1066800" cy="25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1952" y="2839212"/>
            <a:ext cx="5234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(the exponent is on the 2 only)</a:t>
            </a:r>
          </a:p>
        </p:txBody>
      </p:sp>
      <p:pic>
        <p:nvPicPr>
          <p:cNvPr id="11" name="Picture 10" descr="a8317bc2e11e2f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5152" y="3413759"/>
            <a:ext cx="1115568" cy="313944"/>
          </a:xfrm>
          <a:prstGeom prst="rect">
            <a:avLst/>
          </a:prstGeom>
        </p:spPr>
      </p:pic>
      <p:pic>
        <p:nvPicPr>
          <p:cNvPr id="12" name="Picture 11" descr="ab059e2234c19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5152" y="3966971"/>
            <a:ext cx="125272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f06e7d1402963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3" y="2194560"/>
            <a:ext cx="2496312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edde1adf91d2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2103120"/>
            <a:ext cx="2499360" cy="673608"/>
          </a:xfrm>
          <a:prstGeom prst="rect">
            <a:avLst/>
          </a:prstGeom>
        </p:spPr>
      </p:pic>
      <p:pic>
        <p:nvPicPr>
          <p:cNvPr id="9" name="Picture 8" descr="dcdd245aeaaf1b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755" y="3124200"/>
            <a:ext cx="105765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5411" y="3153156"/>
            <a:ext cx="1670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91dc20afadb1ae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9196" y="3124200"/>
            <a:ext cx="829056" cy="515112"/>
          </a:xfrm>
          <a:prstGeom prst="rect">
            <a:avLst/>
          </a:prstGeom>
        </p:spPr>
      </p:pic>
      <p:pic>
        <p:nvPicPr>
          <p:cNvPr id="12" name="Picture 11" descr="116226914234f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755" y="3730752"/>
            <a:ext cx="2569464" cy="515112"/>
          </a:xfrm>
          <a:prstGeom prst="rect">
            <a:avLst/>
          </a:prstGeom>
        </p:spPr>
      </p:pic>
      <p:pic>
        <p:nvPicPr>
          <p:cNvPr id="13" name="Picture 12" descr="ea27676c0bb85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7755" y="4337304"/>
            <a:ext cx="1481328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865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17/6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986" y="221589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c79d4acb3ae0bd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507" y="2194560"/>
            <a:ext cx="1901952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7459" y="221589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87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52077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64573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52077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659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4462" y="212445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349a51316d69c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983" y="2103120"/>
            <a:ext cx="1905000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8983" y="212445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7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42933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55429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42933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8076" y="4198951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6" name="Picture 15" descr="da0bec38e3107c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095" y="4302583"/>
            <a:ext cx="1036320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29415" y="4198951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8" name="Picture 17" descr="c90e576750902f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8723" y="4211143"/>
            <a:ext cx="3477768" cy="432816"/>
          </a:xfrm>
          <a:prstGeom prst="rect">
            <a:avLst/>
          </a:prstGeom>
        </p:spPr>
      </p:pic>
      <p:pic>
        <p:nvPicPr>
          <p:cNvPr id="19" name="Picture 18" descr="ff74c5c7fd2cbb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2940" y="4825315"/>
            <a:ext cx="868680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1620" y="4749115"/>
            <a:ext cx="43212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and 0 is not 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206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7297de9a2fe937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10867"/>
            <a:ext cx="167640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03ca8bbf5ad0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5227"/>
            <a:ext cx="11673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fee2d71f7c46e5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306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54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4e620423e0fdea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80288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717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749d7946d074e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68139"/>
            <a:ext cx="151485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015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16b03c438ff63f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5067"/>
            <a:ext cx="2215896" cy="390144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5" name="Picture 14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7" name="Picture 16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41937" y="1440180"/>
            <a:ext cx="408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563" y="2052828"/>
            <a:ext cx="862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4447" y="2665476"/>
            <a:ext cx="75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8" name="Picture 17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0" name="Picture 19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049" y="3406140"/>
            <a:ext cx="5515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18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633" y="1993392"/>
            <a:ext cx="1600200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6833" y="210007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c40d2caa36f20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656" y="2188464"/>
            <a:ext cx="112471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7368" y="2100072"/>
            <a:ext cx="13881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4" name="Picture 13" descr="039a12261cb838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48" y="2189988"/>
            <a:ext cx="98755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5900" y="210007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6" name="Picture 15" descr="8d85e48358ee9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2067" y="2938272"/>
            <a:ext cx="5516880" cy="670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98947" y="3044952"/>
            <a:ext cx="14176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1531" y="3860292"/>
            <a:ext cx="11736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with   </a:t>
            </a:r>
          </a:p>
        </p:txBody>
      </p:sp>
      <p:pic>
        <p:nvPicPr>
          <p:cNvPr id="19" name="Picture 18" descr="baf1e744513c7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997" y="3953256"/>
            <a:ext cx="1024128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92125" y="3860292"/>
            <a:ext cx="658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    </a:t>
            </a:r>
          </a:p>
        </p:txBody>
      </p:sp>
      <p:pic>
        <p:nvPicPr>
          <p:cNvPr id="21" name="Picture 20" descr="37650f0ab64081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3587" y="3883152"/>
            <a:ext cx="2410968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24555" y="386029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23" name="Picture 22" descr="9d75179d4c71dcb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1980" y="3919728"/>
            <a:ext cx="1588008" cy="3383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29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3983" y="1970532"/>
            <a:ext cx="7870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plus 4 dollars for each of 6 gigabytes:</a:t>
            </a:r>
          </a:p>
        </p:txBody>
      </p:sp>
      <p:pic>
        <p:nvPicPr>
          <p:cNvPr id="11" name="Picture 10" descr="bbb5fdfab9bb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08148"/>
            <a:ext cx="2249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91939" y="3342132"/>
            <a:ext cx="811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for each of 4 lines, plus 6 dollars of tax:</a:t>
            </a:r>
          </a:p>
        </p:txBody>
      </p:sp>
      <p:pic>
        <p:nvPicPr>
          <p:cNvPr id="13" name="Picture 12" descr="452f0d3dea2c60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952" y="4079747"/>
            <a:ext cx="22616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a366538d8b5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372" y="1993392"/>
            <a:ext cx="4690872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9244" y="2004060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879" y="2723388"/>
            <a:ext cx="50028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rounding the side to 14 first:   </a:t>
            </a:r>
          </a:p>
        </p:txBody>
      </p:sp>
      <p:pic>
        <p:nvPicPr>
          <p:cNvPr id="13" name="Picture 12" descr="54bb3b3bdd6a6a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2521" y="2775204"/>
            <a:ext cx="17282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80737" y="2723388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4960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6593" y="1842515"/>
            <a:ext cx="3086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849" y="1737360"/>
            <a:ext cx="1597152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73001" y="1842515"/>
            <a:ext cx="299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8310" y="2702052"/>
            <a:ext cx="1694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mass </a:t>
            </a:r>
          </a:p>
        </p:txBody>
      </p:sp>
      <p:pic>
        <p:nvPicPr>
          <p:cNvPr id="12" name="Picture 11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424" y="2827020"/>
            <a:ext cx="307848" cy="2072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3272" y="2702052"/>
            <a:ext cx="41392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kilograms and speed </a:t>
            </a:r>
          </a:p>
        </p:txBody>
      </p:sp>
      <p:pic>
        <p:nvPicPr>
          <p:cNvPr id="14" name="Picture 13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314" y="2828544"/>
            <a:ext cx="207264" cy="2042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2578" y="2702052"/>
            <a:ext cx="3747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9904" y="3433572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7" name="Picture 16" descr="e17610a9e5f468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417" y="3526536"/>
            <a:ext cx="234696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22113" y="3433572"/>
            <a:ext cx="77566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08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93a1a205fd7f5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670560"/>
          </a:xfrm>
          <a:prstGeom prst="rect">
            <a:avLst/>
          </a:prstGeom>
        </p:spPr>
      </p:pic>
      <p:pic>
        <p:nvPicPr>
          <p:cNvPr id="9" name="Picture 8" descr="6c72b1ad8ee77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700528" cy="670560"/>
          </a:xfrm>
          <a:prstGeom prst="rect">
            <a:avLst/>
          </a:prstGeom>
        </p:spPr>
      </p:pic>
      <p:pic>
        <p:nvPicPr>
          <p:cNvPr id="10" name="Picture 9" descr="7be42c48f704a7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364845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07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9479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a14dbba8fe39de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991" y="1600200"/>
            <a:ext cx="2002536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9527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99d0f397928935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535" y="1845564"/>
            <a:ext cx="168554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0079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5038fc82b26adb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114" y="1847088"/>
            <a:ext cx="1207008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6122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7955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b636794ba0bbf4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467" y="1600200"/>
            <a:ext cx="1999487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4955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28ac43e86d9ee6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963" y="1845564"/>
            <a:ext cx="168859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55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e1facf4e099fdd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590" y="1847088"/>
            <a:ext cx="121005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7646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  <p:pic>
        <p:nvPicPr>
          <p:cNvPr id="15" name="Picture 14" descr="3762f247991bf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886456"/>
            <a:ext cx="2112264" cy="301752"/>
          </a:xfrm>
          <a:prstGeom prst="rect">
            <a:avLst/>
          </a:prstGeom>
        </p:spPr>
      </p:pic>
      <p:pic>
        <p:nvPicPr>
          <p:cNvPr id="16" name="Picture 15" descr="ca71fa474550c7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3371088"/>
            <a:ext cx="5836920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61,200 joules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0ec63a4d8a0e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85744" cy="411480"/>
          </a:xfrm>
          <a:prstGeom prst="rect">
            <a:avLst/>
          </a:prstGeom>
        </p:spPr>
      </p:pic>
      <p:pic>
        <p:nvPicPr>
          <p:cNvPr id="9" name="Picture 8" descr="704c60e190944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2499360" cy="353568"/>
          </a:xfrm>
          <a:prstGeom prst="rect">
            <a:avLst/>
          </a:prstGeom>
        </p:spPr>
      </p:pic>
      <p:pic>
        <p:nvPicPr>
          <p:cNvPr id="10" name="Picture 9" descr="12efb6d726852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38252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4369" y="3267787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80d9c9c061edf5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31" y="3365323"/>
            <a:ext cx="868680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4369" y="3770707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bdbfbcd24be2c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099" y="3892627"/>
            <a:ext cx="188671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44369" y="4273627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a731fe54239e13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966" y="4395547"/>
            <a:ext cx="2618232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1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7404" y="21717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011b5debc6280b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321" y="2229612"/>
            <a:ext cx="56997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6297" y="21717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33" y="226314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129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5880" y="208026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1f66cf6f8dfc2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797" y="2138171"/>
            <a:ext cx="57302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7821" y="208026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9957" y="217170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6653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32b4b5eddd91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79" y="2910840"/>
            <a:ext cx="1539240" cy="313944"/>
          </a:xfrm>
          <a:prstGeom prst="rect">
            <a:avLst/>
          </a:prstGeom>
        </p:spPr>
      </p:pic>
      <p:pic>
        <p:nvPicPr>
          <p:cNvPr id="14" name="Picture 13" descr="a8317bc2e11e2f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479" y="3413759"/>
            <a:ext cx="1115568" cy="313944"/>
          </a:xfrm>
          <a:prstGeom prst="rect">
            <a:avLst/>
          </a:prstGeom>
        </p:spPr>
      </p:pic>
      <p:pic>
        <p:nvPicPr>
          <p:cNvPr id="15" name="Picture 14" descr="946a1754962a1d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79" y="3966971"/>
            <a:ext cx="1161288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0bcb023825e8eb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298448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0885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810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0698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161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87801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777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94474fdbb34e3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304544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6981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906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6794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257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3897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pic>
        <p:nvPicPr>
          <p:cNvPr id="18" name="Picture 17" descr="39c59a038134af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563" y="4783769"/>
            <a:ext cx="4770120" cy="606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274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2,240 joules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pic>
        <p:nvPicPr>
          <p:cNvPr id="10" name="Picture 9" descr="4878fd7dba5b8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351607"/>
            <a:ext cx="1365504" cy="252984"/>
          </a:xfrm>
          <a:prstGeom prst="rect">
            <a:avLst/>
          </a:prstGeom>
        </p:spPr>
      </p:pic>
      <p:pic>
        <p:nvPicPr>
          <p:cNvPr id="11" name="Picture 10" descr="fcf2b27a5b2a71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3891103"/>
            <a:ext cx="180136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dollars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61" y="3824378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db60fa38d81bc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123" y="3923438"/>
            <a:ext cx="896112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61" y="4327298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dad7cd7587acd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191" y="4449218"/>
            <a:ext cx="193548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99461" y="4830218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2554c3d382c475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058" y="4952138"/>
            <a:ext cx="190500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4017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284 dollars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5998" y="2299715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afdff26349098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4915" y="2194560"/>
            <a:ext cx="990599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5515" y="2299715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938dd359498b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50" y="2389632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746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87" y="2391156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6535" y="2299715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9435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4474" y="22098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1e305187b6b3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391" y="2103120"/>
            <a:ext cx="993648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7039" y="22098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68297ebc4f2432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174" y="2299715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270" y="22098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011" y="2301240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8059" y="22098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4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6" name="Picture 15" descr="1adf52fb308924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971" y="3749371"/>
            <a:ext cx="1517904" cy="304800"/>
          </a:xfrm>
          <a:prstGeom prst="rect">
            <a:avLst/>
          </a:prstGeom>
        </p:spPr>
      </p:pic>
      <p:pic>
        <p:nvPicPr>
          <p:cNvPr id="17" name="Picture 16" descr="f5a67ba185f37f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1" y="4235527"/>
            <a:ext cx="3578352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9792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180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7950" y="3824378"/>
            <a:ext cx="110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 </a:t>
            </a:r>
          </a:p>
        </p:txBody>
      </p:sp>
      <p:pic>
        <p:nvPicPr>
          <p:cNvPr id="12" name="Picture 11" descr="d6542a78239188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174" y="3923438"/>
            <a:ext cx="396240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3414" y="3824378"/>
            <a:ext cx="5531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square feet, at 1.25 dollars each:   </a:t>
            </a:r>
          </a:p>
        </p:txBody>
      </p:sp>
      <p:pic>
        <p:nvPicPr>
          <p:cNvPr id="14" name="Picture 13" descr="6522b013c381f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7897" y="3921914"/>
            <a:ext cx="1194816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7950" y="4327298"/>
            <a:ext cx="48466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38 dollars is added once:   </a:t>
            </a:r>
          </a:p>
        </p:txBody>
      </p:sp>
      <p:pic>
        <p:nvPicPr>
          <p:cNvPr id="16" name="Picture 15" descr="107f56fc6415d2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478" y="4424834"/>
            <a:ext cx="2560320" cy="2621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987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(1.25) + 38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0239" y="2205228"/>
            <a:ext cx="59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798a5139adaa76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547" y="2194560"/>
            <a:ext cx="1063752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3299" y="220522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287" y="2113788"/>
            <a:ext cx="59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d8ed0de82c731b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595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0251" y="211378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pic>
        <p:nvPicPr>
          <p:cNvPr id="12" name="Picture 11" descr="aa26d55f7ae649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771" y="3504007"/>
            <a:ext cx="2532888" cy="432816"/>
          </a:xfrm>
          <a:prstGeom prst="rect">
            <a:avLst/>
          </a:prstGeom>
        </p:spPr>
      </p:pic>
      <p:pic>
        <p:nvPicPr>
          <p:cNvPr id="13" name="Picture 12" descr="351ed85fae5af7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771" y="4144087"/>
            <a:ext cx="296875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48.99 feet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5509" y="230124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07fc0815ebc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4426" y="2194560"/>
            <a:ext cx="10332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7698" y="230124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833" y="2392680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9265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f4a366969adde4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7429" y="2385060"/>
            <a:ext cx="801624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9053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43fbcf2c2a45ea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216" y="2392680"/>
            <a:ext cx="749808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7024" y="23012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3985" y="2211323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e9fde38d04c0c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2" y="2103120"/>
            <a:ext cx="103022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3126" y="2211323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261" y="2302764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4693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723048b2d1c488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2857" y="2295144"/>
            <a:ext cx="804672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7529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848bbba5727756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692" y="2302764"/>
            <a:ext cx="752856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8548" y="221132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56" y="310134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8" name="Picture 17" descr="6aa77d3d03b7f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5699" y="3176016"/>
            <a:ext cx="2874264" cy="307848"/>
          </a:xfrm>
          <a:prstGeom prst="rect">
            <a:avLst/>
          </a:prstGeom>
        </p:spPr>
      </p:pic>
      <p:pic>
        <p:nvPicPr>
          <p:cNvPr id="19" name="Picture 18" descr="aafef2d9b5795f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6420" y="3742944"/>
            <a:ext cx="1453896" cy="2529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011" y="3717036"/>
            <a:ext cx="2037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First order:  </a:t>
            </a:r>
          </a:p>
        </p:txBody>
      </p:sp>
      <p:pic>
        <p:nvPicPr>
          <p:cNvPr id="12" name="Picture 11" descr="6c563dd1214e96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777" y="3838956"/>
            <a:ext cx="2923032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011" y="4219956"/>
            <a:ext cx="2490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Second order:  </a:t>
            </a:r>
          </a:p>
        </p:txBody>
      </p:sp>
      <p:pic>
        <p:nvPicPr>
          <p:cNvPr id="14" name="Picture 13" descr="cbdd9db0c6bdb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885" y="4341876"/>
            <a:ext cx="276453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49011" y="4722876"/>
            <a:ext cx="8800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Both say "plus" and "for each". What repeats is different.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94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23 dollars and 31 dollars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e7af367fc956f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6484"/>
            <a:ext cx="46634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93976" y="1495044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368514c03b325e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284" y="1612391"/>
            <a:ext cx="810768" cy="222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493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3" name="Picture 12" descr="76e92664c8540a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8077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35352" y="215493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5" name="Picture 14" descr="0531a46c557d60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660" y="2270759"/>
            <a:ext cx="908304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03964" y="215493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7" name="Picture 16" descr="db6b9bf3d6868ca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4305" y="2273807"/>
            <a:ext cx="649224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1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9" name="Picture 18" descr="2ccaff4dbf2c8e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37687"/>
            <a:ext cx="841248" cy="5455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68880" y="2881883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1" name="Picture 20" descr="bd1f822a1acce5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188" y="2997707"/>
            <a:ext cx="646176" cy="2255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5364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ca3738318bc6ad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1805" y="2993135"/>
            <a:ext cx="630936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2741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5" name="Picture 24" descr="26463fb98544f3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39182" y="3000755"/>
            <a:ext cx="609600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432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43299"/>
            <a:ext cx="9544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82211"/>
            <a:ext cx="8093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65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30" name="Picture 29" descr="51cdd467e13c212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31436"/>
            <a:ext cx="162763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55264" y="4576571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32" name="Picture 31" descr="213bf21424f7f3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5572" y="4695444"/>
            <a:ext cx="64617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1748" y="4576571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34" name="Picture 33" descr="393881ab0a53049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2089" y="4657344"/>
            <a:ext cx="612648" cy="2956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7093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70931"/>
            <a:ext cx="9851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9844"/>
            <a:ext cx="2861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