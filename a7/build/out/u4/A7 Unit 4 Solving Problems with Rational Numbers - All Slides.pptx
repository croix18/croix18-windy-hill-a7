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7.xml"/><Relationship Id="rId4" Type="http://schemas.openxmlformats.org/officeDocument/2006/relationships/slide" Target="slide71.xml"/><Relationship Id="rId5" Type="http://schemas.openxmlformats.org/officeDocument/2006/relationships/slide" Target="slide105.xml"/><Relationship Id="rId6" Type="http://schemas.openxmlformats.org/officeDocument/2006/relationships/slide" Target="slide139.xml"/><Relationship Id="rId7" Type="http://schemas.openxmlformats.org/officeDocument/2006/relationships/slide" Target="slide1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3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Relationship Id="rId4" Type="http://schemas.openxmlformats.org/officeDocument/2006/relationships/image" Target="../media/image9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10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Relationship Id="rId5" Type="http://schemas.openxmlformats.org/officeDocument/2006/relationships/image" Target="../media/image118.png"/><Relationship Id="rId6" Type="http://schemas.openxmlformats.org/officeDocument/2006/relationships/image" Target="../media/image11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Relationship Id="rId4" Type="http://schemas.openxmlformats.org/officeDocument/2006/relationships/image" Target="../media/image128.png"/><Relationship Id="rId5" Type="http://schemas.openxmlformats.org/officeDocument/2006/relationships/image" Target="../media/image12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11.png"/><Relationship Id="rId5" Type="http://schemas.openxmlformats.org/officeDocument/2006/relationships/image" Target="../media/image11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Relationship Id="rId3" Type="http://schemas.openxmlformats.org/officeDocument/2006/relationships/image" Target="../media/image6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63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Relationship Id="rId4" Type="http://schemas.openxmlformats.org/officeDocument/2006/relationships/image" Target="../media/image15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image" Target="../media/image154.png"/><Relationship Id="rId6" Type="http://schemas.openxmlformats.org/officeDocument/2006/relationships/image" Target="../media/image155.png"/><Relationship Id="rId7" Type="http://schemas.openxmlformats.org/officeDocument/2006/relationships/image" Target="../media/image15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Relationship Id="rId5" Type="http://schemas.openxmlformats.org/officeDocument/2006/relationships/image" Target="../media/image160.png"/><Relationship Id="rId6" Type="http://schemas.openxmlformats.org/officeDocument/2006/relationships/image" Target="../media/image161.png"/><Relationship Id="rId7" Type="http://schemas.openxmlformats.org/officeDocument/2006/relationships/image" Target="../media/image75.png"/><Relationship Id="rId8" Type="http://schemas.openxmlformats.org/officeDocument/2006/relationships/image" Target="../media/image16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Relationship Id="rId4" Type="http://schemas.openxmlformats.org/officeDocument/2006/relationships/image" Target="../media/image17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Relationship Id="rId3" Type="http://schemas.openxmlformats.org/officeDocument/2006/relationships/image" Target="../media/image17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Relationship Id="rId3" Type="http://schemas.openxmlformats.org/officeDocument/2006/relationships/image" Target="../media/image18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18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Relationship Id="rId5" Type="http://schemas.openxmlformats.org/officeDocument/2006/relationships/image" Target="../media/image19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Relationship Id="rId3" Type="http://schemas.openxmlformats.org/officeDocument/2006/relationships/image" Target="../media/image19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Relationship Id="rId3" Type="http://schemas.openxmlformats.org/officeDocument/2006/relationships/image" Target="../media/image196.png"/><Relationship Id="rId4" Type="http://schemas.openxmlformats.org/officeDocument/2006/relationships/image" Target="../media/image197.png"/><Relationship Id="rId5" Type="http://schemas.openxmlformats.org/officeDocument/2006/relationships/image" Target="../media/image198.png"/><Relationship Id="rId6" Type="http://schemas.openxmlformats.org/officeDocument/2006/relationships/image" Target="../media/image199.png"/><Relationship Id="rId7" Type="http://schemas.openxmlformats.org/officeDocument/2006/relationships/image" Target="../media/image20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03.png"/><Relationship Id="rId4" Type="http://schemas.openxmlformats.org/officeDocument/2006/relationships/image" Target="../media/image20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Relationship Id="rId3" Type="http://schemas.openxmlformats.org/officeDocument/2006/relationships/image" Target="../media/image207.png"/><Relationship Id="rId4" Type="http://schemas.openxmlformats.org/officeDocument/2006/relationships/image" Target="../media/image208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Relationship Id="rId3" Type="http://schemas.openxmlformats.org/officeDocument/2006/relationships/image" Target="../media/image21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Relationship Id="rId5" Type="http://schemas.openxmlformats.org/officeDocument/2006/relationships/image" Target="../media/image179.png"/><Relationship Id="rId6" Type="http://schemas.openxmlformats.org/officeDocument/2006/relationships/image" Target="../media/image214.png"/><Relationship Id="rId7" Type="http://schemas.openxmlformats.org/officeDocument/2006/relationships/image" Target="../media/image21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image" Target="../media/image224.png"/><Relationship Id="rId5" Type="http://schemas.openxmlformats.org/officeDocument/2006/relationships/image" Target="../media/image225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Relationship Id="rId4" Type="http://schemas.openxmlformats.org/officeDocument/2006/relationships/image" Target="../media/image230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Relationship Id="rId4" Type="http://schemas.openxmlformats.org/officeDocument/2006/relationships/image" Target="../media/image238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Relationship Id="rId4" Type="http://schemas.openxmlformats.org/officeDocument/2006/relationships/image" Target="../media/image238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Relationship Id="rId3" Type="http://schemas.openxmlformats.org/officeDocument/2006/relationships/image" Target="../media/image240.png"/><Relationship Id="rId4" Type="http://schemas.openxmlformats.org/officeDocument/2006/relationships/image" Target="../media/image241.png"/><Relationship Id="rId5" Type="http://schemas.openxmlformats.org/officeDocument/2006/relationships/image" Target="../media/image24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Relationship Id="rId3" Type="http://schemas.openxmlformats.org/officeDocument/2006/relationships/image" Target="../media/image240.png"/><Relationship Id="rId4" Type="http://schemas.openxmlformats.org/officeDocument/2006/relationships/image" Target="../media/image25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Relationship Id="rId5" Type="http://schemas.openxmlformats.org/officeDocument/2006/relationships/image" Target="../media/image25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Relationship Id="rId4" Type="http://schemas.openxmlformats.org/officeDocument/2006/relationships/image" Target="../media/image27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Relationship Id="rId4" Type="http://schemas.openxmlformats.org/officeDocument/2006/relationships/image" Target="../media/image28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Relationship Id="rId4" Type="http://schemas.openxmlformats.org/officeDocument/2006/relationships/image" Target="../media/image288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Relationship Id="rId3" Type="http://schemas.openxmlformats.org/officeDocument/2006/relationships/image" Target="../media/image291.png"/><Relationship Id="rId4" Type="http://schemas.openxmlformats.org/officeDocument/2006/relationships/image" Target="../media/image292.png"/><Relationship Id="rId5" Type="http://schemas.openxmlformats.org/officeDocument/2006/relationships/image" Target="../media/image29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Relationship Id="rId5" Type="http://schemas.openxmlformats.org/officeDocument/2006/relationships/image" Target="../media/image29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Relationship Id="rId3" Type="http://schemas.openxmlformats.org/officeDocument/2006/relationships/image" Target="../media/image304.png"/><Relationship Id="rId4" Type="http://schemas.openxmlformats.org/officeDocument/2006/relationships/image" Target="../media/image305.png"/><Relationship Id="rId5" Type="http://schemas.openxmlformats.org/officeDocument/2006/relationships/image" Target="../media/image306.png"/><Relationship Id="rId6" Type="http://schemas.openxmlformats.org/officeDocument/2006/relationships/image" Target="../media/image307.png"/><Relationship Id="rId7" Type="http://schemas.openxmlformats.org/officeDocument/2006/relationships/image" Target="../media/image308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Relationship Id="rId3" Type="http://schemas.openxmlformats.org/officeDocument/2006/relationships/image" Target="../media/image310.png"/><Relationship Id="rId4" Type="http://schemas.openxmlformats.org/officeDocument/2006/relationships/image" Target="../media/image31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Relationship Id="rId3" Type="http://schemas.openxmlformats.org/officeDocument/2006/relationships/image" Target="../media/image310.png"/><Relationship Id="rId4" Type="http://schemas.openxmlformats.org/officeDocument/2006/relationships/image" Target="../media/image31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Relationship Id="rId3" Type="http://schemas.openxmlformats.org/officeDocument/2006/relationships/image" Target="../media/image313.png"/><Relationship Id="rId4" Type="http://schemas.openxmlformats.org/officeDocument/2006/relationships/image" Target="../media/image314.png"/><Relationship Id="rId5" Type="http://schemas.openxmlformats.org/officeDocument/2006/relationships/image" Target="../media/image315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Relationship Id="rId3" Type="http://schemas.openxmlformats.org/officeDocument/2006/relationships/image" Target="../media/image317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Relationship Id="rId3" Type="http://schemas.openxmlformats.org/officeDocument/2006/relationships/image" Target="../media/image324.png"/><Relationship Id="rId4" Type="http://schemas.openxmlformats.org/officeDocument/2006/relationships/image" Target="../media/image325.png"/><Relationship Id="rId5" Type="http://schemas.openxmlformats.org/officeDocument/2006/relationships/image" Target="../media/image326.png"/><Relationship Id="rId6" Type="http://schemas.openxmlformats.org/officeDocument/2006/relationships/image" Target="../media/image327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Relationship Id="rId3" Type="http://schemas.openxmlformats.org/officeDocument/2006/relationships/image" Target="../media/image330.png"/><Relationship Id="rId4" Type="http://schemas.openxmlformats.org/officeDocument/2006/relationships/image" Target="../media/image33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34.png"/><Relationship Id="rId4" Type="http://schemas.openxmlformats.org/officeDocument/2006/relationships/image" Target="../media/image335.png"/><Relationship Id="rId5" Type="http://schemas.openxmlformats.org/officeDocument/2006/relationships/image" Target="../media/image33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Relationship Id="rId3" Type="http://schemas.openxmlformats.org/officeDocument/2006/relationships/image" Target="../media/image339.png"/><Relationship Id="rId4" Type="http://schemas.openxmlformats.org/officeDocument/2006/relationships/image" Target="../media/image340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Relationship Id="rId3" Type="http://schemas.openxmlformats.org/officeDocument/2006/relationships/image" Target="../media/image342.png"/><Relationship Id="rId4" Type="http://schemas.openxmlformats.org/officeDocument/2006/relationships/image" Target="../media/image34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Relationship Id="rId3" Type="http://schemas.openxmlformats.org/officeDocument/2006/relationships/image" Target="../media/image345.png"/><Relationship Id="rId4" Type="http://schemas.openxmlformats.org/officeDocument/2006/relationships/image" Target="../media/image346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Relationship Id="rId5" Type="http://schemas.openxmlformats.org/officeDocument/2006/relationships/image" Target="../media/image35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Relationship Id="rId3" Type="http://schemas.openxmlformats.org/officeDocument/2006/relationships/image" Target="../media/image354.png"/><Relationship Id="rId4" Type="http://schemas.openxmlformats.org/officeDocument/2006/relationships/image" Target="../media/image355.png"/><Relationship Id="rId5" Type="http://schemas.openxmlformats.org/officeDocument/2006/relationships/image" Target="../media/image356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Relationship Id="rId3" Type="http://schemas.openxmlformats.org/officeDocument/2006/relationships/image" Target="../media/image359.png"/><Relationship Id="rId4" Type="http://schemas.openxmlformats.org/officeDocument/2006/relationships/image" Target="../media/image360.png"/><Relationship Id="rId5" Type="http://schemas.openxmlformats.org/officeDocument/2006/relationships/image" Target="../media/image361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Relationship Id="rId3" Type="http://schemas.openxmlformats.org/officeDocument/2006/relationships/image" Target="../media/image364.png"/><Relationship Id="rId4" Type="http://schemas.openxmlformats.org/officeDocument/2006/relationships/image" Target="../media/image365.png"/><Relationship Id="rId5" Type="http://schemas.openxmlformats.org/officeDocument/2006/relationships/image" Target="../media/image3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Relationship Id="rId3" Type="http://schemas.openxmlformats.org/officeDocument/2006/relationships/image" Target="../media/image369.png"/><Relationship Id="rId4" Type="http://schemas.openxmlformats.org/officeDocument/2006/relationships/image" Target="../media/image370.png"/><Relationship Id="rId5" Type="http://schemas.openxmlformats.org/officeDocument/2006/relationships/image" Target="../media/image371.png"/><Relationship Id="rId6" Type="http://schemas.openxmlformats.org/officeDocument/2006/relationships/image" Target="../media/image372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Relationship Id="rId3" Type="http://schemas.openxmlformats.org/officeDocument/2006/relationships/image" Target="../media/image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Relationship Id="rId3" Type="http://schemas.openxmlformats.org/officeDocument/2006/relationships/image" Target="../media/image63.png"/><Relationship Id="rId4" Type="http://schemas.openxmlformats.org/officeDocument/2006/relationships/image" Target="../media/image375.png"/><Relationship Id="rId5" Type="http://schemas.openxmlformats.org/officeDocument/2006/relationships/image" Target="../media/image376.png"/><Relationship Id="rId6" Type="http://schemas.openxmlformats.org/officeDocument/2006/relationships/image" Target="../media/image37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Relationship Id="rId7" Type="http://schemas.openxmlformats.org/officeDocument/2006/relationships/image" Target="../media/image38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Relationship Id="rId3" Type="http://schemas.openxmlformats.org/officeDocument/2006/relationships/image" Target="../media/image390.png"/><Relationship Id="rId4" Type="http://schemas.openxmlformats.org/officeDocument/2006/relationships/image" Target="../media/image391.png"/><Relationship Id="rId5" Type="http://schemas.openxmlformats.org/officeDocument/2006/relationships/image" Target="../media/image392.png"/><Relationship Id="rId6" Type="http://schemas.openxmlformats.org/officeDocument/2006/relationships/image" Target="../media/image393.png"/><Relationship Id="rId7" Type="http://schemas.openxmlformats.org/officeDocument/2006/relationships/image" Target="../media/image394.png"/><Relationship Id="rId8" Type="http://schemas.openxmlformats.org/officeDocument/2006/relationships/image" Target="../media/image395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Relationship Id="rId3" Type="http://schemas.openxmlformats.org/officeDocument/2006/relationships/image" Target="../media/image39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Relationship Id="rId3" Type="http://schemas.openxmlformats.org/officeDocument/2006/relationships/image" Target="../media/image39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Relationship Id="rId3" Type="http://schemas.openxmlformats.org/officeDocument/2006/relationships/image" Target="../media/image401.png"/><Relationship Id="rId4" Type="http://schemas.openxmlformats.org/officeDocument/2006/relationships/image" Target="../media/image402.png"/><Relationship Id="rId5" Type="http://schemas.openxmlformats.org/officeDocument/2006/relationships/image" Target="../media/image40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05.png"/><Relationship Id="rId4" Type="http://schemas.openxmlformats.org/officeDocument/2006/relationships/image" Target="../media/image406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Relationship Id="rId4" Type="http://schemas.openxmlformats.org/officeDocument/2006/relationships/image" Target="../media/image409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Relationship Id="rId3" Type="http://schemas.openxmlformats.org/officeDocument/2006/relationships/image" Target="../media/image411.png"/><Relationship Id="rId4" Type="http://schemas.openxmlformats.org/officeDocument/2006/relationships/image" Target="../media/image412.png"/><Relationship Id="rId5" Type="http://schemas.openxmlformats.org/officeDocument/2006/relationships/image" Target="../media/image413.png"/><Relationship Id="rId6" Type="http://schemas.openxmlformats.org/officeDocument/2006/relationships/image" Target="../media/image414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Relationship Id="rId3" Type="http://schemas.openxmlformats.org/officeDocument/2006/relationships/image" Target="../media/image416.png"/><Relationship Id="rId4" Type="http://schemas.openxmlformats.org/officeDocument/2006/relationships/image" Target="../media/image417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Relationship Id="rId3" Type="http://schemas.openxmlformats.org/officeDocument/2006/relationships/image" Target="../media/image419.png"/><Relationship Id="rId4" Type="http://schemas.openxmlformats.org/officeDocument/2006/relationships/image" Target="../media/image420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Relationship Id="rId3" Type="http://schemas.openxmlformats.org/officeDocument/2006/relationships/image" Target="../media/image422.png"/><Relationship Id="rId4" Type="http://schemas.openxmlformats.org/officeDocument/2006/relationships/image" Target="../media/image424.png"/><Relationship Id="rId5" Type="http://schemas.openxmlformats.org/officeDocument/2006/relationships/image" Target="../media/image365.png"/><Relationship Id="rId6" Type="http://schemas.openxmlformats.org/officeDocument/2006/relationships/image" Target="../media/image42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Relationship Id="rId3" Type="http://schemas.openxmlformats.org/officeDocument/2006/relationships/image" Target="../media/image427.png"/><Relationship Id="rId4" Type="http://schemas.openxmlformats.org/officeDocument/2006/relationships/image" Target="../media/image428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Relationship Id="rId3" Type="http://schemas.openxmlformats.org/officeDocument/2006/relationships/image" Target="../media/image427.png"/><Relationship Id="rId4" Type="http://schemas.openxmlformats.org/officeDocument/2006/relationships/image" Target="../media/image428.png"/><Relationship Id="rId5" Type="http://schemas.openxmlformats.org/officeDocument/2006/relationships/image" Target="../media/image43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Relationship Id="rId3" Type="http://schemas.openxmlformats.org/officeDocument/2006/relationships/image" Target="../media/image434.png"/><Relationship Id="rId4" Type="http://schemas.openxmlformats.org/officeDocument/2006/relationships/image" Target="../media/image43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7.png"/><Relationship Id="rId4" Type="http://schemas.openxmlformats.org/officeDocument/2006/relationships/image" Target="../media/image438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38.png"/><Relationship Id="rId5" Type="http://schemas.openxmlformats.org/officeDocument/2006/relationships/image" Target="../media/image441.png"/><Relationship Id="rId6" Type="http://schemas.openxmlformats.org/officeDocument/2006/relationships/image" Target="../media/image442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Relationship Id="rId4" Type="http://schemas.openxmlformats.org/officeDocument/2006/relationships/image" Target="../media/image449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Relationship Id="rId3" Type="http://schemas.openxmlformats.org/officeDocument/2006/relationships/image" Target="../media/image451.png"/><Relationship Id="rId4" Type="http://schemas.openxmlformats.org/officeDocument/2006/relationships/image" Target="../media/image452.png"/><Relationship Id="rId5" Type="http://schemas.openxmlformats.org/officeDocument/2006/relationships/image" Target="../media/image45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Relationship Id="rId3" Type="http://schemas.openxmlformats.org/officeDocument/2006/relationships/image" Target="../media/image451.png"/><Relationship Id="rId4" Type="http://schemas.openxmlformats.org/officeDocument/2006/relationships/image" Target="../media/image455.png"/><Relationship Id="rId5" Type="http://schemas.openxmlformats.org/officeDocument/2006/relationships/image" Target="../media/image456.png"/><Relationship Id="rId6" Type="http://schemas.openxmlformats.org/officeDocument/2006/relationships/image" Target="../media/image457.png"/><Relationship Id="rId7" Type="http://schemas.openxmlformats.org/officeDocument/2006/relationships/image" Target="../media/image45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Relationship Id="rId3" Type="http://schemas.openxmlformats.org/officeDocument/2006/relationships/image" Target="../media/image46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2.png"/><Relationship Id="rId4" Type="http://schemas.openxmlformats.org/officeDocument/2006/relationships/image" Target="../media/image463.png"/><Relationship Id="rId5" Type="http://schemas.openxmlformats.org/officeDocument/2006/relationships/image" Target="../media/image464.png"/><Relationship Id="rId6" Type="http://schemas.openxmlformats.org/officeDocument/2006/relationships/image" Target="../media/image465.png"/><Relationship Id="rId7" Type="http://schemas.openxmlformats.org/officeDocument/2006/relationships/image" Target="../media/image466.png"/><Relationship Id="rId8" Type="http://schemas.openxmlformats.org/officeDocument/2006/relationships/image" Target="../media/image467.png"/><Relationship Id="rId9" Type="http://schemas.openxmlformats.org/officeDocument/2006/relationships/image" Target="../media/image468.png"/><Relationship Id="rId10" Type="http://schemas.openxmlformats.org/officeDocument/2006/relationships/image" Target="../media/image469.png"/><Relationship Id="rId11" Type="http://schemas.openxmlformats.org/officeDocument/2006/relationships/image" Target="../media/image470.png"/><Relationship Id="rId12" Type="http://schemas.openxmlformats.org/officeDocument/2006/relationships/image" Target="../media/image471.png"/><Relationship Id="rId13" Type="http://schemas.openxmlformats.org/officeDocument/2006/relationships/image" Target="../media/image47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139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c04d76b961c1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97608"/>
            <a:ext cx="348996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d250897723b649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5" y="2106168"/>
            <a:ext cx="3493008" cy="405384"/>
          </a:xfrm>
          <a:prstGeom prst="rect">
            <a:avLst/>
          </a:prstGeom>
        </p:spPr>
      </p:pic>
      <p:pic>
        <p:nvPicPr>
          <p:cNvPr id="9" name="Picture 8" descr="c38ae5169a791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099" y="2939796"/>
            <a:ext cx="1380744" cy="256032"/>
          </a:xfrm>
          <a:prstGeom prst="rect">
            <a:avLst/>
          </a:prstGeom>
        </p:spPr>
      </p:pic>
      <p:pic>
        <p:nvPicPr>
          <p:cNvPr id="10" name="Picture 9" descr="5cb78aa020bc08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0099" y="3454908"/>
            <a:ext cx="30510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0675f3b4cff73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2196083"/>
            <a:ext cx="375818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4.7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4.7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3.413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3.53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be676fcb052be6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0144" y="2104643"/>
            <a:ext cx="376123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1785" y="3414091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c61c1bacc44cde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582" y="3514675"/>
            <a:ext cx="2743200" cy="256032"/>
          </a:xfrm>
          <a:prstGeom prst="rect">
            <a:avLst/>
          </a:prstGeom>
        </p:spPr>
      </p:pic>
      <p:pic>
        <p:nvPicPr>
          <p:cNvPr id="12" name="Picture 11" descr="a4dc9a96cb3f31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6649" y="4038931"/>
            <a:ext cx="2389632" cy="213360"/>
          </a:xfrm>
          <a:prstGeom prst="rect">
            <a:avLst/>
          </a:prstGeom>
        </p:spPr>
      </p:pic>
      <p:pic>
        <p:nvPicPr>
          <p:cNvPr id="13" name="Picture 12" descr="c561023f683a97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6649" y="4520515"/>
            <a:ext cx="139293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3.413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3833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ba8039e00841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956" y="2196083"/>
            <a:ext cx="55717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68700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2309" y="208026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f9b73d3410d61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5432" y="2104643"/>
            <a:ext cx="5574792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0224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4091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c61c1bacc44cde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43200" cy="256032"/>
          </a:xfrm>
          <a:prstGeom prst="rect">
            <a:avLst/>
          </a:prstGeom>
        </p:spPr>
      </p:pic>
      <p:pic>
        <p:nvPicPr>
          <p:cNvPr id="14" name="Picture 13" descr="a4dc9a96cb3f31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1851"/>
            <a:ext cx="238963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98728" y="4419931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c561023f683a97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4653" y="4520515"/>
            <a:ext cx="1392936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3.413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b9390ce3cc094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7608"/>
            <a:ext cx="2810256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8f72ce73375c8b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4643"/>
            <a:ext cx="281330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61941" y="2839212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3b9f7aa917f3bc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131" y="2961132"/>
            <a:ext cx="99669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61941" y="3342132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e3276e3a1387ee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298" y="3439667"/>
            <a:ext cx="1862328" cy="262128"/>
          </a:xfrm>
          <a:prstGeom prst="rect">
            <a:avLst/>
          </a:prstGeom>
        </p:spPr>
      </p:pic>
      <p:pic>
        <p:nvPicPr>
          <p:cNvPr id="13" name="Picture 12" descr="1c75541c26ca22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805" y="3942588"/>
            <a:ext cx="8412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a802e9bc79b2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a13b79c4b3b98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03120"/>
            <a:ext cx="177393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277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d5a4b760a6c3fb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715" y="3351276"/>
            <a:ext cx="1840991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48277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aac9d927f81bb7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4778" y="3829812"/>
            <a:ext cx="2191512" cy="262128"/>
          </a:xfrm>
          <a:prstGeom prst="rect">
            <a:avLst/>
          </a:prstGeom>
        </p:spPr>
      </p:pic>
      <p:pic>
        <p:nvPicPr>
          <p:cNvPr id="13" name="Picture 12" descr="1e24bf9c6552dd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141" y="4332732"/>
            <a:ext cx="285597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30f336ef028b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7608"/>
            <a:ext cx="2810256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b4d89c05f0f21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4643"/>
            <a:ext cx="281330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1941" y="3414091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ad6a10c37df82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131" y="3536011"/>
            <a:ext cx="990599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61941" y="3917011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e3276e3a1387ee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298" y="4014547"/>
            <a:ext cx="1862328" cy="262128"/>
          </a:xfrm>
          <a:prstGeom prst="rect">
            <a:avLst/>
          </a:prstGeom>
        </p:spPr>
      </p:pic>
      <p:pic>
        <p:nvPicPr>
          <p:cNvPr id="14" name="Picture 13" descr="1c75541c26ca22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805" y="4517467"/>
            <a:ext cx="84124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31110f4c672e9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011" y="2194560"/>
            <a:ext cx="130149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b155a9c422bf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103120"/>
            <a:ext cx="129844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17341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c05e3185268918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779" y="3345180"/>
            <a:ext cx="99669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7341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6fb71a276e5013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842" y="3823716"/>
            <a:ext cx="3453384" cy="262128"/>
          </a:xfrm>
          <a:prstGeom prst="rect">
            <a:avLst/>
          </a:prstGeom>
        </p:spPr>
      </p:pic>
      <p:pic>
        <p:nvPicPr>
          <p:cNvPr id="13" name="Picture 12" descr="c4122c07f8250b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2205" y="4326636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8731" y="1815084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3c0f930fcb43c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758" y="1645920"/>
            <a:ext cx="1481328" cy="795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086" y="1815084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201859fe582e56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80" y="1876044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1916" y="2692908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af7ef3b3737f0a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307" y="2750819"/>
            <a:ext cx="122529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15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1779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727390f8bf6207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4806" y="1645920"/>
            <a:ext cx="1475232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038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9573c279596073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4132" y="1877568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0392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efd4e5357231d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783" y="2753868"/>
            <a:ext cx="1228344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7db60f7f6057b1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892807" cy="262128"/>
          </a:xfrm>
          <a:prstGeom prst="rect">
            <a:avLst/>
          </a:prstGeom>
        </p:spPr>
      </p:pic>
      <p:pic>
        <p:nvPicPr>
          <p:cNvPr id="19" name="Picture 18" descr="b42c305db1deb8a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38200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7cbf666cf8e12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455920" cy="387096"/>
          </a:xfrm>
          <a:prstGeom prst="rect">
            <a:avLst/>
          </a:prstGeom>
        </p:spPr>
      </p:pic>
      <p:pic>
        <p:nvPicPr>
          <p:cNvPr id="10" name="Picture 9" descr="a0e46ac6ee16d3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602480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4fefc32bca2ec8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4276344" cy="417576"/>
          </a:xfrm>
          <a:prstGeom prst="rect">
            <a:avLst/>
          </a:prstGeom>
        </p:spPr>
      </p:pic>
      <p:pic>
        <p:nvPicPr>
          <p:cNvPr id="10" name="Picture 9" descr="6b86362e5b517e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1843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004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6cd48108d25e5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86" y="2801443"/>
            <a:ext cx="179832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9706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ebc5deb6b2afe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265" y="2806015"/>
            <a:ext cx="1350264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27529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004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a72db1300e8221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86" y="2708479"/>
            <a:ext cx="17952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6658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127604dc103a68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4217" y="2714575"/>
            <a:ext cx="1353312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27529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9219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d1e6d085c4e19a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83" y="4586378"/>
            <a:ext cx="25968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9219" y="4994810"/>
            <a:ext cx="8300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1,234 stops at the ones place, so round to ones:  1,240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1,240 = 1.240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180b5fd8586da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94560"/>
            <a:ext cx="1408176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f6863b3a9216d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03120"/>
            <a:ext cx="140208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2898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bf2df4e3775dcc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3661" y="3581731"/>
            <a:ext cx="1584960" cy="256032"/>
          </a:xfrm>
          <a:prstGeom prst="rect">
            <a:avLst/>
          </a:prstGeom>
        </p:spPr>
      </p:pic>
      <p:pic>
        <p:nvPicPr>
          <p:cNvPr id="12" name="Picture 11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7762" y="4043503"/>
            <a:ext cx="1271016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5ed02bc6c30ad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643" y="2194560"/>
            <a:ext cx="10942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05f88468ec8d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67" y="2103120"/>
            <a:ext cx="10911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fcf33c76384f23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6187" y="3560395"/>
            <a:ext cx="3538728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4915" y="3491815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8c7dac3379df93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988" y="3504007"/>
            <a:ext cx="1725168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a2c664b248cf7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3" y="2194560"/>
            <a:ext cx="19019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9810e14e0abf5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308" y="2103120"/>
            <a:ext cx="1898904" cy="789432"/>
          </a:xfrm>
          <a:prstGeom prst="rect">
            <a:avLst/>
          </a:prstGeom>
        </p:spPr>
      </p:pic>
      <p:pic>
        <p:nvPicPr>
          <p:cNvPr id="9" name="Picture 8" descr="d5959474f07c9a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081" y="3240023"/>
            <a:ext cx="1133856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36937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3da34b52f30f55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238" y="3240023"/>
            <a:ext cx="1316736" cy="716280"/>
          </a:xfrm>
          <a:prstGeom prst="rect">
            <a:avLst/>
          </a:prstGeom>
        </p:spPr>
      </p:pic>
      <p:pic>
        <p:nvPicPr>
          <p:cNvPr id="12" name="Picture 11" descr="bf4ec778f3c995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081" y="4084320"/>
            <a:ext cx="1310640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2/3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00016760c7ea4b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851" y="2194560"/>
            <a:ext cx="2337816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4328986b534c4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03120"/>
            <a:ext cx="2343912" cy="478536"/>
          </a:xfrm>
          <a:prstGeom prst="rect">
            <a:avLst/>
          </a:prstGeom>
        </p:spPr>
      </p:pic>
      <p:pic>
        <p:nvPicPr>
          <p:cNvPr id="9" name="Picture 8" descr="95835d2aa1fdf8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2950464"/>
            <a:ext cx="4175760" cy="368808"/>
          </a:xfrm>
          <a:prstGeom prst="rect">
            <a:avLst/>
          </a:prstGeom>
        </p:spPr>
      </p:pic>
      <p:pic>
        <p:nvPicPr>
          <p:cNvPr id="10" name="Picture 9" descr="b2bdb283546f2e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7743" y="3432047"/>
            <a:ext cx="1149096" cy="515112"/>
          </a:xfrm>
          <a:prstGeom prst="rect">
            <a:avLst/>
          </a:prstGeom>
        </p:spPr>
      </p:pic>
      <p:pic>
        <p:nvPicPr>
          <p:cNvPr id="11" name="Picture 10" descr="092197a6c2e194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743" y="4038599"/>
            <a:ext cx="2319528" cy="5151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908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1/25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8c31237e42b53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261616"/>
            <a:ext cx="138379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cd271b4ffb079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170175"/>
            <a:ext cx="138379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260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605" y="2941320"/>
            <a:ext cx="1389888" cy="252984"/>
          </a:xfrm>
          <a:prstGeom prst="rect">
            <a:avLst/>
          </a:prstGeom>
        </p:spPr>
      </p:pic>
      <p:pic>
        <p:nvPicPr>
          <p:cNvPr id="11" name="Picture 10" descr="be3a0b78acc2ca7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0890" y="3482340"/>
            <a:ext cx="1127760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99215668496d9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261616"/>
            <a:ext cx="1560576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599215668496d9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70175"/>
            <a:ext cx="1560576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2310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ed3cc0ad086b14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889" y="2939796"/>
            <a:ext cx="1417320" cy="256032"/>
          </a:xfrm>
          <a:prstGeom prst="rect">
            <a:avLst/>
          </a:prstGeom>
        </p:spPr>
      </p:pic>
      <p:pic>
        <p:nvPicPr>
          <p:cNvPr id="11" name="Picture 10" descr="2f02af02afef75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174" y="3479291"/>
            <a:ext cx="121005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0e3ec2124e9cdb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067" y="2194560"/>
            <a:ext cx="1167384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bba9a177d472d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03120"/>
            <a:ext cx="1164336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03452" y="3220212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e89a91682f16b5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072" y="3320795"/>
            <a:ext cx="203606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03452" y="372313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2d871f17c6a68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563" y="3820668"/>
            <a:ext cx="2511552" cy="262128"/>
          </a:xfrm>
          <a:prstGeom prst="rect">
            <a:avLst/>
          </a:prstGeom>
        </p:spPr>
      </p:pic>
      <p:pic>
        <p:nvPicPr>
          <p:cNvPr id="13" name="Picture 12" descr="cf247a514e7944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8316" y="4248912"/>
            <a:ext cx="633984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11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1/3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6 gigabytes.</a:t>
            </a:r>
          </a:p>
        </p:txBody>
      </p:sp>
      <p:pic>
        <p:nvPicPr>
          <p:cNvPr id="10" name="Picture 9" descr="d6367224d1a034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4083" y="3405278"/>
            <a:ext cx="1423416" cy="252984"/>
          </a:xfrm>
          <a:prstGeom prst="rect">
            <a:avLst/>
          </a:prstGeom>
        </p:spPr>
      </p:pic>
      <p:pic>
        <p:nvPicPr>
          <p:cNvPr id="11" name="Picture 10" descr="83ec447ebad373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083" y="3944774"/>
            <a:ext cx="17830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39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1720" y="2205228"/>
            <a:ext cx="55499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fence runs along 6 sides, each  </a:t>
            </a:r>
          </a:p>
        </p:txBody>
      </p:sp>
      <p:pic>
        <p:nvPicPr>
          <p:cNvPr id="9" name="Picture 8" descr="750d442da50ecc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538" y="2194560"/>
            <a:ext cx="10972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1818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4768" y="2113788"/>
            <a:ext cx="55499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fence runs along 6 sides, each  </a:t>
            </a:r>
          </a:p>
        </p:txBody>
      </p:sp>
      <p:pic>
        <p:nvPicPr>
          <p:cNvPr id="9" name="Picture 8" descr="9fb9dd87cc4e7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586" y="2103120"/>
            <a:ext cx="10911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8770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total length, to the nearest hundredth of a foot.</a:t>
            </a:r>
          </a:p>
        </p:txBody>
      </p:sp>
      <p:pic>
        <p:nvPicPr>
          <p:cNvPr id="12" name="Picture 11" descr="53d1d92fd3181f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680" y="3504007"/>
            <a:ext cx="2526792" cy="432816"/>
          </a:xfrm>
          <a:prstGeom prst="rect">
            <a:avLst/>
          </a:prstGeom>
        </p:spPr>
      </p:pic>
      <p:pic>
        <p:nvPicPr>
          <p:cNvPr id="13" name="Picture 12" descr="61dd79c9e3470d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680" y="4142563"/>
            <a:ext cx="29138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84.85 feet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plan:  </a:t>
            </a:r>
          </a:p>
        </p:txBody>
      </p:sp>
      <p:pic>
        <p:nvPicPr>
          <p:cNvPr id="12" name="Picture 11" descr="9c06497c855717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168" y="3838956"/>
            <a:ext cx="298399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327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plan:  </a:t>
            </a:r>
          </a:p>
        </p:txBody>
      </p:sp>
      <p:pic>
        <p:nvPicPr>
          <p:cNvPr id="14" name="Picture 13" descr="328175c9b0fe13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276" y="4341876"/>
            <a:ext cx="2843784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