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7.xml"/><Relationship Id="rId4" Type="http://schemas.openxmlformats.org/officeDocument/2006/relationships/slide" Target="slide71.xml"/><Relationship Id="rId5" Type="http://schemas.openxmlformats.org/officeDocument/2006/relationships/slide" Target="slide105.xml"/><Relationship Id="rId6" Type="http://schemas.openxmlformats.org/officeDocument/2006/relationships/slide" Target="slide139.xml"/><Relationship Id="rId7" Type="http://schemas.openxmlformats.org/officeDocument/2006/relationships/slide" Target="slide17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4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4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Relationship Id="rId4" Type="http://schemas.openxmlformats.org/officeDocument/2006/relationships/image" Target="../media/image9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9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Relationship Id="rId3" Type="http://schemas.openxmlformats.org/officeDocument/2006/relationships/image" Target="../media/image128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Relationship Id="rId3" Type="http://schemas.openxmlformats.org/officeDocument/2006/relationships/image" Target="../media/image1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Relationship Id="rId3" Type="http://schemas.openxmlformats.org/officeDocument/2006/relationships/image" Target="../media/image1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50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Relationship Id="rId3" Type="http://schemas.openxmlformats.org/officeDocument/2006/relationships/image" Target="../media/image143.png"/><Relationship Id="rId4" Type="http://schemas.openxmlformats.org/officeDocument/2006/relationships/image" Target="../media/image156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Relationship Id="rId4" Type="http://schemas.openxmlformats.org/officeDocument/2006/relationships/image" Target="../media/image16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Relationship Id="rId4" Type="http://schemas.openxmlformats.org/officeDocument/2006/relationships/image" Target="../media/image18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Relationship Id="rId4" Type="http://schemas.openxmlformats.org/officeDocument/2006/relationships/image" Target="../media/image18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Relationship Id="rId4" Type="http://schemas.openxmlformats.org/officeDocument/2006/relationships/image" Target="../media/image186.png"/><Relationship Id="rId5" Type="http://schemas.openxmlformats.org/officeDocument/2006/relationships/image" Target="../media/image187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Relationship Id="rId3" Type="http://schemas.openxmlformats.org/officeDocument/2006/relationships/image" Target="../media/image189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Relationship Id="rId3" Type="http://schemas.openxmlformats.org/officeDocument/2006/relationships/image" Target="../media/image192.png"/><Relationship Id="rId4" Type="http://schemas.openxmlformats.org/officeDocument/2006/relationships/image" Target="../media/image19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Relationship Id="rId3" Type="http://schemas.openxmlformats.org/officeDocument/2006/relationships/image" Target="../media/image198.png"/><Relationship Id="rId4" Type="http://schemas.openxmlformats.org/officeDocument/2006/relationships/image" Target="../media/image199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Relationship Id="rId3" Type="http://schemas.openxmlformats.org/officeDocument/2006/relationships/image" Target="../media/image42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Relationship Id="rId3" Type="http://schemas.openxmlformats.org/officeDocument/2006/relationships/image" Target="../media/image42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Relationship Id="rId3" Type="http://schemas.openxmlformats.org/officeDocument/2006/relationships/image" Target="../media/image220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Relationship Id="rId6" Type="http://schemas.openxmlformats.org/officeDocument/2006/relationships/image" Target="../media/image22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Relationship Id="rId3" Type="http://schemas.openxmlformats.org/officeDocument/2006/relationships/image" Target="../media/image220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Relationship Id="rId6" Type="http://schemas.openxmlformats.org/officeDocument/2006/relationships/image" Target="../media/image22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Relationship Id="rId3" Type="http://schemas.openxmlformats.org/officeDocument/2006/relationships/image" Target="../media/image225.png"/><Relationship Id="rId4" Type="http://schemas.openxmlformats.org/officeDocument/2006/relationships/image" Target="../media/image226.png"/><Relationship Id="rId5" Type="http://schemas.openxmlformats.org/officeDocument/2006/relationships/image" Target="../media/image227.png"/><Relationship Id="rId6" Type="http://schemas.openxmlformats.org/officeDocument/2006/relationships/image" Target="../media/image228.png"/><Relationship Id="rId7" Type="http://schemas.openxmlformats.org/officeDocument/2006/relationships/image" Target="../media/image229.png"/><Relationship Id="rId8" Type="http://schemas.openxmlformats.org/officeDocument/2006/relationships/image" Target="../media/image230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Relationship Id="rId3" Type="http://schemas.openxmlformats.org/officeDocument/2006/relationships/image" Target="../media/image232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Relationship Id="rId3" Type="http://schemas.openxmlformats.org/officeDocument/2006/relationships/image" Target="../media/image234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Relationship Id="rId3" Type="http://schemas.openxmlformats.org/officeDocument/2006/relationships/image" Target="../media/image236.png"/><Relationship Id="rId4" Type="http://schemas.openxmlformats.org/officeDocument/2006/relationships/image" Target="../media/image237.png"/><Relationship Id="rId5" Type="http://schemas.openxmlformats.org/officeDocument/2006/relationships/image" Target="../media/image238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Relationship Id="rId3" Type="http://schemas.openxmlformats.org/officeDocument/2006/relationships/image" Target="../media/image240.png"/><Relationship Id="rId4" Type="http://schemas.openxmlformats.org/officeDocument/2006/relationships/image" Target="../media/image24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Relationship Id="rId3" Type="http://schemas.openxmlformats.org/officeDocument/2006/relationships/image" Target="../media/image243.png"/><Relationship Id="rId4" Type="http://schemas.openxmlformats.org/officeDocument/2006/relationships/image" Target="../media/image244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Relationship Id="rId3" Type="http://schemas.openxmlformats.org/officeDocument/2006/relationships/image" Target="../media/image246.png"/><Relationship Id="rId4" Type="http://schemas.openxmlformats.org/officeDocument/2006/relationships/image" Target="../media/image24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Relationship Id="rId3" Type="http://schemas.openxmlformats.org/officeDocument/2006/relationships/image" Target="../media/image254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Relationship Id="rId3" Type="http://schemas.openxmlformats.org/officeDocument/2006/relationships/image" Target="../media/image260.png"/><Relationship Id="rId4" Type="http://schemas.openxmlformats.org/officeDocument/2006/relationships/image" Target="../media/image26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Relationship Id="rId3" Type="http://schemas.openxmlformats.org/officeDocument/2006/relationships/image" Target="../media/image260.png"/><Relationship Id="rId4" Type="http://schemas.openxmlformats.org/officeDocument/2006/relationships/image" Target="../media/image26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Relationship Id="rId5" Type="http://schemas.openxmlformats.org/officeDocument/2006/relationships/image" Target="../media/image268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Relationship Id="rId5" Type="http://schemas.openxmlformats.org/officeDocument/2006/relationships/image" Target="../media/image27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 i="0">
                <a:solidFill>
                  <a:srgbClr val="1A1A1A"/>
                </a:solidFill>
                <a:latin typeface="Century Schoolbook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— Solving Problems with Rational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71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105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139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173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0" name="Picture 9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141220"/>
            <a:ext cx="89001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00480" y="205282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138172"/>
            <a:ext cx="90525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92692" y="20528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17" name="Picture 16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386328"/>
            <a:ext cx="1298448" cy="2407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7504" y="1440180"/>
            <a:ext cx="1546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1" name="Picture 10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141220"/>
            <a:ext cx="890016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00480" y="205282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3" name="Picture 12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138172"/>
            <a:ext cx="905256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92692" y="20528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8027" y="2052828"/>
            <a:ext cx="100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7" name="Picture 16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04379" y="266547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20" name="Picture 19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386328"/>
            <a:ext cx="1298448" cy="24079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83373" y="3278124"/>
            <a:ext cx="82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f39e13154060a8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3028188"/>
            <a:ext cx="4538472" cy="335280"/>
          </a:xfrm>
          <a:prstGeom prst="rect">
            <a:avLst/>
          </a:prstGeom>
        </p:spPr>
      </p:pic>
      <p:pic>
        <p:nvPicPr>
          <p:cNvPr id="12" name="Picture 11" descr="09bdd4fb912377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75" y="3703320"/>
            <a:ext cx="8202168" cy="3566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1eddec5041a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644" y="1993392"/>
            <a:ext cx="5666232" cy="411480"/>
          </a:xfrm>
          <a:prstGeom prst="rect">
            <a:avLst/>
          </a:prstGeom>
        </p:spPr>
      </p:pic>
      <p:pic>
        <p:nvPicPr>
          <p:cNvPr id="11" name="Picture 10" descr="84f16e9d72a5c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048" y="2680716"/>
            <a:ext cx="7583424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05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fa01ffb8792c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1993392"/>
            <a:ext cx="3819144" cy="411480"/>
          </a:xfrm>
          <a:prstGeom prst="rect">
            <a:avLst/>
          </a:prstGeom>
        </p:spPr>
      </p:pic>
      <p:pic>
        <p:nvPicPr>
          <p:cNvPr id="11" name="Picture 10" descr="cfbb3562680e85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668" y="2679192"/>
            <a:ext cx="6806184" cy="411480"/>
          </a:xfrm>
          <a:prstGeom prst="rect">
            <a:avLst/>
          </a:prstGeom>
        </p:spPr>
      </p:pic>
      <p:pic>
        <p:nvPicPr>
          <p:cNvPr id="12" name="Picture 11" descr="783fbc1bfea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6359" y="3364992"/>
            <a:ext cx="606552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31879" y="3342132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23b08f458fe34a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4792" y="3395472"/>
            <a:ext cx="1420368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b322f8f789aa0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6168"/>
            <a:ext cx="3816095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78e26f3a087b3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864352" cy="402336"/>
          </a:xfrm>
          <a:prstGeom prst="rect">
            <a:avLst/>
          </a:prstGeom>
        </p:spPr>
      </p:pic>
      <p:pic>
        <p:nvPicPr>
          <p:cNvPr id="9" name="Picture 8" descr="1cb28e2e28999f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6896"/>
            <a:ext cx="3642360" cy="350520"/>
          </a:xfrm>
          <a:prstGeom prst="rect">
            <a:avLst/>
          </a:prstGeom>
        </p:spPr>
      </p:pic>
      <p:pic>
        <p:nvPicPr>
          <p:cNvPr id="10" name="Picture 9" descr="ce53c7f1db8afd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1735"/>
            <a:ext cx="1978152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2ae36fee79b20f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dab37c3d4cb37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2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549981a84cc8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20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0ba903ac78fff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83864" cy="353568"/>
          </a:xfrm>
          <a:prstGeom prst="rect">
            <a:avLst/>
          </a:prstGeom>
        </p:spPr>
      </p:pic>
      <p:pic>
        <p:nvPicPr>
          <p:cNvPr id="9" name="Picture 8" descr="aed5738787927d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6071616" cy="411480"/>
          </a:xfrm>
          <a:prstGeom prst="rect">
            <a:avLst/>
          </a:prstGeom>
        </p:spPr>
      </p:pic>
      <p:pic>
        <p:nvPicPr>
          <p:cNvPr id="10" name="Picture 9" descr="7c3a73d2cb750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534924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6.85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e4f0a8415ed569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6ee0cf26c6675a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21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8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5.51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3cd7ad48ef74b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2e4a44f0bcfa93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9" name="Picture 8" descr="3a4ce939f4597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7003"/>
            <a:ext cx="1161288" cy="286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4993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2" name="Picture 11" descr="cf4775b41686db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49652"/>
            <a:ext cx="1152144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1881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9" name="Picture 8" descr="6c4bcb516da5e5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8527"/>
            <a:ext cx="1164336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8041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2" name="Picture 11" descr="959b0ab7310b4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4929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01e04974dac9e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439" y="2194560"/>
            <a:ext cx="359664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d662bd9034d4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0916" y="2103120"/>
            <a:ext cx="3599688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40f3053f5991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2450f0cef92f5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d60eac1f99916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3.413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f420607bc24c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3.413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f600c7d1ad07bb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11c6b03d538cb7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1.23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7996c8675edf5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194560"/>
            <a:ext cx="420624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0150b4a7c88f61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104643"/>
            <a:ext cx="420928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7.16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bd13eb8faf9a4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507" y="2194560"/>
            <a:ext cx="555650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2860547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97707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2860547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98fdf47dd4ead5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103120"/>
            <a:ext cx="55595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2766060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032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27660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5.7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3846" y="2173224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9" name="Picture 8" descr="82e722a216f1a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49" y="2194560"/>
            <a:ext cx="5657088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17237" y="217322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2322" y="2080260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9" name="Picture 8" descr="6a5bd63b1555e6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625" y="2103120"/>
            <a:ext cx="566013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1876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3099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8084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1" name="Picture 10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469392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2150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945892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61035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5" name="Picture 14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557016"/>
            <a:ext cx="417576" cy="5638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3099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6421" y="144018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8084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469392" cy="667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0197" y="2052828"/>
            <a:ext cx="6525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2150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945892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04379" y="292150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61035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8" name="Picture 17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557016"/>
            <a:ext cx="417576" cy="563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7791" y="353415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d98347d24a5e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683" y="1993392"/>
            <a:ext cx="7312152" cy="411480"/>
          </a:xfrm>
          <a:prstGeom prst="rect">
            <a:avLst/>
          </a:prstGeom>
        </p:spPr>
      </p:pic>
      <p:pic>
        <p:nvPicPr>
          <p:cNvPr id="11" name="Picture 10" descr="cac393ebd07bc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41" y="2711196"/>
            <a:ext cx="111556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7509" y="26563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 </a:t>
            </a:r>
          </a:p>
        </p:txBody>
      </p:sp>
      <p:pic>
        <p:nvPicPr>
          <p:cNvPr id="13" name="Picture 12" descr="d56fc73065e54a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7706" y="2709672"/>
            <a:ext cx="126187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a3a168722c51c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616" y="1993392"/>
            <a:ext cx="5352288" cy="819912"/>
          </a:xfrm>
          <a:prstGeom prst="rect">
            <a:avLst/>
          </a:prstGeom>
        </p:spPr>
      </p:pic>
      <p:pic>
        <p:nvPicPr>
          <p:cNvPr id="11" name="Picture 10" descr="a2db9260e26591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040" y="3087624"/>
            <a:ext cx="542544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8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9c2afc3e471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993392"/>
            <a:ext cx="6409944" cy="411480"/>
          </a:xfrm>
          <a:prstGeom prst="rect">
            <a:avLst/>
          </a:prstGeom>
        </p:spPr>
      </p:pic>
      <p:pic>
        <p:nvPicPr>
          <p:cNvPr id="11" name="Picture 10" descr="6e3a2fa74bbe54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044" y="2679192"/>
            <a:ext cx="612343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4048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7b4ae14dd8692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03120"/>
            <a:ext cx="3310128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255f5ba7a254ef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69608" cy="408432"/>
          </a:xfrm>
          <a:prstGeom prst="rect">
            <a:avLst/>
          </a:prstGeom>
        </p:spPr>
      </p:pic>
      <p:pic>
        <p:nvPicPr>
          <p:cNvPr id="9" name="Picture 8" descr="6f84424baa8324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52016" cy="353568"/>
          </a:xfrm>
          <a:prstGeom prst="rect">
            <a:avLst/>
          </a:prstGeom>
        </p:spPr>
      </p:pic>
      <p:pic>
        <p:nvPicPr>
          <p:cNvPr id="10" name="Picture 9" descr="faf479a8541eeb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316687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02a20b9238011d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168" y="2194560"/>
            <a:ext cx="4139183" cy="521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8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d048c7fc436d6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1896" y="2103120"/>
            <a:ext cx="3157728" cy="886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930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6b3f0849106cd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61560" cy="411480"/>
          </a:xfrm>
          <a:prstGeom prst="rect">
            <a:avLst/>
          </a:prstGeom>
        </p:spPr>
      </p:pic>
      <p:pic>
        <p:nvPicPr>
          <p:cNvPr id="9" name="Picture 8" descr="1c6ad9425b8dfd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3139440" cy="826008"/>
          </a:xfrm>
          <a:prstGeom prst="rect">
            <a:avLst/>
          </a:prstGeom>
        </p:spPr>
      </p:pic>
      <p:pic>
        <p:nvPicPr>
          <p:cNvPr id="10" name="Picture 9" descr="6aefb1689d23fb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706368"/>
            <a:ext cx="313334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d9eedbeb2084b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284" y="2194560"/>
            <a:ext cx="3806952" cy="1109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69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914658bc6d4d6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2194560"/>
            <a:ext cx="3803904" cy="1109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69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31fb752d70c62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9" name="Picture 8" descr="813d8c5430374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2208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24215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2" name="Picture 11" descr="39bd69d20e0cfe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9" name="Picture 8" descr="00df9fb5b7ec9f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5256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27263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2" name="Picture 11" descr="a80742e4b94b4b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f43a30d4653d0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f69d270b84b83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03120"/>
            <a:ext cx="1459992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854a4a598c6527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028" y="2194560"/>
            <a:ext cx="1807464" cy="826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8bc77f296de0c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552" y="2103120"/>
            <a:ext cx="1804416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64c6147c2ce0e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ffd33f95921b2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e525d712acf4b1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826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dd4e224a7fe9f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f1acb8271e6d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1" y="2194560"/>
            <a:ext cx="3328416" cy="819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3265931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403091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3265931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49829e386e3352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028" y="2103120"/>
            <a:ext cx="3331464" cy="816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3171444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308604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3171444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8140" y="2378964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9" name="Picture 8" descr="497afcee60275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751" y="2194560"/>
            <a:ext cx="1463040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18791" y="2378964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1" name="Picture 10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011" y="2430780"/>
            <a:ext cx="1420368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34964" y="3272028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3" name="Picture 12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2971" y="3325367"/>
            <a:ext cx="124358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980687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3905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9664" y="2284475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9" name="Picture 8" descr="11453e40830bd3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275" y="2103120"/>
            <a:ext cx="145999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17267" y="2284475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1" name="Picture 10" descr="9220e587e3708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487" y="2336291"/>
            <a:ext cx="1420368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33440" y="3174491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3" name="Picture 12" descr="6afd167257bcd6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1447" y="3227831"/>
            <a:ext cx="12466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883151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244144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113788"/>
            <a:ext cx="3099816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244144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48053" y="1440180"/>
            <a:ext cx="145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113788"/>
            <a:ext cx="309981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12627" y="2052828"/>
            <a:ext cx="16371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5.89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3709" y="2665476"/>
            <a:ext cx="1743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9.02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623" y="3278124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a738e44a54142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428" y="1993392"/>
            <a:ext cx="60746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05746" y="2656332"/>
            <a:ext cx="8306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2 significant digits and 3, so the answer keeps 2:   </a:t>
            </a:r>
          </a:p>
        </p:txBody>
      </p:sp>
      <p:pic>
        <p:nvPicPr>
          <p:cNvPr id="12" name="Picture 11" descr="46d10cc3baed6a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029" y="2708148"/>
            <a:ext cx="13807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19428082cb99c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643" y="2029968"/>
            <a:ext cx="338023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94714" y="2656332"/>
            <a:ext cx="87092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1688" y="3342132"/>
            <a:ext cx="60785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stops at the ones place:   </a:t>
            </a:r>
          </a:p>
        </p:txBody>
      </p:sp>
      <p:pic>
        <p:nvPicPr>
          <p:cNvPr id="13" name="Picture 12" descr="4090bfd67d1032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063" y="3371088"/>
            <a:ext cx="3096768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9368" y="1714500"/>
            <a:ext cx="417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solar array measures  </a:t>
            </a:r>
          </a:p>
        </p:txBody>
      </p:sp>
      <p:pic>
        <p:nvPicPr>
          <p:cNvPr id="9" name="Picture 8" descr="7ad9bfb61548f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7447" y="1769363"/>
            <a:ext cx="159410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41551" y="171450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82188a05fd74b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108" y="1767839"/>
            <a:ext cx="138988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996" y="171450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831760cab574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08432"/>
          </a:xfrm>
          <a:prstGeom prst="rect">
            <a:avLst/>
          </a:prstGeom>
        </p:spPr>
      </p:pic>
      <p:pic>
        <p:nvPicPr>
          <p:cNvPr id="9" name="Picture 8" descr="30f7ea4290ce6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5010912" cy="365760"/>
          </a:xfrm>
          <a:prstGeom prst="rect">
            <a:avLst/>
          </a:prstGeom>
        </p:spPr>
      </p:pic>
      <p:pic>
        <p:nvPicPr>
          <p:cNvPr id="10" name="Picture 9" descr="ae705d3f714a2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43072"/>
            <a:ext cx="45171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8695" y="2186940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9" name="Picture 8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969" y="2194560"/>
            <a:ext cx="1786128" cy="441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9097" y="218694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653" y="2194560"/>
            <a:ext cx="2033015" cy="441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6669" y="218694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7171" y="2185415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9" name="Picture 8" descr="2ea2d2cafb1884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445" y="2194560"/>
            <a:ext cx="1789176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80621" y="2185415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798bb70a13d738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177" y="2194560"/>
            <a:ext cx="2033015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8193" y="2185415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3513" y="1714500"/>
            <a:ext cx="32456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container holds  </a:t>
            </a:r>
          </a:p>
        </p:txBody>
      </p:sp>
      <p:pic>
        <p:nvPicPr>
          <p:cNvPr id="9" name="Picture 8" descr="2cd8b9426e72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977" y="1767839"/>
            <a:ext cx="1804416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86393" y="1714500"/>
            <a:ext cx="3438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of liquid.</a:t>
            </a:r>
          </a:p>
        </p:txBody>
      </p:sp>
      <p:pic>
        <p:nvPicPr>
          <p:cNvPr id="11" name="Picture 10" descr="96c6bbe36750a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9" y="2497836"/>
            <a:ext cx="2008632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25661" y="2446020"/>
            <a:ext cx="3855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799fbcd94df55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6648" cy="289560"/>
          </a:xfrm>
          <a:prstGeom prst="rect">
            <a:avLst/>
          </a:prstGeom>
        </p:spPr>
      </p:pic>
      <p:pic>
        <p:nvPicPr>
          <p:cNvPr id="9" name="Picture 8" descr="22b44a67be12e9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84120"/>
            <a:ext cx="3867912" cy="429768"/>
          </a:xfrm>
          <a:prstGeom prst="rect">
            <a:avLst/>
          </a:prstGeom>
        </p:spPr>
      </p:pic>
      <p:pic>
        <p:nvPicPr>
          <p:cNvPr id="10" name="Picture 9" descr="4629515b15c2b4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88207"/>
            <a:ext cx="595579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cubic feet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9" name="Picture 8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365" y="2942844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2" name="Picture 11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1871" y="2942844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9" name="Picture 8" descr="8579fbd842756a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365" y="2941320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2" name="Picture 11" descr="522cffef3ffba4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1871" y="2941320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09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9" name="Picture 8" descr="69f46df5ecb064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dd823fb368db84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7003"/>
            <a:ext cx="1127760" cy="286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59677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9" name="Picture 8" descr="877de329d13d7e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98384e6b1ba121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8527"/>
            <a:ext cx="1130808" cy="283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2725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793" y="269290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0" name="Picture 9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744724"/>
            <a:ext cx="20269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9290" y="269290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793" y="260146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0" name="Picture 9" descr="b1203184ca7f2d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653284"/>
            <a:ext cx="20269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9290" y="26014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7.41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302" y="2194560"/>
            <a:ext cx="40203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9614" y="217170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da2ed7f30b8d3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778" y="2104643"/>
            <a:ext cx="4023360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11138" y="208026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414" y="217170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9" name="Picture 8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466" y="2226564"/>
            <a:ext cx="142341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42882" y="217170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1" name="Picture 10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830" y="2226564"/>
            <a:ext cx="163372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6558" y="217170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1890" y="208026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9" name="Picture 8" descr="2040ebaec58d50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942" y="2135124"/>
            <a:ext cx="142646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44406" y="208026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1" name="Picture 10" descr="7f74096cc598f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354" y="2135124"/>
            <a:ext cx="163372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8082" y="208026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2.6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2.6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3822" y="217170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9" name="Picture 8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226564"/>
            <a:ext cx="1633728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6700" y="217170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3822" y="208026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9" name="Picture 8" descr="cb8dbdba9896eb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135124"/>
            <a:ext cx="1633728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6700" y="208026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km/h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016" y="274657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0" name="Picture 9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273" y="2799919"/>
            <a:ext cx="140817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4449" y="274657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2" name="Picture 11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9316" y="2799919"/>
            <a:ext cx="139903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88348" y="274657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5492" y="265513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0" name="Picture 9" descr="7257295b37188a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749" y="2708479"/>
            <a:ext cx="1411224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5973" y="265513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2" name="Picture 11" descr="94cb33e082284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840" y="2708479"/>
            <a:ext cx="139903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89872" y="265513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728" y="274657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0" name="Picture 9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806015"/>
            <a:ext cx="176479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60254" y="274657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2" name="Picture 11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99919"/>
            <a:ext cx="138074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05355" y="274657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728" y="265513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0" name="Picture 9" descr="a825a716d0b1c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714575"/>
            <a:ext cx="176479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60254" y="265513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2" name="Picture 11" descr="1d3c8ee25f946d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08479"/>
            <a:ext cx="138074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05355" y="265513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1,240 = 1.240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0" name="Picture 9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112264"/>
            <a:ext cx="2441448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2" name="Picture 11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4" name="Picture 13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390900"/>
            <a:ext cx="1155192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958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112264"/>
            <a:ext cx="244144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259" y="2052828"/>
            <a:ext cx="1302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04379" y="266547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7" name="Picture 16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390900"/>
            <a:ext cx="11551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7710" y="327812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10aaba5b6e76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1993392"/>
            <a:ext cx="5586984" cy="502920"/>
          </a:xfrm>
          <a:prstGeom prst="rect">
            <a:avLst/>
          </a:prstGeom>
        </p:spPr>
      </p:pic>
      <p:pic>
        <p:nvPicPr>
          <p:cNvPr id="11" name="Picture 10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459" y="2770632"/>
            <a:ext cx="3276600" cy="502920"/>
          </a:xfrm>
          <a:prstGeom prst="rect">
            <a:avLst/>
          </a:prstGeom>
        </p:spPr>
      </p:pic>
      <p:pic>
        <p:nvPicPr>
          <p:cNvPr id="12" name="Picture 11" descr="38c1b22d8ba50c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715" y="3547872"/>
            <a:ext cx="3294888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6603" y="3570732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af23067c54651c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16" y="3654552"/>
            <a:ext cx="780288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8912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1ccef74cf5a6c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132" y="1993392"/>
            <a:ext cx="1420368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33500" y="201625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099a845693bde0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492" y="1993392"/>
            <a:ext cx="143256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12051" y="201625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a0a2abe2b8b88c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8043" y="1993392"/>
            <a:ext cx="1990344" cy="502920"/>
          </a:xfrm>
          <a:prstGeom prst="rect">
            <a:avLst/>
          </a:prstGeom>
        </p:spPr>
      </p:pic>
      <p:pic>
        <p:nvPicPr>
          <p:cNvPr id="15" name="Picture 14" descr="5dc53ddc22961e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7292" y="2775204"/>
            <a:ext cx="1289304" cy="8138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56596" y="295351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7" name="Picture 16" descr="0b3fc4acebe11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587" y="2770632"/>
            <a:ext cx="1691640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9319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44afa7466e491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304" y="1993392"/>
            <a:ext cx="2374392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13696" y="2135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2485dda09a64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687" y="2112264"/>
            <a:ext cx="3462528" cy="502920"/>
          </a:xfrm>
          <a:prstGeom prst="rect">
            <a:avLst/>
          </a:prstGeom>
        </p:spPr>
      </p:pic>
      <p:pic>
        <p:nvPicPr>
          <p:cNvPr id="13" name="Picture 12" descr="1c083a55a6db1a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752" y="3008376"/>
            <a:ext cx="4700016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3250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9bb1c8a15b2d7b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148" y="2103120"/>
            <a:ext cx="2935224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88f9d60545f0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85544" cy="676656"/>
          </a:xfrm>
          <a:prstGeom prst="rect">
            <a:avLst/>
          </a:prstGeom>
        </p:spPr>
      </p:pic>
      <p:pic>
        <p:nvPicPr>
          <p:cNvPr id="9" name="Picture 8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276600" cy="502920"/>
          </a:xfrm>
          <a:prstGeom prst="rect">
            <a:avLst/>
          </a:prstGeom>
        </p:spPr>
      </p:pic>
      <p:pic>
        <p:nvPicPr>
          <p:cNvPr id="10" name="Picture 9" descr="bdab02e30458e0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48455"/>
            <a:ext cx="1655064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853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951716e95210e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728" y="2194560"/>
            <a:ext cx="3560064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7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b80aa59125558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775" y="2194560"/>
            <a:ext cx="3553968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7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−17/9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7530fef4a5f2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03120"/>
            <a:ext cx="3532632" cy="53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394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922b0a873b8b5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45992" cy="502920"/>
          </a:xfrm>
          <a:prstGeom prst="rect">
            <a:avLst/>
          </a:prstGeom>
        </p:spPr>
      </p:pic>
      <p:pic>
        <p:nvPicPr>
          <p:cNvPr id="9" name="Picture 8" descr="eb44f304539690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97480"/>
            <a:ext cx="3849624" cy="502920"/>
          </a:xfrm>
          <a:prstGeom prst="rect">
            <a:avLst/>
          </a:prstGeom>
        </p:spPr>
      </p:pic>
      <p:pic>
        <p:nvPicPr>
          <p:cNvPr id="10" name="Picture 9" descr="1e8b8e5b31eeb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4720"/>
            <a:ext cx="1990344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55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03f17111b774a6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94560"/>
            <a:ext cx="4507992" cy="66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588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94560"/>
            <a:ext cx="105156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a01c60804f5366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1" y="2103120"/>
            <a:ext cx="1042415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 feet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94560"/>
            <a:ext cx="132588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e9ce12ee5f035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94560"/>
            <a:ext cx="1612392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e42a74bac5138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612" y="2103120"/>
            <a:ext cx="160629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3c30f316583cb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432" y="2103120"/>
            <a:ext cx="143865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94560"/>
            <a:ext cx="112166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e2d33019ea26f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452" y="2103120"/>
            <a:ext cx="111861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−4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a9ee2603fdcbc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019" y="2194560"/>
            <a:ext cx="1935480" cy="813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641b2a864f99c5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068" y="2103120"/>
            <a:ext cx="1929384" cy="819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2/3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94560"/>
            <a:ext cx="237134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a56781a24b5677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03120"/>
            <a:ext cx="237134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1/25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364" y="2217420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9" name="Picture 8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675" y="219456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5339" y="2217420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3888" y="2125979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9" name="Picture 8" descr="1d8dbae4078985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199" y="2103120"/>
            <a:ext cx="111861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815" y="2125979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114300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710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2" name="Picture 11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8336"/>
            <a:ext cx="795528" cy="5547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2138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4" name="Picture 13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534156"/>
            <a:ext cx="1088136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114300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9605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791" y="2052828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710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8336"/>
            <a:ext cx="795528" cy="554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46467" y="266547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2138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7" name="Picture 16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534156"/>
            <a:ext cx="1088136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0654" y="34213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5470b2ad78cf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01" y="2058924"/>
            <a:ext cx="296265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0657" y="19705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2" name="Picture 11" descr="0c14e80cd2eaab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854" y="2055876"/>
            <a:ext cx="1502664" cy="286512"/>
          </a:xfrm>
          <a:prstGeom prst="rect">
            <a:avLst/>
          </a:prstGeom>
        </p:spPr>
      </p:pic>
      <p:pic>
        <p:nvPicPr>
          <p:cNvPr id="13" name="Picture 12" descr="c6cb11828cf70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2261" y="2737104"/>
            <a:ext cx="3343656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5917" y="26563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5" name="Picture 14" descr="3d97c3435e5f92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6114" y="2744724"/>
            <a:ext cx="153314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52b1d3b1e5b1c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4796" y="1993392"/>
            <a:ext cx="2471928" cy="810768"/>
          </a:xfrm>
          <a:prstGeom prst="rect">
            <a:avLst/>
          </a:prstGeom>
        </p:spPr>
      </p:pic>
      <p:pic>
        <p:nvPicPr>
          <p:cNvPr id="11" name="Picture 10" descr="ffadcec50e54c8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3078480"/>
            <a:ext cx="5172456" cy="8717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88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4b1ef9fa2dcb4d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036" y="2103120"/>
            <a:ext cx="3965448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353dd49f16316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31136" cy="405384"/>
          </a:xfrm>
          <a:prstGeom prst="rect">
            <a:avLst/>
          </a:prstGeom>
        </p:spPr>
      </p:pic>
      <p:pic>
        <p:nvPicPr>
          <p:cNvPr id="9" name="Picture 8" descr="340b208cd1f74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6973824" cy="350520"/>
          </a:xfrm>
          <a:prstGeom prst="rect">
            <a:avLst/>
          </a:prstGeom>
        </p:spPr>
      </p:pic>
      <p:pic>
        <p:nvPicPr>
          <p:cNvPr id="10" name="Picture 9" descr="90bf680791a0f6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2944368" cy="295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−1.44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dcc7e91a07786a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2194560"/>
            <a:ext cx="4538472" cy="630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7d9dafa919c33a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571" y="2194560"/>
            <a:ext cx="4532376" cy="630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9.97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9657b87afa13d5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7" y="2103120"/>
            <a:ext cx="2798064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7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184a5d14892d3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76144" cy="810768"/>
          </a:xfrm>
          <a:prstGeom prst="rect">
            <a:avLst/>
          </a:prstGeom>
        </p:spPr>
      </p:pic>
      <p:pic>
        <p:nvPicPr>
          <p:cNvPr id="9" name="Picture 8" descr="d857c92eedcaec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627120" cy="813816"/>
          </a:xfrm>
          <a:prstGeom prst="rect">
            <a:avLst/>
          </a:prstGeom>
        </p:spPr>
      </p:pic>
      <p:pic>
        <p:nvPicPr>
          <p:cNvPr id="10" name="Picture 9" descr="72e6766a18cea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93464"/>
            <a:ext cx="1984248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30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−1/4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c8e5417f2d59a8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9747" y="2194560"/>
            <a:ext cx="4002024" cy="1085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2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7dacaa3a652d27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271" y="2194560"/>
            <a:ext cx="3998975" cy="108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561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6f2b5e6da5da1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260092"/>
            <a:ext cx="134112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2fd862883ce8c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68652"/>
            <a:ext cx="134112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9" name="Picture 8" descr="9fe57fc54286b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5344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57031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9" name="Picture 8" descr="538eaa100b231b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473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50935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0bd57d1fcf1bc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253996"/>
            <a:ext cx="1533144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e06ac948f72f4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164080"/>
            <a:ext cx="1533144" cy="289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4a8f8f45b07cb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495" y="2194560"/>
            <a:ext cx="1176528" cy="816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19aa5c3e206c1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810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1/3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0e9d178742cad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223516"/>
            <a:ext cx="1371600" cy="353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d34694b9b55f6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133599"/>
            <a:ext cx="1371600" cy="35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076eeeb065b72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04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151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db4460c0abb0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03120"/>
            <a:ext cx="969264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370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d135167dce315e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687" y="2196083"/>
            <a:ext cx="191414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43cce3e34e7bf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164" y="2106168"/>
            <a:ext cx="191719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afb332c72f7d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503" y="2194560"/>
            <a:ext cx="2572512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11864b2915a669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03120"/>
            <a:ext cx="2575560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17/6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1691" y="2232660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9" name="Picture 8" descr="71ab7e8131bab8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94560"/>
            <a:ext cx="1969008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1687" y="2232660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022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3913" y="3554299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3" name="Picture 12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691459"/>
            <a:ext cx="19202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0138" y="3554299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001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1691" y="2139696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9" name="Picture 8" descr="3cbcfcb0399747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03120"/>
            <a:ext cx="196900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1687" y="2139696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3913" y="3459811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3" name="Picture 12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596971"/>
            <a:ext cx="19202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0138" y="3459811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077212"/>
            <a:ext cx="1588008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386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8336"/>
            <a:ext cx="780288" cy="557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2442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5" name="Picture 14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514344"/>
            <a:ext cx="43281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60611" y="342442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7" name="Picture 16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538728"/>
            <a:ext cx="621792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4005" y="342442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085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077212"/>
            <a:ext cx="158800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0819" y="205282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386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8336"/>
            <a:ext cx="780288" cy="5577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31227" y="266547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2442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8" name="Picture 17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514344"/>
            <a:ext cx="432816" cy="277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60611" y="342442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20" name="Picture 19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538728"/>
            <a:ext cx="621792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74005" y="342442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1880" y="34244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18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dc02d1493e5a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665" y="1993392"/>
            <a:ext cx="1557528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23193" y="2101596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c5ae5c8435316f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888" y="2186940"/>
            <a:ext cx="1082040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92928" y="2101596"/>
            <a:ext cx="1403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4" name="Picture 13" descr="93a35f9de365d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9202" y="2188464"/>
            <a:ext cx="966216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25418" y="210159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6" name="Picture 15" descr="d74aec1c3ec8a8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5734" y="2941320"/>
            <a:ext cx="5285232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70966" y="3049524"/>
            <a:ext cx="1441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0315" y="3866388"/>
            <a:ext cx="1233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with   </a:t>
            </a:r>
          </a:p>
        </p:txBody>
      </p:sp>
      <p:pic>
        <p:nvPicPr>
          <p:cNvPr id="19" name="Picture 18" descr="470a2cb670592e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6159" y="3954780"/>
            <a:ext cx="1063752" cy="2804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9911" y="3866388"/>
            <a:ext cx="6967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    </a:t>
            </a:r>
          </a:p>
        </p:txBody>
      </p:sp>
      <p:pic>
        <p:nvPicPr>
          <p:cNvPr id="21" name="Picture 20" descr="8b91d3b79ed4a5f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9482" y="3892296"/>
            <a:ext cx="2484120" cy="4053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63602" y="3866388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23" name="Picture 22" descr="e047b6631084f98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6516" y="3924300"/>
            <a:ext cx="1694688" cy="34137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90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9924" y="1970532"/>
            <a:ext cx="78588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plus 4 dollars for each of 6 gigabytes:</a:t>
            </a:r>
          </a:p>
        </p:txBody>
      </p:sp>
      <p:pic>
        <p:nvPicPr>
          <p:cNvPr id="11" name="Picture 10" descr="df4025967bb63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764" y="2709672"/>
            <a:ext cx="2221992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46180" y="3342132"/>
            <a:ext cx="82063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for each of 4 lines, plus 6 dollars of tax:</a:t>
            </a:r>
          </a:p>
        </p:txBody>
      </p:sp>
      <p:pic>
        <p:nvPicPr>
          <p:cNvPr id="13" name="Picture 12" descr="d2efbf0da391d0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716" y="4081271"/>
            <a:ext cx="222808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19481ee0e1540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339" y="1993392"/>
            <a:ext cx="4690872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0211" y="2016252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7423" y="2747772"/>
            <a:ext cx="5087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rounding the side to 14 first:   </a:t>
            </a:r>
          </a:p>
        </p:txBody>
      </p:sp>
      <p:pic>
        <p:nvPicPr>
          <p:cNvPr id="13" name="Picture 12" descr="e6ef06ed6a80f4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920" y="2801112"/>
            <a:ext cx="166420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12128" y="2747772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5204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1151" y="1845563"/>
            <a:ext cx="3131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9" name="Picture 8" descr="69f338afbe2042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452" y="1737360"/>
            <a:ext cx="15544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69932" y="184556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8839" y="2708148"/>
            <a:ext cx="16747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mass </a:t>
            </a:r>
          </a:p>
        </p:txBody>
      </p:sp>
      <p:pic>
        <p:nvPicPr>
          <p:cNvPr id="12" name="Picture 11" descr="24e87f5600a7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04" y="2845308"/>
            <a:ext cx="28346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89868" y="2708148"/>
            <a:ext cx="41655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kilograms and speed </a:t>
            </a:r>
          </a:p>
        </p:txBody>
      </p:sp>
      <p:pic>
        <p:nvPicPr>
          <p:cNvPr id="14" name="Picture 13" descr="fcb4fcf2c8052f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219" y="2842260"/>
            <a:ext cx="167640" cy="1889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85859" y="2708148"/>
            <a:ext cx="3743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9688" y="3439668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7" name="Picture 16" descr="c3de325f2afb27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676" y="3534156"/>
            <a:ext cx="295656" cy="26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84332" y="3439668"/>
            <a:ext cx="77546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69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d75f9c90e035e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6080" cy="673608"/>
          </a:xfrm>
          <a:prstGeom prst="rect">
            <a:avLst/>
          </a:prstGeom>
        </p:spPr>
      </p:pic>
      <p:pic>
        <p:nvPicPr>
          <p:cNvPr id="9" name="Picture 8" descr="97f8b90e9d71c5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618232" cy="673608"/>
          </a:xfrm>
          <a:prstGeom prst="rect">
            <a:avLst/>
          </a:prstGeom>
        </p:spPr>
      </p:pic>
      <p:pic>
        <p:nvPicPr>
          <p:cNvPr id="10" name="Picture 9" descr="a0f52d5d0e25f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351739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38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8372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9" name="Picture 8" descr="87c9946de92fdd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60" y="2194560"/>
            <a:ext cx="1941576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1" name="Picture 10" descr="2af650365bdc2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3" name="Picture 12" descr="363ced5d02a269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3960" cy="356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7638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5324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9" name="Picture 8" descr="ccc487dd163a7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312" y="2194560"/>
            <a:ext cx="1944623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1" name="Picture 10" descr="5bea3106422a07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3" name="Picture 12" descr="412fe3e32d9c15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7008" cy="356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90686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88a80bd66be46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27832" cy="405384"/>
          </a:xfrm>
          <a:prstGeom prst="rect">
            <a:avLst/>
          </a:prstGeom>
        </p:spPr>
      </p:pic>
      <p:pic>
        <p:nvPicPr>
          <p:cNvPr id="9" name="Picture 8" descr="01bf3bc2e6345c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2484120" cy="350520"/>
          </a:xfrm>
          <a:prstGeom prst="rect">
            <a:avLst/>
          </a:prstGeom>
        </p:spPr>
      </p:pic>
      <p:pic>
        <p:nvPicPr>
          <p:cNvPr id="10" name="Picture 9" descr="6a57c082688f8b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3745992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5999" y="217170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8b9f54f367bfb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3662" y="2229612"/>
            <a:ext cx="53035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4014" y="217170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0c0822ea9a5c4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332" y="2260092"/>
            <a:ext cx="1063752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5084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4475" y="208026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dfb9a8ed903d4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138" y="2138171"/>
            <a:ext cx="53340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5538" y="208026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a9ba365712c4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856" y="2168652"/>
            <a:ext cx="1063752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6608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7807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1" name="Picture 10" descr="8419d3078da366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5860" y="3427807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3" name="Picture 12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1731"/>
            <a:ext cx="231648" cy="1493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1204" y="3427807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5" name="Picture 14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0207"/>
            <a:ext cx="13716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86198" y="3427807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3189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5387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9331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1" name="Picture 10" descr="2b860bf135a1b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516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5860" y="3429331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3" name="Picture 12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3255"/>
            <a:ext cx="231648" cy="1493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1204" y="3429331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5" name="Picture 14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1731"/>
            <a:ext cx="13716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86198" y="3429331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3494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5692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2,240 joules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284 dollars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7790" y="2302764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0c3f0450f52693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453" y="2194560"/>
            <a:ext cx="890016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5469" y="2302764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787" y="2391156"/>
            <a:ext cx="108204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04827" y="230276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3" name="Picture 12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6533" y="2391156"/>
            <a:ext cx="74676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23293" y="230276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42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004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6266" y="2211323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9a895d34bc456d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929" y="2103120"/>
            <a:ext cx="89306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6993" y="2211323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311" y="2299715"/>
            <a:ext cx="108204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06351" y="2211323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3" name="Picture 12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057" y="2299715"/>
            <a:ext cx="74676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24817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090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180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571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309" y="2217420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9" name="Picture 8" descr="68e9635cc791ae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310" y="219456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38870" y="2217420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0881" y="2125979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9" name="Picture 8" descr="12e2a7d6e4336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882" y="2103120"/>
            <a:ext cx="104241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34298" y="2125979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84.85 feet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603" y="229362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63c59621754cfc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94560"/>
            <a:ext cx="993648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71914" y="229362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0fd02e8179cc9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232" y="2386584"/>
            <a:ext cx="77419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342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3" name="Picture 12" descr="90e8bcce6a738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428" y="2380487"/>
            <a:ext cx="783336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3176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5" name="Picture 14" descr="07fcb1bbd55c69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380487"/>
            <a:ext cx="743712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40480" y="22936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603" y="2200655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e228efb5a3a6a7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03120"/>
            <a:ext cx="987552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5818" y="2200655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9ac445d0700059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36" y="2293620"/>
            <a:ext cx="777240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0376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3" name="Picture 12" descr="d05130d66ecf91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380" y="2287524"/>
            <a:ext cx="78638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31764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5" name="Picture 14" descr="23b44b96e08919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287524"/>
            <a:ext cx="743712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40480" y="2200655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