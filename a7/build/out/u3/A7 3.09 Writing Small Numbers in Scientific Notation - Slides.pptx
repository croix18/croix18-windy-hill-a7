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Writing Small Numbers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write very small numbers in scientific notation, read them back, and find how many times larger or smaller one number is than another.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24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 4,300,000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17005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 </a:t>
            </a:r>
          </a:p>
        </p:txBody>
      </p:sp>
      <p:pic>
        <p:nvPicPr>
          <p:cNvPr id="10" name="Picture 9" descr="fc19434018fde6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7904" y="2141220"/>
            <a:ext cx="557784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995688" y="2052828"/>
            <a:ext cx="22390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as a fraction.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665476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</a:t>
            </a:r>
          </a:p>
        </p:txBody>
      </p:sp>
      <p:pic>
        <p:nvPicPr>
          <p:cNvPr id="13" name="Picture 12" descr="c7ed55c1b21389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4171" y="2689860"/>
            <a:ext cx="688848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153019" y="2665476"/>
            <a:ext cx="58196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is between which two whole numbers?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278124"/>
            <a:ext cx="45040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 0.007  as a fraction.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24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 4,300,000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35754" y="1440180"/>
            <a:ext cx="14594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4.3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2828"/>
            <a:ext cx="17005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 </a:t>
            </a:r>
          </a:p>
        </p:txBody>
      </p:sp>
      <p:pic>
        <p:nvPicPr>
          <p:cNvPr id="11" name="Picture 10" descr="fc19434018fde6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7904" y="2141220"/>
            <a:ext cx="557784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95688" y="2052828"/>
            <a:ext cx="22390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as a fraction.</a:t>
            </a:r>
          </a:p>
        </p:txBody>
      </p:sp>
      <p:pic>
        <p:nvPicPr>
          <p:cNvPr id="13" name="Picture 12" descr="357ee64ca77eb3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6246" y="2075688"/>
            <a:ext cx="746760" cy="60045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2665476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</a:t>
            </a:r>
          </a:p>
        </p:txBody>
      </p:sp>
      <p:pic>
        <p:nvPicPr>
          <p:cNvPr id="15" name="Picture 14" descr="c7ed55c1b213895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4171" y="2689860"/>
            <a:ext cx="688848" cy="4084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153019" y="2665476"/>
            <a:ext cx="58196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is between which two whole numbers?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84153" y="2665476"/>
            <a:ext cx="1529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9 and 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278124"/>
            <a:ext cx="45040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 0.007  as a fraction.</a:t>
            </a:r>
          </a:p>
        </p:txBody>
      </p:sp>
      <p:pic>
        <p:nvPicPr>
          <p:cNvPr id="19" name="Picture 18" descr="0d671d8905812bd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0058" y="3300984"/>
            <a:ext cx="746760" cy="59740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Negative powers of ten name the decimal places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142999" y="1993392"/>
          <a:ext cx="987552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-5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0.0001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0.00001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87b97c2695b4b3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4020" y="3017520"/>
            <a:ext cx="1691640" cy="6797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25660" y="3128772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3" name="Picture 12" descr="9756d439c25d70a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1651" y="2990088"/>
            <a:ext cx="3355848" cy="7345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062984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 negative exponent puts the 1 in that decimal place: 10</a:t>
            </a:r>
            <a:r>
              <a:rPr sz="2300" b="1" i="0" baseline="30000">
                <a:solidFill>
                  <a:srgbClr val="1A1A1A"/>
                </a:solidFill>
                <a:latin typeface="Century Schoolbook"/>
              </a:rPr>
              <a:t>-4</a:t>
            </a:r>
            <a:r>
              <a:rPr sz="2300" b="1" i="0">
                <a:solidFill>
                  <a:srgbClr val="1A1A1A"/>
                </a:solidFill>
                <a:latin typeface="Century Schoolbook"/>
              </a:rPr>
              <a:t> is a 1 in the fourth place.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Small numbers in scientific notation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7b164213b9232e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1792" y="2022348"/>
            <a:ext cx="3233928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05720" y="1970532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a5d136b823d619f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1711" y="2022348"/>
            <a:ext cx="3938016" cy="353568"/>
          </a:xfrm>
          <a:prstGeom prst="rect">
            <a:avLst/>
          </a:prstGeom>
        </p:spPr>
      </p:pic>
      <p:pic>
        <p:nvPicPr>
          <p:cNvPr id="13" name="Picture 12" descr="40f6cd0eb0ebc8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8391" y="2711196"/>
            <a:ext cx="4364736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34290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The coefficient is still at least 1 and less than 10. The exponent is negative for a number less than 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63600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The exponent is how many places the point moves: 0.0000672 → 6.72 is five places right, so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-5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How many times larger — or smaller?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960a542aafe9c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4276" y="1993392"/>
            <a:ext cx="4556760" cy="822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91036" y="2176272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a13ef6adfb19a5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7027" y="1993392"/>
            <a:ext cx="2490216" cy="822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154679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Divide the coefficients. Divide the powers of 10 — subtract the exponents. Multiply the results.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36168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Which is bigger,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-5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 or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-8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? The one with the larger exponent: −5 &gt; −8, so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-5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The density of oxygen is 1,332 millionths of a gram per cubic centimeter.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0582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Write this value as a decimal, then in scientific notation.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8" name="Picture 7" descr="3795759730f8e3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590544" cy="792480"/>
          </a:xfrm>
          <a:prstGeom prst="rect">
            <a:avLst/>
          </a:prstGeom>
        </p:spPr>
      </p:pic>
      <p:pic>
        <p:nvPicPr>
          <p:cNvPr id="9" name="Picture 8" descr="e86600eaee99ccc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87040"/>
            <a:ext cx="3938016" cy="350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0.001332 = 1.332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human hair is about 67 hundred-thousandths of an inch thick.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336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Write this value in scientific notation.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human hair is about 67 hundred-thousandths of an inch thick.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336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Write this value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6.7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99191" y="208026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9" name="Picture 8" descr="ee4e609945ec82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0096" y="2133599"/>
            <a:ext cx="1621536" cy="350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41632" y="208026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1" name="Picture 10" descr="dee1eef8fb06ad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0684" y="2136648"/>
            <a:ext cx="1575816" cy="3444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336500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8" name="Picture 7" descr="59c7818cbaac33b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152144" cy="685800"/>
          </a:xfrm>
          <a:prstGeom prst="rect">
            <a:avLst/>
          </a:prstGeom>
        </p:spPr>
      </p:pic>
      <p:pic>
        <p:nvPicPr>
          <p:cNvPr id="9" name="Picture 8" descr="6b497f46afc4e7f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80360"/>
            <a:ext cx="3721608" cy="810768"/>
          </a:xfrm>
          <a:prstGeom prst="rect">
            <a:avLst/>
          </a:prstGeom>
        </p:spPr>
      </p:pic>
      <p:pic>
        <p:nvPicPr>
          <p:cNvPr id="10" name="Picture 9" descr="60571d6036a338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965448"/>
            <a:ext cx="2450592" cy="3992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82193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4,000 times larger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9235" y="2185415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9" name="Picture 8" descr="496ffc9a205d258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0140" y="2196083"/>
            <a:ext cx="2005584" cy="435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15724" y="2185415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1" name="Picture 10" descr="a82e6bba98260e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4776" y="2194560"/>
            <a:ext cx="2011680" cy="4389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746456" y="2185415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7711" y="2183892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9" name="Picture 8" descr="2496b86a473803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8616" y="2194560"/>
            <a:ext cx="2008632" cy="435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17248" y="2183892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1" name="Picture 10" descr="8ceadc81776217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6300" y="2194560"/>
            <a:ext cx="2011680" cy="4358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747980" y="2183892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200,000 times larger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8" name="Picture 7" descr="1f36aa11b2dfcf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3371" y="2194560"/>
            <a:ext cx="874776" cy="4328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8" name="Picture 7" descr="043ff5c9055650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3371" y="2103120"/>
            <a:ext cx="874776" cy="426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 0.003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 0.003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36153" y="2171700"/>
            <a:ext cx="13110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9" name="Picture 8" descr="f7e39139daee10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0034" y="2225040"/>
            <a:ext cx="1618488" cy="350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28522" y="2171700"/>
            <a:ext cx="32340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36153" y="2080260"/>
            <a:ext cx="13110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9" name="Picture 8" descr="533d0b83fdac28f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0034" y="2132076"/>
            <a:ext cx="1618488" cy="3535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28522" y="2080260"/>
            <a:ext cx="32340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machine's cutting tolerance is  0.0000988  inch.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part it cuts is 4 inches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Write the tolerance in scientific notation.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machine's cutting tolerance is  0.0000988  inch.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part it cuts is 4 inches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Write the tolerance in scientific notation.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9.88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 0.00081  written in scientific notation?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 0.00081  written in scientific notation?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8.1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-4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8.1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97895" y="217170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9" name="Picture 8" descr="6343b50271775d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8800" y="2225040"/>
            <a:ext cx="1298448" cy="350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17248" y="217170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1" name="Picture 10" descr="c3e8fbaa365da3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6300" y="2223516"/>
            <a:ext cx="1301496" cy="353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037796" y="217170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93323" y="208026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9" name="Picture 8" descr="e98b31f32f5b097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4228" y="2133599"/>
            <a:ext cx="1304544" cy="350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18772" y="208026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1" name="Picture 10" descr="ccaef7e81c6839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7824" y="2132076"/>
            <a:ext cx="1304544" cy="353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042368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8803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300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8803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5661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5661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300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00756" y="2171700"/>
            <a:ext cx="3166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Which is greater,  </a:t>
            </a:r>
          </a:p>
        </p:txBody>
      </p:sp>
      <p:pic>
        <p:nvPicPr>
          <p:cNvPr id="9" name="Picture 8" descr="746391bb3aa389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9658" y="2223516"/>
            <a:ext cx="1600200" cy="3535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29858" y="2171700"/>
            <a:ext cx="9298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or  </a:t>
            </a:r>
          </a:p>
        </p:txBody>
      </p:sp>
      <p:pic>
        <p:nvPicPr>
          <p:cNvPr id="11" name="Picture 10" descr="9027aa45f8c131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2544" y="2225040"/>
            <a:ext cx="1612392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434936" y="217170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97708" y="2080260"/>
            <a:ext cx="3166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Which is greater,  </a:t>
            </a:r>
          </a:p>
        </p:txBody>
      </p:sp>
      <p:pic>
        <p:nvPicPr>
          <p:cNvPr id="9" name="Picture 8" descr="df917c83e179d4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6610" y="2132076"/>
            <a:ext cx="1606296" cy="3535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32906" y="2080260"/>
            <a:ext cx="9298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or  </a:t>
            </a:r>
          </a:p>
        </p:txBody>
      </p:sp>
      <p:pic>
        <p:nvPicPr>
          <p:cNvPr id="11" name="Picture 10" descr="1a294302f9ade9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5592" y="2133599"/>
            <a:ext cx="1612392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437984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3.9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computer displays a number as  4.2E−6.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number in standard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computer displays a number as  4.2E−6.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number in standard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0.0000042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7665" y="2171700"/>
            <a:ext cx="3062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Fishing line A is  </a:t>
            </a:r>
          </a:p>
        </p:txBody>
      </p:sp>
      <p:pic>
        <p:nvPicPr>
          <p:cNvPr id="9" name="Picture 8" descr="24f5c2a7f64db6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3499" y="2226564"/>
            <a:ext cx="1313688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17187" y="2171700"/>
            <a:ext cx="21038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inch thick.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9189" y="2857500"/>
            <a:ext cx="3062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Fishing line B is  </a:t>
            </a:r>
          </a:p>
        </p:txBody>
      </p:sp>
      <p:pic>
        <p:nvPicPr>
          <p:cNvPr id="12" name="Picture 11" descr="66c17032647eb85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5023" y="2912364"/>
            <a:ext cx="1310640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15663" y="2857500"/>
            <a:ext cx="21038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inch thick.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5661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Which is thicker, and how many times? Name a thickness between them.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6141" y="2080260"/>
            <a:ext cx="3062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Fishing line A is  </a:t>
            </a:r>
          </a:p>
        </p:txBody>
      </p:sp>
      <p:pic>
        <p:nvPicPr>
          <p:cNvPr id="9" name="Picture 8" descr="77a4d57c92c152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1975" y="2135124"/>
            <a:ext cx="1316736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18711" y="2080260"/>
            <a:ext cx="21038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inch thick.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6141" y="2766060"/>
            <a:ext cx="3062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Fishing line B is  </a:t>
            </a:r>
          </a:p>
        </p:txBody>
      </p:sp>
      <p:pic>
        <p:nvPicPr>
          <p:cNvPr id="12" name="Picture 11" descr="ecebfbd77cf00b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1975" y="2820924"/>
            <a:ext cx="1316736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18711" y="2766060"/>
            <a:ext cx="21038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inch thick.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747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Which is thicker, and how many times? Name a thickness between them.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B; 3 times; e.g. 4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in.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5044"/>
            <a:ext cx="54812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Write  0.00047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89403"/>
            <a:ext cx="11840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12" name="Picture 11" descr="c482772bd1edacf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1365" y="2176271"/>
            <a:ext cx="1304544" cy="2834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905909" y="2089403"/>
            <a:ext cx="28852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in standard form.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683763"/>
            <a:ext cx="58255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Write  0.0000061  in scientific notation.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278123"/>
            <a:ext cx="28251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Which is greater,  </a:t>
            </a:r>
          </a:p>
        </p:txBody>
      </p:sp>
      <p:pic>
        <p:nvPicPr>
          <p:cNvPr id="18" name="Picture 17" descr="c4c2da5961006a4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2467" y="3364991"/>
            <a:ext cx="1313688" cy="28346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556155" y="3278123"/>
            <a:ext cx="8469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or  </a:t>
            </a:r>
          </a:p>
        </p:txBody>
      </p:sp>
      <p:pic>
        <p:nvPicPr>
          <p:cNvPr id="20" name="Picture 19" descr="da742c0cc162634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5913" y="3363467"/>
            <a:ext cx="1301496" cy="28651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567409" y="3278123"/>
            <a:ext cx="4338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5.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872483"/>
            <a:ext cx="4056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24" name="Picture 23" descr="71f394ba76b8be0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73925" y="3959352"/>
            <a:ext cx="1054608" cy="28346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528533" y="3872483"/>
            <a:ext cx="12241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26" name="Picture 25" descr="5f3e69e0f33afe1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15489" y="3959352"/>
            <a:ext cx="1063752" cy="28346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679241" y="3872483"/>
            <a:ext cx="4338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46684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6.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4466844"/>
            <a:ext cx="93515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A computer displays a number as  3.7E−5.  Write it in standard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4905756"/>
            <a:ext cx="9670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form.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Convert between standard and scientific notation: small numbers — 85M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Compare small numbers — KDR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Powers of ten with negative exponents — SKD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