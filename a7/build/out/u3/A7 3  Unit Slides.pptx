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9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10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Relationship Id="rId6" Type="http://schemas.openxmlformats.org/officeDocument/2006/relationships/image" Target="../media/image154.png"/><Relationship Id="rId7" Type="http://schemas.openxmlformats.org/officeDocument/2006/relationships/image" Target="../media/image15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Relationship Id="rId3" Type="http://schemas.openxmlformats.org/officeDocument/2006/relationships/image" Target="../media/image160.png"/><Relationship Id="rId4" Type="http://schemas.openxmlformats.org/officeDocument/2006/relationships/image" Target="../media/image62.png"/><Relationship Id="rId5" Type="http://schemas.openxmlformats.org/officeDocument/2006/relationships/image" Target="../media/image161.png"/><Relationship Id="rId6" Type="http://schemas.openxmlformats.org/officeDocument/2006/relationships/image" Target="../media/image162.png"/><Relationship Id="rId7" Type="http://schemas.openxmlformats.org/officeDocument/2006/relationships/image" Target="../media/image163.png"/><Relationship Id="rId8" Type="http://schemas.openxmlformats.org/officeDocument/2006/relationships/image" Target="../media/image164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7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Relationship Id="rId4" Type="http://schemas.openxmlformats.org/officeDocument/2006/relationships/image" Target="../media/image17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3.png"/><Relationship Id="rId4" Type="http://schemas.openxmlformats.org/officeDocument/2006/relationships/image" Target="../media/image204.png"/><Relationship Id="rId5" Type="http://schemas.openxmlformats.org/officeDocument/2006/relationships/image" Target="../media/image205.png"/><Relationship Id="rId6" Type="http://schemas.openxmlformats.org/officeDocument/2006/relationships/image" Target="../media/image20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7.png"/><Relationship Id="rId4" Type="http://schemas.openxmlformats.org/officeDocument/2006/relationships/image" Target="../media/image203.png"/><Relationship Id="rId5" Type="http://schemas.openxmlformats.org/officeDocument/2006/relationships/image" Target="../media/image208.png"/><Relationship Id="rId6" Type="http://schemas.openxmlformats.org/officeDocument/2006/relationships/image" Target="../media/image204.png"/><Relationship Id="rId7" Type="http://schemas.openxmlformats.org/officeDocument/2006/relationships/image" Target="../media/image205.png"/><Relationship Id="rId8" Type="http://schemas.openxmlformats.org/officeDocument/2006/relationships/image" Target="../media/image209.png"/><Relationship Id="rId9" Type="http://schemas.openxmlformats.org/officeDocument/2006/relationships/image" Target="../media/image206.png"/><Relationship Id="rId10" Type="http://schemas.openxmlformats.org/officeDocument/2006/relationships/image" Target="../media/image210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21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Relationship Id="rId3" Type="http://schemas.openxmlformats.org/officeDocument/2006/relationships/image" Target="../media/image2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3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58.png"/><Relationship Id="rId4" Type="http://schemas.openxmlformats.org/officeDocument/2006/relationships/image" Target="../media/image259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60.png"/><Relationship Id="rId4" Type="http://schemas.openxmlformats.org/officeDocument/2006/relationships/image" Target="../media/image258.png"/><Relationship Id="rId5" Type="http://schemas.openxmlformats.org/officeDocument/2006/relationships/image" Target="../media/image259.png"/><Relationship Id="rId6" Type="http://schemas.openxmlformats.org/officeDocument/2006/relationships/image" Target="../media/image261.png"/><Relationship Id="rId7" Type="http://schemas.openxmlformats.org/officeDocument/2006/relationships/image" Target="../media/image262.png"/><Relationship Id="rId8" Type="http://schemas.openxmlformats.org/officeDocument/2006/relationships/image" Target="../media/image26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Relationship Id="rId3" Type="http://schemas.openxmlformats.org/officeDocument/2006/relationships/image" Target="../media/image267.png"/><Relationship Id="rId4" Type="http://schemas.openxmlformats.org/officeDocument/2006/relationships/image" Target="../media/image268.png"/><Relationship Id="rId5" Type="http://schemas.openxmlformats.org/officeDocument/2006/relationships/image" Target="../media/image269.png"/><Relationship Id="rId6" Type="http://schemas.openxmlformats.org/officeDocument/2006/relationships/image" Target="../media/image270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5.png"/><Relationship Id="rId4" Type="http://schemas.openxmlformats.org/officeDocument/2006/relationships/image" Target="../media/image276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Relationship Id="rId3" Type="http://schemas.openxmlformats.org/officeDocument/2006/relationships/image" Target="../media/image282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Relationship Id="rId4" Type="http://schemas.openxmlformats.org/officeDocument/2006/relationships/image" Target="../media/image28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Relationship Id="rId3" Type="http://schemas.openxmlformats.org/officeDocument/2006/relationships/image" Target="../media/image29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Relationship Id="rId3" Type="http://schemas.openxmlformats.org/officeDocument/2006/relationships/image" Target="../media/image299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Relationship Id="rId3" Type="http://schemas.openxmlformats.org/officeDocument/2006/relationships/image" Target="../media/image314.png"/><Relationship Id="rId4" Type="http://schemas.openxmlformats.org/officeDocument/2006/relationships/image" Target="../media/image31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Relationship Id="rId4" Type="http://schemas.openxmlformats.org/officeDocument/2006/relationships/image" Target="../media/image318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109.png"/><Relationship Id="rId5" Type="http://schemas.openxmlformats.org/officeDocument/2006/relationships/image" Target="../media/image321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109.png"/><Relationship Id="rId5" Type="http://schemas.openxmlformats.org/officeDocument/2006/relationships/image" Target="../media/image321.png"/><Relationship Id="rId6" Type="http://schemas.openxmlformats.org/officeDocument/2006/relationships/image" Target="../media/image322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Relationship Id="rId3" Type="http://schemas.openxmlformats.org/officeDocument/2006/relationships/image" Target="../media/image324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Relationship Id="rId3" Type="http://schemas.openxmlformats.org/officeDocument/2006/relationships/image" Target="../media/image332.png"/><Relationship Id="rId4" Type="http://schemas.openxmlformats.org/officeDocument/2006/relationships/image" Target="../media/image333.png"/><Relationship Id="rId5" Type="http://schemas.openxmlformats.org/officeDocument/2006/relationships/image" Target="../media/image33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Relationship Id="rId3" Type="http://schemas.openxmlformats.org/officeDocument/2006/relationships/image" Target="../media/image35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354.png"/><Relationship Id="rId4" Type="http://schemas.openxmlformats.org/officeDocument/2006/relationships/image" Target="../media/image35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Relationship Id="rId3" Type="http://schemas.openxmlformats.org/officeDocument/2006/relationships/image" Target="../media/image35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36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36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Relationship Id="rId3" Type="http://schemas.openxmlformats.org/officeDocument/2006/relationships/image" Target="../media/image370.png"/><Relationship Id="rId4" Type="http://schemas.openxmlformats.org/officeDocument/2006/relationships/image" Target="../media/image371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Relationship Id="rId3" Type="http://schemas.openxmlformats.org/officeDocument/2006/relationships/image" Target="../media/image373.png"/><Relationship Id="rId4" Type="http://schemas.openxmlformats.org/officeDocument/2006/relationships/image" Target="../media/image37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Relationship Id="rId5" Type="http://schemas.openxmlformats.org/officeDocument/2006/relationships/image" Target="../media/image229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Relationship Id="rId5" Type="http://schemas.openxmlformats.org/officeDocument/2006/relationships/image" Target="../media/image229.png"/><Relationship Id="rId6" Type="http://schemas.openxmlformats.org/officeDocument/2006/relationships/image" Target="../media/image378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380.png"/><Relationship Id="rId4" Type="http://schemas.openxmlformats.org/officeDocument/2006/relationships/image" Target="../media/image381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Relationship Id="rId3" Type="http://schemas.openxmlformats.org/officeDocument/2006/relationships/image" Target="../media/image387.png"/><Relationship Id="rId4" Type="http://schemas.openxmlformats.org/officeDocument/2006/relationships/image" Target="../media/image38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9.png"/><Relationship Id="rId4" Type="http://schemas.openxmlformats.org/officeDocument/2006/relationships/image" Target="../media/image410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Relationship Id="rId3" Type="http://schemas.openxmlformats.org/officeDocument/2006/relationships/image" Target="../media/image41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42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42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Relationship Id="rId3" Type="http://schemas.openxmlformats.org/officeDocument/2006/relationships/image" Target="../media/image424.png"/><Relationship Id="rId4" Type="http://schemas.openxmlformats.org/officeDocument/2006/relationships/image" Target="../media/image425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30.png"/><Relationship Id="rId4" Type="http://schemas.openxmlformats.org/officeDocument/2006/relationships/image" Target="../media/image431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30.png"/><Relationship Id="rId4" Type="http://schemas.openxmlformats.org/officeDocument/2006/relationships/image" Target="../media/image431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Relationship Id="rId5" Type="http://schemas.openxmlformats.org/officeDocument/2006/relationships/image" Target="../media/image435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Relationship Id="rId4" Type="http://schemas.openxmlformats.org/officeDocument/2006/relationships/image" Target="../media/image438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Relationship Id="rId3" Type="http://schemas.openxmlformats.org/officeDocument/2006/relationships/image" Target="../media/image442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Relationship Id="rId3" Type="http://schemas.openxmlformats.org/officeDocument/2006/relationships/image" Target="../media/image447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Relationship Id="rId3" Type="http://schemas.openxmlformats.org/officeDocument/2006/relationships/image" Target="../media/image455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Relationship Id="rId3" Type="http://schemas.openxmlformats.org/officeDocument/2006/relationships/image" Target="../media/image459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Relationship Id="rId3" Type="http://schemas.openxmlformats.org/officeDocument/2006/relationships/image" Target="../media/image463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Relationship Id="rId3" Type="http://schemas.openxmlformats.org/officeDocument/2006/relationships/image" Target="../media/image467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Relationship Id="rId3" Type="http://schemas.openxmlformats.org/officeDocument/2006/relationships/image" Target="../media/image468.png"/><Relationship Id="rId4" Type="http://schemas.openxmlformats.org/officeDocument/2006/relationships/image" Target="../media/image467.png"/><Relationship Id="rId5" Type="http://schemas.openxmlformats.org/officeDocument/2006/relationships/image" Target="../media/image469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Relationship Id="rId4" Type="http://schemas.openxmlformats.org/officeDocument/2006/relationships/image" Target="../media/image474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Relationship Id="rId3" Type="http://schemas.openxmlformats.org/officeDocument/2006/relationships/image" Target="../media/image476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Relationship Id="rId3" Type="http://schemas.openxmlformats.org/officeDocument/2006/relationships/image" Target="../media/image478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Relationship Id="rId3" Type="http://schemas.openxmlformats.org/officeDocument/2006/relationships/image" Target="../media/image482.png"/><Relationship Id="rId4" Type="http://schemas.openxmlformats.org/officeDocument/2006/relationships/image" Target="../media/image483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Relationship Id="rId3" Type="http://schemas.openxmlformats.org/officeDocument/2006/relationships/image" Target="../media/image485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Relationship Id="rId3" Type="http://schemas.openxmlformats.org/officeDocument/2006/relationships/image" Target="../media/image487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Relationship Id="rId3" Type="http://schemas.openxmlformats.org/officeDocument/2006/relationships/image" Target="../media/image493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Relationship Id="rId3" Type="http://schemas.openxmlformats.org/officeDocument/2006/relationships/image" Target="../media/image495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Relationship Id="rId3" Type="http://schemas.openxmlformats.org/officeDocument/2006/relationships/image" Target="../media/image497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Relationship Id="rId3" Type="http://schemas.openxmlformats.org/officeDocument/2006/relationships/image" Target="../media/image499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Relationship Id="rId3" Type="http://schemas.openxmlformats.org/officeDocument/2006/relationships/image" Target="../media/image501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Relationship Id="rId3" Type="http://schemas.openxmlformats.org/officeDocument/2006/relationships/image" Target="../media/image503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Click a lesson to jump to it. Each lesson numbers its slides from 1, as its Teacher Edition does.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3.02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3.03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sp>
        <p:nvSpPr>
          <p:cNvPr id="19" name="TextBox 18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3.04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3.05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sp>
        <p:nvSpPr>
          <p:cNvPr id="27" name="TextBox 26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140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3.06–07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sp>
        <p:nvSpPr>
          <p:cNvPr id="31" name="TextBox 30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T-A1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sp>
        <p:nvSpPr>
          <p:cNvPr id="35" name="TextBox 34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209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T-A2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sp>
        <p:nvSpPr>
          <p:cNvPr id="39" name="TextBox 38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243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3.08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sp>
        <p:nvSpPr>
          <p:cNvPr id="43" name="TextBox 42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277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3.09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sp>
        <p:nvSpPr>
          <p:cNvPr id="47" name="TextBox 46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311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709160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6468" y="4652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535424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2340864"/>
            <a:ext cx="4346448" cy="411480"/>
          </a:xfrm>
          <a:prstGeom prst="rect">
            <a:avLst/>
          </a:prstGeom>
        </p:spPr>
      </p:pic>
      <p:pic>
        <p:nvPicPr>
          <p:cNvPr id="12" name="Picture 11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3028188"/>
            <a:ext cx="35966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9421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3432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2342388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4388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2940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472940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312" y="1865376"/>
            <a:ext cx="6220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21024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6512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7380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258318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3736" y="3265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271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photo is enlarged  </a:t>
            </a:r>
          </a:p>
        </p:txBody>
      </p:sp>
      <p:pic>
        <p:nvPicPr>
          <p:cNvPr id="10" name="Picture 9" descr="d5ca6e2822ee53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145" y="1941575"/>
            <a:ext cx="26822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37369" y="1851660"/>
            <a:ext cx="2255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times, then  </a:t>
            </a:r>
          </a:p>
        </p:txBody>
      </p:sp>
      <p:pic>
        <p:nvPicPr>
          <p:cNvPr id="12" name="Picture 11" descr="ad43ae3bbc8b22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640" y="1943100"/>
            <a:ext cx="268224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23864" y="1851660"/>
            <a:ext cx="214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times more.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850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In all it is  </a:t>
            </a:r>
          </a:p>
        </p:txBody>
      </p:sp>
      <p:pic>
        <p:nvPicPr>
          <p:cNvPr id="15" name="Picture 14" descr="b8828baab3c235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7537" y="2555748"/>
            <a:ext cx="758952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06489" y="2464308"/>
            <a:ext cx="58946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times bigger. The photo is 9 cm wide.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76956"/>
            <a:ext cx="131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8" name="Picture 17" descr="b8828baab3c235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789" y="3168396"/>
            <a:ext cx="758952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72741" y="3076956"/>
            <a:ext cx="5959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as one power. Then find its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271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photo is enlarged  </a:t>
            </a:r>
          </a:p>
        </p:txBody>
      </p:sp>
      <p:pic>
        <p:nvPicPr>
          <p:cNvPr id="10" name="Picture 9" descr="5257a77d61b8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145" y="194310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43465" y="1851660"/>
            <a:ext cx="2255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times, then  </a:t>
            </a:r>
          </a:p>
        </p:txBody>
      </p:sp>
      <p:pic>
        <p:nvPicPr>
          <p:cNvPr id="12" name="Picture 11" descr="fcc0337caf95aa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736" y="1943100"/>
            <a:ext cx="27127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3008" y="1851660"/>
            <a:ext cx="214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times more.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850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In all it is  </a:t>
            </a:r>
          </a:p>
        </p:txBody>
      </p:sp>
      <p:pic>
        <p:nvPicPr>
          <p:cNvPr id="15" name="Picture 14" descr="f05927e7f6eb5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7537" y="2555748"/>
            <a:ext cx="76200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09537" y="2464308"/>
            <a:ext cx="58946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times bigger. The photo is 9 cm wide.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76956"/>
            <a:ext cx="131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8" name="Picture 17" descr="f05927e7f6eb5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789" y="3168396"/>
            <a:ext cx="76200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75789" y="3076956"/>
            <a:ext cx="5959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as one power. Then find its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039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2340864"/>
            <a:ext cx="5462016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1400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4720"/>
            <a:ext cx="1749552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4423" y="3581400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640836"/>
            <a:ext cx="789432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84039" y="3581400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79620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1312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2340864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4448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1672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58444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642359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58444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87240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0456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587240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611624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3337560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8248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508248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567683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3315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1228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433315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570476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2784" y="2164080"/>
            <a:ext cx="51114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4696" y="31150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9056" y="3768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1136" y="2098548"/>
            <a:ext cx="534314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3125724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3288" y="3951731"/>
            <a:ext cx="565099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1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9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6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0561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2340864"/>
            <a:ext cx="3782568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3041" y="3663696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419856"/>
            <a:ext cx="4791456" cy="944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3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2664" y="2093976"/>
            <a:ext cx="60716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27904" y="3172968"/>
            <a:ext cx="605637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7199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3197352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4504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57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3337560"/>
            <a:ext cx="1316736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8696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3337560"/>
            <a:ext cx="196900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3912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3337560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2340864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2340864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50850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3288792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488436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456432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6275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2340864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400044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4053839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51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6744" y="21000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0536" y="3185159"/>
            <a:ext cx="63337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5128" y="2093976"/>
            <a:ext cx="61691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4296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7634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paper is folded in half 7 times. The top layer is  </a:t>
            </a:r>
          </a:p>
        </p:txBody>
      </p:sp>
      <p:pic>
        <p:nvPicPr>
          <p:cNvPr id="10" name="Picture 9" descr="5558d1eb240962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095" y="1944623"/>
            <a:ext cx="420624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2719" y="1851660"/>
            <a:ext cx="2242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the paper.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paper is 30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36989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5558d1eb240962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48" y="3096370"/>
            <a:ext cx="420624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6872" y="3003406"/>
            <a:ext cx="4191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?  Write it as a fraction.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7634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paper is folded in half 7 times. The top layer is  </a:t>
            </a:r>
          </a:p>
        </p:txBody>
      </p:sp>
      <p:pic>
        <p:nvPicPr>
          <p:cNvPr id="10" name="Picture 9" descr="9c05828c17955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095" y="1946147"/>
            <a:ext cx="423672" cy="268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5767" y="1851660"/>
            <a:ext cx="2242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the paper.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paper is 30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36989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9c05828c17955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48" y="3097894"/>
            <a:ext cx="42367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9920" y="3003406"/>
            <a:ext cx="4191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?  Write it as a fraction.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8116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025bbe2352d11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356" y="4663440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4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458212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516124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8212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3307080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3311652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6359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2340864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7588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75760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5512" y="2039112"/>
            <a:ext cx="38587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83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1764"/>
            <a:ext cx="42689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shrinks a page to  </a:t>
            </a:r>
          </a:p>
        </p:txBody>
      </p:sp>
      <p:pic>
        <p:nvPicPr>
          <p:cNvPr id="10" name="Picture 9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227" y="1874519"/>
            <a:ext cx="170688" cy="551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6915" y="1921764"/>
            <a:ext cx="35952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size, 4 times in a 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76144"/>
            <a:ext cx="3787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To undo it, multiply by  </a:t>
            </a:r>
          </a:p>
        </p:txBody>
      </p:sp>
      <p:pic>
        <p:nvPicPr>
          <p:cNvPr id="13" name="Picture 12" descr="58d50ad2ce0b23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382" y="2627376"/>
            <a:ext cx="795528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79910" y="2676144"/>
            <a:ext cx="4369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  The page is 6 inches wide.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32048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58d50ad2ce0b23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383280"/>
            <a:ext cx="795528" cy="5547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9681" y="3432048"/>
            <a:ext cx="46093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with a positive exponent.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3287"/>
            <a:ext cx="42689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shrinks a page to  </a:t>
            </a:r>
          </a:p>
        </p:txBody>
      </p:sp>
      <p:pic>
        <p:nvPicPr>
          <p:cNvPr id="10" name="Picture 9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227" y="1874519"/>
            <a:ext cx="164592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0819" y="1923287"/>
            <a:ext cx="35952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size, 4 times in a 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80716"/>
            <a:ext cx="3787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To undo it, multiply by  </a:t>
            </a:r>
          </a:p>
        </p:txBody>
      </p:sp>
      <p:pic>
        <p:nvPicPr>
          <p:cNvPr id="13" name="Picture 12" descr="f653752a1e91a6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382" y="2630424"/>
            <a:ext cx="798576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2958" y="2680716"/>
            <a:ext cx="4369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  The page is 6 inches wide.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39668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f653752a1e91a6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389376"/>
            <a:ext cx="798576" cy="5577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42729" y="3439668"/>
            <a:ext cx="46093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with a positive exponent.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397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912" y="51236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20" name="Picture 19" descr="319963a3efbf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52" y="4971288"/>
            <a:ext cx="981455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0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2340864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4176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2340864"/>
            <a:ext cx="538886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568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3232" y="4387596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4273296"/>
            <a:ext cx="792480" cy="685800"/>
          </a:xfrm>
          <a:prstGeom prst="rect">
            <a:avLst/>
          </a:prstGeom>
        </p:spPr>
      </p:pic>
      <p:pic>
        <p:nvPicPr>
          <p:cNvPr id="16" name="Picture 15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5128"/>
            <a:ext cx="1965960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3512" y="5388864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5276088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3651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8008" y="2036064"/>
            <a:ext cx="59862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30038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3200" y="1865376"/>
            <a:ext cx="4831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9152" y="2750820"/>
            <a:ext cx="52151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1144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89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32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80432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701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flash drive holds  </a:t>
            </a:r>
          </a:p>
        </p:txBody>
      </p:sp>
      <p:pic>
        <p:nvPicPr>
          <p:cNvPr id="10" name="Picture 9" descr="1d8988fc9968d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391" y="1940052"/>
            <a:ext cx="25298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0375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131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1d8988fc9968d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789" y="3091798"/>
            <a:ext cx="252984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66773" y="3003406"/>
            <a:ext cx="29584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701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flash drive holds  </a:t>
            </a:r>
          </a:p>
        </p:txBody>
      </p:sp>
      <p:pic>
        <p:nvPicPr>
          <p:cNvPr id="10" name="Picture 9" descr="e7e94afbdd4008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391" y="1940052"/>
            <a:ext cx="25603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3423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131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e7e94afbdd4008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789" y="3091798"/>
            <a:ext cx="256032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69821" y="3003406"/>
            <a:ext cx="29584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663440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6664"/>
            <a:ext cx="5041392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2940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89704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2340864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3026664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2340864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419856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21379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7320" y="1897380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85872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its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its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3337560"/>
            <a:ext cx="1335024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6277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4725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0583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377440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2345436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432047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374392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422904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2352" y="2831592"/>
            <a:ext cx="6281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1704" y="2100072"/>
            <a:ext cx="61325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85032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131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lamp's brightness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240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7736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65" y="1940052"/>
            <a:ext cx="5852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1398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12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03406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091798"/>
            <a:ext cx="585216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29369" y="3003406"/>
            <a:ext cx="5452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using only positive exponents.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131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lamp's brightness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240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7736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65" y="1940052"/>
            <a:ext cx="58826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17029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12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03406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091798"/>
            <a:ext cx="588264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32417" y="3003406"/>
            <a:ext cx="5452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using only positive exponents.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1372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20" name="Picture 19" descr="71f960ddecd24b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3031236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348484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1192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9064" y="1891284"/>
            <a:ext cx="4395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0056" y="2532887"/>
            <a:ext cx="2554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7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96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364991"/>
            <a:ext cx="1691640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660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369820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3058668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2340864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6544" y="2087880"/>
            <a:ext cx="5507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4016" y="2933700"/>
            <a:ext cx="5160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44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7608" y="3057144"/>
            <a:ext cx="53766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