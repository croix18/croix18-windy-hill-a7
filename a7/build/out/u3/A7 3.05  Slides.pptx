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a negative exponent means reciprocal.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fraction — so the reciprocal flips it.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851660"/>
            <a:ext cx="41757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9572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37c17cda3a3954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352" y="2395728"/>
            <a:ext cx="326136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3123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4" name="Picture 13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122676"/>
            <a:ext cx="265176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54472" y="3031236"/>
            <a:ext cx="817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6" name="Picture 15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5192" y="3118104"/>
            <a:ext cx="265176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0368" y="303123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49980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9" name="Picture 18" descr="e8053e529bf533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4432" y="3666744"/>
            <a:ext cx="329184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851660"/>
            <a:ext cx="417576" cy="274320"/>
          </a:xfrm>
          <a:prstGeom prst="rect">
            <a:avLst/>
          </a:prstGeom>
        </p:spPr>
      </p:pic>
      <p:pic>
        <p:nvPicPr>
          <p:cNvPr id="11" name="Picture 10" descr="5392bc2de2d792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512" y="1783080"/>
            <a:ext cx="118872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9572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3" name="Picture 12" descr="37c17cda3a3954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3352" y="2395728"/>
            <a:ext cx="326136" cy="457200"/>
          </a:xfrm>
          <a:prstGeom prst="rect">
            <a:avLst/>
          </a:prstGeom>
        </p:spPr>
      </p:pic>
      <p:pic>
        <p:nvPicPr>
          <p:cNvPr id="14" name="Picture 13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8127" y="2462784"/>
            <a:ext cx="27127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03123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6" name="Picture 15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9296" y="3122676"/>
            <a:ext cx="265176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54472" y="3031236"/>
            <a:ext cx="817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8" name="Picture 17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5192" y="3118104"/>
            <a:ext cx="265176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00368" y="303123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0" name="Picture 19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74052" y="3118104"/>
            <a:ext cx="265176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39227" y="3031236"/>
            <a:ext cx="1904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649980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3" name="Picture 22" descr="e8053e529bf5330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4432" y="3666744"/>
            <a:ext cx="329184" cy="423672"/>
          </a:xfrm>
          <a:prstGeom prst="rect">
            <a:avLst/>
          </a:prstGeom>
        </p:spPr>
      </p:pic>
      <p:pic>
        <p:nvPicPr>
          <p:cNvPr id="24" name="Picture 23" descr="d51f16306963751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82256" y="3666744"/>
            <a:ext cx="32918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51760" y="2340864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32a293cd16e3f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2340864"/>
            <a:ext cx="1929384" cy="5242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67527" y="2374392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9a4d83fc761d14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423" y="2432304"/>
            <a:ext cx="114909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78519" y="2374392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4df30392cf54ee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095" y="3139440"/>
            <a:ext cx="2724912" cy="530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1008" y="317601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999eb572a3bddd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199" y="3145536"/>
            <a:ext cx="2554224" cy="5181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400811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750307"/>
            <a:ext cx="5982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fbbebe8d00bd196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2600" y="4721351"/>
            <a:ext cx="3008376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12867de7e9fcf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156" y="2340864"/>
            <a:ext cx="7379208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887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Flip, then 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e59d67251576d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784" y="2103120"/>
            <a:ext cx="1139952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21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462a303f5c59a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6641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2416" y="19537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flip the base; the sign stays</a:t>
            </a:r>
          </a:p>
        </p:txBody>
      </p:sp>
      <p:pic>
        <p:nvPicPr>
          <p:cNvPr id="11" name="Picture 10" descr="c394fe297b9bba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8816"/>
            <a:ext cx="1655064" cy="5303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41064" y="27553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even power: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aa1dfcd273e9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94560"/>
            <a:ext cx="1414272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aaa1dfcd273e9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94560"/>
            <a:ext cx="1414272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638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(−2/5)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odd power,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2395" y="45354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a43ff992deefc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635" y="4480560"/>
            <a:ext cx="85648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laws, then a flip.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5ea0c24b535e00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20" y="2103120"/>
            <a:ext cx="1859280" cy="527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33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174009b82f7ce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9264" cy="527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65264" y="1955292"/>
            <a:ext cx="43190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</a:t>
            </a:r>
          </a:p>
        </p:txBody>
      </p:sp>
      <p:pic>
        <p:nvPicPr>
          <p:cNvPr id="11" name="Picture 10" descr="aa53a291c7c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21864"/>
            <a:ext cx="1383792" cy="5273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69792" y="275691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already positive: no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15eb7a595f278a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748" y="2194560"/>
            <a:ext cx="3240024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5eb7a595f278a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748" y="2194560"/>
            <a:ext cx="3240024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638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exponent −10, then flip: (−4/5)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7887" y="453390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2c3be02c8e03a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4480560"/>
            <a:ext cx="1365504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5643" y="2223516"/>
            <a:ext cx="62199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recipe is scaled by a factor of  </a:t>
            </a:r>
          </a:p>
        </p:txBody>
      </p:sp>
      <p:pic>
        <p:nvPicPr>
          <p:cNvPr id="10" name="Picture 9" descr="74f8723956196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8436" y="2194560"/>
            <a:ext cx="862584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431020" y="2223516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839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original recipe serves 6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58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with a positive exponent.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5643" y="2132076"/>
            <a:ext cx="62199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recipe is scaled by a factor of  </a:t>
            </a:r>
          </a:p>
        </p:txBody>
      </p:sp>
      <p:pic>
        <p:nvPicPr>
          <p:cNvPr id="10" name="Picture 9" descr="74f8723956196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8436" y="2103120"/>
            <a:ext cx="862584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431020" y="2132076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925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original recipe serves 6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6743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with a positive exponent.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8803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3063" y="486679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733bcc72d86bfa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303" y="4819550"/>
            <a:ext cx="835152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96bc3c845a76c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96bc3c845a76c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27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numbers; the sign stays in the 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667" y="47152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563bfbd8d76cb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908" y="4663440"/>
            <a:ext cx="1075944" cy="6522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e2502010ecab30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2502010ecab30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58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(−9/8)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81/64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83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0a280c7105593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ddba2018d9acc4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94560"/>
            <a:ext cx="1237488" cy="646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dba2018d9acc4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03120"/>
            <a:ext cx="1237488" cy="646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3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2292" y="47106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9cdd03ece469f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31" y="4663440"/>
            <a:ext cx="996696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c9cf694f32f6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94560"/>
            <a:ext cx="1426464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723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38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38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245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245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303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c9cf694f32f6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809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472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472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330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330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389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4805e52056fb0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194560"/>
            <a:ext cx="270662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815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478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478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336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36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394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4805e52056fb0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103120"/>
            <a:ext cx="270662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900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56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56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42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42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80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a371fb833d683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59" y="2194560"/>
            <a:ext cx="2286000" cy="661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a371fb833d683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59" y="2103120"/>
            <a:ext cx="2286000" cy="661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885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77fd0808a2854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461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841bc461cea07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94560"/>
            <a:ext cx="2877312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with one base and one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841bc461cea07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03120"/>
            <a:ext cx="2877312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66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inside, then power of a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6112" y="47137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472ed1d39f0c4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351" y="4663440"/>
            <a:ext cx="829056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1248" y="2223516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fc8a1ed7dd0818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4848" y="2194560"/>
            <a:ext cx="1127760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72608" y="2223516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74d02f0e2d6650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4952" y="2194560"/>
            <a:ext cx="655320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39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negative exponent does, and what it does not do. Give the correct rewrite.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1248" y="2132076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fc8a1ed7dd0818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4848" y="2103120"/>
            <a:ext cx="1127760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72608" y="2132076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74d02f0e2d6650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4952" y="2103120"/>
            <a:ext cx="655320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8925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1315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flips the fraction; it never touches the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