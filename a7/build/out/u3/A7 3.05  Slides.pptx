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9" Type="http://schemas.openxmlformats.org/officeDocument/2006/relationships/image" Target="../media/image5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rational base with a negative exponent using a positive exponent, and apply several laws to generate an equivalent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a negative exponent means reciprocal.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fraction — so the reciprocal flips 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2" name="Picture 11" descr="82be0161615a5d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4" name="Picture 13" descr="5fa67493f2d0b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6" name="Picture 15" descr="cd79bb74d01bc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19" name="Picture 18" descr="e5446a4e89f9a3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pic>
        <p:nvPicPr>
          <p:cNvPr id="11" name="Picture 10" descr="0f45754c5988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10" y="1783080"/>
            <a:ext cx="170688" cy="554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3" name="Picture 12" descr="82be0161615a5d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pic>
        <p:nvPicPr>
          <p:cNvPr id="14" name="Picture 13" descr="b031d4b8beeb8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494" y="2462784"/>
            <a:ext cx="271272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6" name="Picture 15" descr="5fa67493f2d0b1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8" name="Picture 17" descr="cd79bb74d01bc9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0" name="Picture 19" descr="0663332b63521a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125" y="3264408"/>
            <a:ext cx="265176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95301" y="3177540"/>
            <a:ext cx="16163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(81 &gt; 64)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23" name="Picture 22" descr="e5446a4e89f9a3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  <p:pic>
        <p:nvPicPr>
          <p:cNvPr id="24" name="Picture 23" descr="84c4e18228051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059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with a fraction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51760" y="2340864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b0f3e7d8c2c69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9" y="2340864"/>
            <a:ext cx="2133600" cy="694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6909" y="2459736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2" name="Picture 11" descr="0526fdf803528f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431" y="2517648"/>
            <a:ext cx="1149096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08527" y="2459736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4" name="Picture 13" descr="0760a5d348419d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492" y="3310128"/>
            <a:ext cx="3084576" cy="6949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4068" y="34290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6" name="Picture 15" descr="8aa2b2ce219d38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059" y="3313176"/>
            <a:ext cx="2791968" cy="6888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43434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167884"/>
            <a:ext cx="55453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whole number is a fraction over 1:  </a:t>
            </a:r>
          </a:p>
        </p:txBody>
      </p:sp>
      <p:pic>
        <p:nvPicPr>
          <p:cNvPr id="19" name="Picture 18" descr="f1d121a4d71cf0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757" y="5056631"/>
            <a:ext cx="3230880" cy="679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8b6d01a45108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2340864"/>
            <a:ext cx="8019288" cy="816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9605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Flip, then 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ed1bed15013a3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bc4c574f50fed7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8064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4064" y="2036064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flip the base; the sign stays</a:t>
            </a:r>
          </a:p>
        </p:txBody>
      </p:sp>
      <p:pic>
        <p:nvPicPr>
          <p:cNvPr id="11" name="Picture 10" descr="2145b6f87f912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3408"/>
            <a:ext cx="1898904" cy="701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4903" y="300532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even power: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64/49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a7f1f688f77ec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194560"/>
            <a:ext cx="15636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9b72eb366786e7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24" y="2194560"/>
            <a:ext cx="156667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(−2/5)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odd power,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095" y="464210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acffea294d43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5" y="4480560"/>
            <a:ext cx="1085088" cy="871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laws, then a flip.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8ecac4debf08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20" y="2103120"/>
            <a:ext cx="2087880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79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4608ef90342adf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245608" cy="694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31608" y="2039112"/>
            <a:ext cx="38526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</a:t>
            </a:r>
          </a:p>
        </p:txBody>
      </p:sp>
      <p:pic>
        <p:nvPicPr>
          <p:cNvPr id="11" name="Picture 10" descr="0d1a35c0d260c7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9504"/>
            <a:ext cx="1630680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16680" y="300990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already positive: no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25/64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a7f97d6945899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94560"/>
            <a:ext cx="352958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30e4c8bd3032b3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94560"/>
            <a:ext cx="353263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exponent −10, then flip: (−4/5)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4735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269d301dd5e8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76" y="4480560"/>
            <a:ext cx="1511808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003" y="2304288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b43afb9c608d06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24" y="2194560"/>
            <a:ext cx="981455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3080" y="230428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204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245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7086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6479" y="2217420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db3fdb8511f37e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100" y="2103120"/>
            <a:ext cx="984504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4604" y="22174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811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5871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912" y="514263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319963a3efbf85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152" y="4990238"/>
            <a:ext cx="981455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23a87bc643d7e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2" y="2194560"/>
            <a:ext cx="157581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388782ac10a652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28" y="2103120"/>
            <a:ext cx="1578864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numbers; the sign stays in the 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651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837676bd53bd7e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1" y="4663440"/>
            <a:ext cx="1331976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c08fd56f1b4e34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94560"/>
            <a:ext cx="158496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47a2897b65a37c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03120"/>
            <a:ext cx="158496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(−9/8)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81/64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148abf2051aa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285e954aff8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94560"/>
            <a:ext cx="146608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54c64471c94cdd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03120"/>
            <a:ext cx="1466088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9516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2c7971114380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4663440"/>
            <a:ext cx="1222248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fb95563de51335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ba4f61953915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103120"/>
            <a:ext cx="1563624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5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(−8/7)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31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(−8/7)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e9242358ed1b2b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9456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528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9eac5073baeb7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0312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34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(5/8)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983316d8a340e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94560"/>
            <a:ext cx="2575560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c30d2bd25c2ac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03120"/>
            <a:ext cx="2575560" cy="874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522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041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7c2f03a9ba86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18abdc6135b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2194560"/>
            <a:ext cx="3188208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with one base and one positive exponent.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31a45253de33cc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07" y="2103120"/>
            <a:ext cx="3194304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002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(2/3)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inside, then power of a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e17728107926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4663440"/>
            <a:ext cx="97536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3551" y="2304288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bcbcbf803cfe7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53" y="2194560"/>
            <a:ext cx="1246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5185" y="2304288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9b43b28c95512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776" y="2194560"/>
            <a:ext cx="774192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negative exponent does, and what it does not do. Give the correct rewrite.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7455" y="2217420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88b5d7d638f029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457" y="2103120"/>
            <a:ext cx="1252728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5185" y="2217420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3daedfdf5ed4c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776" y="2103120"/>
            <a:ext cx="780288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063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838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flips the fraction; it never touches the 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(−2/3)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(−3/2)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