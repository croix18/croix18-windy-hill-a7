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7.png"/><Relationship Id="rId6" Type="http://schemas.openxmlformats.org/officeDocument/2006/relationships/image" Target="../media/image3.png"/><Relationship Id="rId7" Type="http://schemas.openxmlformats.org/officeDocument/2006/relationships/image" Target="../media/image4.png"/><Relationship Id="rId8" Type="http://schemas.openxmlformats.org/officeDocument/2006/relationships/image" Target="../media/image8.png"/><Relationship Id="rId9" Type="http://schemas.openxmlformats.org/officeDocument/2006/relationships/image" Target="../media/image5.png"/><Relationship Id="rId10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Applying Exponent Laws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rewrite a rational base with a negative exponent using a positive exponent, and apply several laws to generate an equivalent expression.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Yesterday: a negative exponent means reciprocal.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 base is a fraction — so the reciprocal flips it.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1538ef9a323bca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851660"/>
            <a:ext cx="417576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468880"/>
            <a:ext cx="5677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Rewrite with a positive exponent:  </a:t>
            </a:r>
          </a:p>
        </p:txBody>
      </p:sp>
      <p:pic>
        <p:nvPicPr>
          <p:cNvPr id="12" name="Picture 11" descr="82be0161615a5d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4558" y="2395728"/>
            <a:ext cx="463296" cy="60350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177540"/>
            <a:ext cx="30655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Which is larger, </a:t>
            </a:r>
          </a:p>
        </p:txBody>
      </p:sp>
      <p:pic>
        <p:nvPicPr>
          <p:cNvPr id="14" name="Picture 13" descr="5fa67493f2d0b1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930" y="3268980"/>
            <a:ext cx="265176" cy="274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68106" y="3177540"/>
            <a:ext cx="6747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or </a:t>
            </a:r>
          </a:p>
        </p:txBody>
      </p:sp>
      <p:pic>
        <p:nvPicPr>
          <p:cNvPr id="16" name="Picture 15" descr="cd79bb74d01bc94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05697" y="3264408"/>
            <a:ext cx="265176" cy="2834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870873" y="3177540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863340"/>
            <a:ext cx="40841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the reciprocal of  </a:t>
            </a:r>
          </a:p>
        </p:txBody>
      </p:sp>
      <p:pic>
        <p:nvPicPr>
          <p:cNvPr id="19" name="Picture 18" descr="e5446a4e89f9a3a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1467" y="3813048"/>
            <a:ext cx="377952" cy="55778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1538ef9a323bca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851660"/>
            <a:ext cx="417576" cy="274320"/>
          </a:xfrm>
          <a:prstGeom prst="rect">
            <a:avLst/>
          </a:prstGeom>
        </p:spPr>
      </p:pic>
      <p:pic>
        <p:nvPicPr>
          <p:cNvPr id="11" name="Picture 10" descr="0f45754c59884b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310" y="1783080"/>
            <a:ext cx="170688" cy="5547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468880"/>
            <a:ext cx="5677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Rewrite with a positive exponent:  </a:t>
            </a:r>
          </a:p>
        </p:txBody>
      </p:sp>
      <p:pic>
        <p:nvPicPr>
          <p:cNvPr id="13" name="Picture 12" descr="82be0161615a5d7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4558" y="2395728"/>
            <a:ext cx="463296" cy="603504"/>
          </a:xfrm>
          <a:prstGeom prst="rect">
            <a:avLst/>
          </a:prstGeom>
        </p:spPr>
      </p:pic>
      <p:pic>
        <p:nvPicPr>
          <p:cNvPr id="14" name="Picture 13" descr="b031d4b8beeb841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6494" y="2462784"/>
            <a:ext cx="271272" cy="2773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177540"/>
            <a:ext cx="30655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Which is larger, </a:t>
            </a:r>
          </a:p>
        </p:txBody>
      </p:sp>
      <p:pic>
        <p:nvPicPr>
          <p:cNvPr id="16" name="Picture 15" descr="5fa67493f2d0b1a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2930" y="3268980"/>
            <a:ext cx="265176" cy="2743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68106" y="3177540"/>
            <a:ext cx="6747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or </a:t>
            </a:r>
          </a:p>
        </p:txBody>
      </p:sp>
      <p:pic>
        <p:nvPicPr>
          <p:cNvPr id="18" name="Picture 17" descr="cd79bb74d01bc94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05697" y="3264408"/>
            <a:ext cx="265176" cy="28346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870873" y="3177540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pic>
        <p:nvPicPr>
          <p:cNvPr id="20" name="Picture 19" descr="0663332b63521a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30125" y="3264408"/>
            <a:ext cx="265176" cy="28346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895301" y="3177540"/>
            <a:ext cx="16163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 (81 &gt; 64)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863340"/>
            <a:ext cx="40841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the reciprocal of  </a:t>
            </a:r>
          </a:p>
        </p:txBody>
      </p:sp>
      <p:pic>
        <p:nvPicPr>
          <p:cNvPr id="23" name="Picture 22" descr="e5446a4e89f9a3a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21467" y="3813048"/>
            <a:ext cx="377952" cy="557784"/>
          </a:xfrm>
          <a:prstGeom prst="rect">
            <a:avLst/>
          </a:prstGeom>
        </p:spPr>
      </p:pic>
      <p:pic>
        <p:nvPicPr>
          <p:cNvPr id="24" name="Picture 23" descr="84c4e18228051985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48059" y="3813048"/>
            <a:ext cx="377952" cy="55778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pattern with a fraction base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651760" y="2340864"/>
          <a:ext cx="685800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2377440"/>
                <a:gridCol w="23774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Expression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Expanded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Value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2/5 · 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4/25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5/2 · 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25/4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Flip the base, make the exponent positive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05dd24fbf3910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1785" y="2340864"/>
            <a:ext cx="2133600" cy="691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95385" y="2458212"/>
            <a:ext cx="12996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(</a:t>
            </a:r>
          </a:p>
        </p:txBody>
      </p:sp>
      <p:pic>
        <p:nvPicPr>
          <p:cNvPr id="12" name="Picture 11" descr="2e707716356433b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7907" y="2516124"/>
            <a:ext cx="1152144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10051" y="2458212"/>
            <a:ext cx="3268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pic>
        <p:nvPicPr>
          <p:cNvPr id="14" name="Picture 13" descr="33556cc2e827319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5588" y="3307080"/>
            <a:ext cx="3075432" cy="69799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01020" y="3427476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6" name="Picture 15" descr="7adc35e6f9ec4d0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7011" y="3311652"/>
            <a:ext cx="2788920" cy="6888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87552" y="43434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sign stays with the fraction. Flip the numbers, not the sign.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5166359"/>
            <a:ext cx="55453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 whole number is a fraction over 1:  </a:t>
            </a:r>
          </a:p>
        </p:txBody>
      </p:sp>
      <p:pic>
        <p:nvPicPr>
          <p:cNvPr id="19" name="Picture 18" descr="dee9fbc307a9f90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5757" y="5056631"/>
            <a:ext cx="3230880" cy="6766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Several laws at once — the plan is still yours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390af24b50c4c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4163" y="2340864"/>
            <a:ext cx="8013192" cy="8168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496055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Any correct order of laws gives the same value. Finish with a positive exponent.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Flip, then evaluate.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9ed1bed15013a3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347" y="2103120"/>
            <a:ext cx="1258824" cy="6766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826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Rewrite with a positive exponent, then find the value.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8e941bf8846b55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798064" cy="6918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84064" y="2037588"/>
            <a:ext cx="630021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flip the base; the sign stays</a:t>
            </a:r>
          </a:p>
        </p:txBody>
      </p:sp>
      <p:pic>
        <p:nvPicPr>
          <p:cNvPr id="11" name="Picture 10" descr="b75e3c313a78d69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86456"/>
            <a:ext cx="1889760" cy="69799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75760" y="3006852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even power: positive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64/49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a7f1f688f77ec6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8948" y="2194560"/>
            <a:ext cx="1563624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055ea4267017cf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7424" y="2194560"/>
            <a:ext cx="1566672" cy="8625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77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(−2/5)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— odd power, negative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8095" y="464210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cacffea294d431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8335" y="4480560"/>
            <a:ext cx="1085088" cy="8717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Two laws, then a flip.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b8ecac4debf086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6820" y="2103120"/>
            <a:ext cx="2087880" cy="6918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979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with one base and a positive exponent.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10be869d41e0dd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239512" cy="6949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25512" y="2039112"/>
            <a:ext cx="385876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product of powers</a:t>
            </a:r>
          </a:p>
        </p:txBody>
      </p:sp>
      <p:pic>
        <p:nvPicPr>
          <p:cNvPr id="11" name="Picture 10" descr="268771bcd93959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89504"/>
            <a:ext cx="1621536" cy="6949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07536" y="3008376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already positive: no flip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(5/8)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25/64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a7f97d6945899e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5968" y="2194560"/>
            <a:ext cx="3529584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40cdd198e50607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4444" y="2194560"/>
            <a:ext cx="3532632" cy="8625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77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exponent −10, then flip: (−4/5)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4735" y="463753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3269d301dd5e8af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4976" y="4480560"/>
            <a:ext cx="1511808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8003" y="2304288"/>
            <a:ext cx="53707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recipe is scaled by a factor of  </a:t>
            </a:r>
          </a:p>
        </p:txBody>
      </p:sp>
      <p:pic>
        <p:nvPicPr>
          <p:cNvPr id="10" name="Picture 9" descr="b43afb9c608d06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1624" y="2194560"/>
            <a:ext cx="981455" cy="6766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03080" y="2304288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14553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original recipe serves 6 people.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72041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Rewrite the factor with a positive exponent.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43245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917086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6479" y="2215896"/>
            <a:ext cx="53707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recipe is scaled by a factor of  </a:t>
            </a:r>
          </a:p>
        </p:txBody>
      </p:sp>
      <p:pic>
        <p:nvPicPr>
          <p:cNvPr id="10" name="Picture 9" descr="ceb45c64c87ab3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0100" y="2103120"/>
            <a:ext cx="984504" cy="682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04604" y="2215896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06019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original recipe serves 6 people.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63507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Rewrite the factor with a positive exponent.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25567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flip the 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912" y="513959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6" name="Picture 15" descr="319963a3efbf85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0152" y="4987190"/>
            <a:ext cx="981455" cy="8534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23a87bc643d7e5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2852" y="2194560"/>
            <a:ext cx="1575816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7b4aab4c0a6cc8a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1328" y="2103120"/>
            <a:ext cx="1578864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4612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flip the numbers; the sign stays in the fraction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4651" y="4823459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837676bd53bd7eb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4891" y="4663440"/>
            <a:ext cx="1331976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c08fd56f1b4e34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8280" y="2194560"/>
            <a:ext cx="1584960" cy="871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bc194338a8886e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8280" y="2103120"/>
            <a:ext cx="1584960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4612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(−9/8)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81/64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4607" y="4823459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3148abf2051aaac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663440"/>
            <a:ext cx="512064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c2285e954aff8d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7715" y="2194560"/>
            <a:ext cx="1466088" cy="853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bf10b2e2dc356d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2103120"/>
            <a:ext cx="1463040" cy="8503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2783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flip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9516" y="481584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c2c7971114380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756" y="4663440"/>
            <a:ext cx="1222248" cy="85344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fb95563de51335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1996" y="2194560"/>
            <a:ext cx="1557528" cy="853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765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942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(7/8)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942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(−8/7)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287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(−7/8)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287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(8/7)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3455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de3072ed6d5fe5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0471" y="2103120"/>
            <a:ext cx="1560576" cy="853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851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851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(7/8)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851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B.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(−8/7)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5372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(−7/8)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5372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(8/7)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4311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 — (−8/7)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e9242358ed1b2b8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9620" y="2194560"/>
            <a:ext cx="3002280" cy="871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9488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9612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(8/5)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9612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470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470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5284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77243053f2f7c3f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9620" y="2103120"/>
            <a:ext cx="3002280" cy="871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034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8697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(8/5)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8697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5555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(5/8)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5555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6140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(5/8)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983316d8a340e3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2980" y="2194560"/>
            <a:ext cx="2575560" cy="8778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cccf2e6aacb49b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5" y="2103120"/>
            <a:ext cx="2578608" cy="8778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5526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(5/2)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(5/2)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(5/2)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4607" y="482041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c37c2f03a9ba86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663440"/>
            <a:ext cx="512064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c18abdc6135bd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6656" y="2194560"/>
            <a:ext cx="3188208" cy="8564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with one base and one positive exponent.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7d2314fb4fc511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3607" y="2103120"/>
            <a:ext cx="3194304" cy="859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3697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(2/3)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inside, then power of a power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2960" y="481584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2e17728107926c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199" y="4663440"/>
            <a:ext cx="975360" cy="85344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3551" y="2304288"/>
            <a:ext cx="22021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Marco says  </a:t>
            </a:r>
          </a:p>
        </p:txBody>
      </p:sp>
      <p:pic>
        <p:nvPicPr>
          <p:cNvPr id="10" name="Picture 9" descr="bcbcbf803cfe7e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553" y="2194560"/>
            <a:ext cx="1246632" cy="6766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65185" y="2304288"/>
            <a:ext cx="37057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can be rewritten as  </a:t>
            </a:r>
          </a:p>
        </p:txBody>
      </p:sp>
      <p:pic>
        <p:nvPicPr>
          <p:cNvPr id="12" name="Picture 11" descr="9b43b28c955127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3776" y="2194560"/>
            <a:ext cx="774192" cy="6766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314553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'two negatives make a positive.'  Is he right?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Say what the negative exponent does, and what it does not do. Give the correct rewrite.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8979" y="2215896"/>
            <a:ext cx="22021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Marco says  </a:t>
            </a:r>
          </a:p>
        </p:txBody>
      </p:sp>
      <p:pic>
        <p:nvPicPr>
          <p:cNvPr id="10" name="Picture 9" descr="61e0767165f6b1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3981" y="2103120"/>
            <a:ext cx="1252728" cy="682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66709" y="2215896"/>
            <a:ext cx="37057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can be rewritten as  </a:t>
            </a:r>
          </a:p>
        </p:txBody>
      </p:sp>
      <p:pic>
        <p:nvPicPr>
          <p:cNvPr id="12" name="Picture 11" descr="5c0a9d4ef3b8e5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5300" y="2103120"/>
            <a:ext cx="777240" cy="6827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306019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'two negatives make a positive.'  Is he right?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68079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exponent flips the fraction; it never touches the 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No — (−2/3)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(−3/2)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Identify equivalent expressions involving exponents I — VLM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