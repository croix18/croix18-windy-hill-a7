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5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exponent on a letter was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x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-3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arrives — and it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4" name="Picture 13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7" name="Picture 16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31776" y="1760220"/>
            <a:ext cx="8417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77659" y="237286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6" name="Picture 15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5878" y="298551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20" name="Picture 19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2" name="Picture 21" descr="0ea9c861f6451d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431" y="3621024"/>
            <a:ext cx="170688" cy="5516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566883ffdb2567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1253" y="3337560"/>
            <a:ext cx="1335024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76277" y="344728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bdac5bab61ffd0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269" y="3337560"/>
            <a:ext cx="1362456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84725" y="344728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6" name="Picture 15" descr="3202774bcb0530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7247" y="3506724"/>
            <a:ext cx="783336" cy="338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30583" y="344728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f7d04d8cca973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184" y="2377440"/>
            <a:ext cx="1508760" cy="743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75944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4816a7a2bcf2f2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935" y="2340864"/>
            <a:ext cx="2209800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0f65a6bfbd89b5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727" y="2345436"/>
            <a:ext cx="1816608" cy="807720"/>
          </a:xfrm>
          <a:prstGeom prst="rect">
            <a:avLst/>
          </a:prstGeom>
        </p:spPr>
      </p:pic>
      <p:pic>
        <p:nvPicPr>
          <p:cNvPr id="15" name="Picture 14" descr="70bc6e0f1b3eca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3432047"/>
            <a:ext cx="2304288" cy="9204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908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7aaf26d66cf98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012" y="2374392"/>
            <a:ext cx="4456176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2188" y="25161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1fc48e462d92b6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179" y="2340864"/>
            <a:ext cx="3767328" cy="807720"/>
          </a:xfrm>
          <a:prstGeom prst="rect">
            <a:avLst/>
          </a:prstGeom>
        </p:spPr>
      </p:pic>
      <p:pic>
        <p:nvPicPr>
          <p:cNvPr id="13" name="Picture 12" descr="92a6d22e61379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159" y="3422904"/>
            <a:ext cx="3505200" cy="819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581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monomials with negative exponents.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99ce65e5c8ec57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722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1903476"/>
            <a:ext cx="2926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pic>
        <p:nvPicPr>
          <p:cNvPr id="11" name="Picture 10" descr="52caabd3337864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816352" cy="883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02352" y="2831592"/>
            <a:ext cx="62819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move y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down; the 12 and the x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stay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6f4e119bf12e31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7260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fcfdcd223fa6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99" y="4480560"/>
            <a:ext cx="746760" cy="10119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Several laws in one expression — the state guide's item.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61639b8c49f6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03120"/>
            <a:ext cx="1417320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c62f1bbbc7a81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1704" y="2100072"/>
            <a:ext cx="61325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raise every factor: a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, 4,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-7</a:t>
            </a:r>
          </a:p>
        </p:txBody>
      </p:sp>
      <p:pic>
        <p:nvPicPr>
          <p:cNvPr id="11" name="Picture 10" descr="d55cada8037b33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1399032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85032" y="318668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1,024;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-35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moves up as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42f4571630d5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94560"/>
            <a:ext cx="1773936" cy="1112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95018b9c2dda3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267" y="2194560"/>
            <a:ext cx="1776984" cy="1112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2711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27y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move the 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2772" y="47259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636f909b16359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11" y="4480560"/>
            <a:ext cx="935736" cy="10393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299b72688be4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1372" y="48539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4033d6f9e46bb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663440"/>
            <a:ext cx="478536" cy="929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0a7739fb7946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94560"/>
            <a:ext cx="716280" cy="103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1b19adcea2f05b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44" y="2103120"/>
            <a:ext cx="713232" cy="10332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10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88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brightness of a lamp from  </a:t>
            </a:r>
          </a:p>
        </p:txBody>
      </p:sp>
      <p:pic>
        <p:nvPicPr>
          <p:cNvPr id="10" name="Picture 9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23" y="2005584"/>
            <a:ext cx="158496" cy="149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1819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2" name="Picture 11" descr="47fe29c90fa7b5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847" y="1940052"/>
            <a:ext cx="585216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68063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15 centimeters tall.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bright is the lamp from 2 meters away?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88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brightness of a lamp from  </a:t>
            </a:r>
          </a:p>
        </p:txBody>
      </p:sp>
      <p:pic>
        <p:nvPicPr>
          <p:cNvPr id="10" name="Picture 9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23" y="2005584"/>
            <a:ext cx="158496" cy="149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1819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2" name="Picture 11" descr="69ad6c7cdf468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847" y="1940052"/>
            <a:ext cx="58826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71111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15 centimeters tall.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bright is the lamp from 2 meters away?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110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c414c4c741c779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340" y="4663440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positive exponents.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c896e7a3b1e79b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580" y="2103120"/>
            <a:ext cx="1356360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16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factors move 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9536" y="49042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532a74f60c6ce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76" y="4663440"/>
            <a:ext cx="902208" cy="103022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1b7d9d459c2854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004" y="2103120"/>
            <a:ext cx="142951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1768e3b0aaa3b8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03120"/>
            <a:ext cx="144780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61aec65184b6be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7" y="2194560"/>
            <a:ext cx="603504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with a positive exponent.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00d9c35b01c5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055" y="2103120"/>
            <a:ext cx="597408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832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then rewrite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888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74f00062d590b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7" y="4663440"/>
            <a:ext cx="60350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06d7fcaebeec00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687" y="2820924"/>
            <a:ext cx="1914144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+ n =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17170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22808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17170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22808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17170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5540" y="285750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94589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5544" y="28575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08026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3da309422df21a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13664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08026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50a3dff9085ab5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13664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08026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4016" y="276606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2cebf16dedade3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0684" y="2854452"/>
            <a:ext cx="78638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7068" y="27660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reciprocals: 8 and 1/8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