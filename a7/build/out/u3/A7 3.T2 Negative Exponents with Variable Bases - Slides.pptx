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1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THREAD A ·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Negative Exponents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rewrite an algebraic expression with negative exponents using only positive exponents, and apply several laws of exponents to a monomial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4774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as a single monomial:  </a:t>
            </a:r>
          </a:p>
        </p:txBody>
      </p:sp>
      <p:pic>
        <p:nvPicPr>
          <p:cNvPr id="9" name="Picture 8" descr="9876647aa2adbd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10" y="1501140"/>
            <a:ext cx="81381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1" name="Picture 10" descr="daac0ec1771ab0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142744"/>
            <a:ext cx="411480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32361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Which is greater,  </a:t>
            </a:r>
          </a:p>
        </p:txBody>
      </p:sp>
      <p:pic>
        <p:nvPicPr>
          <p:cNvPr id="13" name="Picture 12" descr="36070a9ce3916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545" y="2699004"/>
            <a:ext cx="713232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86777" y="2665476"/>
            <a:ext cx="11516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or  9?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343656"/>
            <a:ext cx="43612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What is the reciprocal of  </a:t>
            </a:r>
          </a:p>
        </p:txBody>
      </p:sp>
      <p:pic>
        <p:nvPicPr>
          <p:cNvPr id="16" name="Picture 15" descr="6fa687cf291616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19" y="3300984"/>
            <a:ext cx="176784" cy="5425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75403" y="3343656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4774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as a single monomial:  </a:t>
            </a:r>
          </a:p>
        </p:txBody>
      </p:sp>
      <p:pic>
        <p:nvPicPr>
          <p:cNvPr id="9" name="Picture 8" descr="9876647aa2adbd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10" y="1501140"/>
            <a:ext cx="81381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74366" y="1440180"/>
            <a:ext cx="8233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27x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2" name="Picture 11" descr="daac0ec1771ab0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142744"/>
            <a:ext cx="411480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33426" y="2052828"/>
            <a:ext cx="8779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1/25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32361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Which is greater,  </a:t>
            </a:r>
          </a:p>
        </p:txBody>
      </p:sp>
      <p:pic>
        <p:nvPicPr>
          <p:cNvPr id="15" name="Picture 14" descr="36070a9ce3916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545" y="2699004"/>
            <a:ext cx="713232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86777" y="2665476"/>
            <a:ext cx="11516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or  9?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9902" y="2665476"/>
            <a:ext cx="3800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343656"/>
            <a:ext cx="43612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What is the reciprocal of  </a:t>
            </a:r>
          </a:p>
        </p:txBody>
      </p:sp>
      <p:pic>
        <p:nvPicPr>
          <p:cNvPr id="19" name="Picture 18" descr="6fa687cf291616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19" y="3300984"/>
            <a:ext cx="176784" cy="5425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75403" y="3343656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pic>
        <p:nvPicPr>
          <p:cNvPr id="21" name="Picture 20" descr="0ef102b5f3cf8f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9893" y="3300984"/>
            <a:ext cx="176784" cy="542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pattern, with a letter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993392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x·x·x·x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1/x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1/x</a:t>
                      </a:r>
                      <a:r>
                        <a:rPr sz="17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1/x</a:t>
                      </a:r>
                      <a:r>
                        <a:rPr sz="17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959d23703025cf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405" y="2990088"/>
            <a:ext cx="1319784" cy="682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08189" y="3102864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3" name="Picture 12" descr="50055cd3f97ed5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533" y="2990088"/>
            <a:ext cx="1347216" cy="6827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9749" y="3102864"/>
            <a:ext cx="1263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(</a:t>
            </a:r>
          </a:p>
        </p:txBody>
      </p:sp>
      <p:pic>
        <p:nvPicPr>
          <p:cNvPr id="15" name="Picture 14" descr="69c32b8b9be784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787" y="3192780"/>
            <a:ext cx="792480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67" y="3102864"/>
            <a:ext cx="3320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Moving factors across the fraction bar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840171f025bff8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832" y="2036064"/>
            <a:ext cx="1496568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05400" y="2173224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b3850983250dec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993392"/>
            <a:ext cx="2221992" cy="816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31736" y="2173224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4" name="Picture 13" descr="560526d4cbdf3f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079" y="2002536"/>
            <a:ext cx="1816608" cy="798576"/>
          </a:xfrm>
          <a:prstGeom prst="rect">
            <a:avLst/>
          </a:prstGeom>
        </p:spPr>
      </p:pic>
      <p:pic>
        <p:nvPicPr>
          <p:cNvPr id="15" name="Picture 14" descr="e650137e6d4e49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372" y="3084575"/>
            <a:ext cx="2398776" cy="8808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30377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Only the factor with the negative exponent moves. Its exponent turns positive.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laws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a24d7800dcaf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64" y="2020824"/>
            <a:ext cx="4389120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1384" y="2157984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2c9767efe7def6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727" y="1993392"/>
            <a:ext cx="3843528" cy="786384"/>
          </a:xfrm>
          <a:prstGeom prst="rect">
            <a:avLst/>
          </a:prstGeom>
        </p:spPr>
      </p:pic>
      <p:pic>
        <p:nvPicPr>
          <p:cNvPr id="13" name="Picture 12" descr="84afeb60d2ecec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351" y="3054096"/>
            <a:ext cx="3480816" cy="8138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20624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Apply the law. Then rewrite so that every exponent is positive.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c31c4577474535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104" y="2103120"/>
            <a:ext cx="2877312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30c11d9477e5ce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245352" cy="426720"/>
          </a:xfrm>
          <a:prstGeom prst="rect">
            <a:avLst/>
          </a:prstGeom>
        </p:spPr>
      </p:pic>
      <p:pic>
        <p:nvPicPr>
          <p:cNvPr id="9" name="Picture 8" descr="d89781ec390765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21280"/>
            <a:ext cx="2776728" cy="880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/y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69930e82b2e70e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651" y="1600200"/>
            <a:ext cx="3252216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43519e6fe93bd6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651" y="1600200"/>
            <a:ext cx="3252216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positive exponents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8223" y="3201526"/>
            <a:ext cx="1508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a's:  </a:t>
            </a:r>
          </a:p>
        </p:txBody>
      </p:sp>
      <p:pic>
        <p:nvPicPr>
          <p:cNvPr id="11" name="Picture 10" descr="5cce26f9814b90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149" y="3299062"/>
            <a:ext cx="2551176" cy="2621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78223" y="3779122"/>
            <a:ext cx="1507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b's:  </a:t>
            </a:r>
          </a:p>
        </p:txBody>
      </p:sp>
      <p:pic>
        <p:nvPicPr>
          <p:cNvPr id="13" name="Picture 12" descr="455b440955e368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00" y="3727306"/>
            <a:ext cx="3429000" cy="560832"/>
          </a:xfrm>
          <a:prstGeom prst="rect">
            <a:avLst/>
          </a:prstGeom>
        </p:spPr>
      </p:pic>
      <p:pic>
        <p:nvPicPr>
          <p:cNvPr id="14" name="Picture 13" descr="153f36a6e04348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087" y="4379578"/>
            <a:ext cx="1996439" cy="6065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09159" y="534579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6" name="Picture 15" descr="682a312527072d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123290"/>
            <a:ext cx="822960" cy="9936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7f7328112e67c3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0" y="2103120"/>
            <a:ext cx="1432560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015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855def8551484a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65704" cy="798576"/>
          </a:xfrm>
          <a:prstGeom prst="rect">
            <a:avLst/>
          </a:prstGeom>
        </p:spPr>
      </p:pic>
      <p:pic>
        <p:nvPicPr>
          <p:cNvPr id="9" name="Picture 8" descr="44c539f0c5b2a6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3136"/>
            <a:ext cx="1408176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b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/1,024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c43798c2465e5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1481328"/>
            <a:ext cx="1411224" cy="880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65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03a681fbad5650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9" y="1481328"/>
            <a:ext cx="1417320" cy="883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681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positive exponents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1617" y="3457558"/>
            <a:ext cx="68554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Cube every part, then move the y up:</a:t>
            </a:r>
          </a:p>
        </p:txBody>
      </p:sp>
      <p:pic>
        <p:nvPicPr>
          <p:cNvPr id="11" name="Picture 10" descr="0c8a8ac9e9217b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481" y="4019914"/>
            <a:ext cx="3605784" cy="8808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20767" y="527721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3" name="Picture 12" descr="f55882cbb9feaf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007" y="5037946"/>
            <a:ext cx="999743" cy="10271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66674280269050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52" y="2194560"/>
            <a:ext cx="661416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701db6ee3c3d8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528" y="2103120"/>
            <a:ext cx="664464" cy="417576"/>
          </a:xfrm>
          <a:prstGeom prst="rect">
            <a:avLst/>
          </a:prstGeom>
        </p:spPr>
      </p:pic>
      <p:pic>
        <p:nvPicPr>
          <p:cNvPr id="9" name="Picture 8" descr="d97f5e29590d28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215" y="2822448"/>
            <a:ext cx="1188720" cy="658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67656" y="4843271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32577d3055fb5c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896" y="4663440"/>
            <a:ext cx="505968" cy="9083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393407e2af196c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39" y="2194560"/>
            <a:ext cx="701040" cy="1021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777177b459190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103120"/>
            <a:ext cx="694944" cy="1021080"/>
          </a:xfrm>
          <a:prstGeom prst="rect">
            <a:avLst/>
          </a:prstGeom>
        </p:spPr>
      </p:pic>
      <p:pic>
        <p:nvPicPr>
          <p:cNvPr id="9" name="Picture 8" descr="ed6b513a0faffd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023" y="3425952"/>
            <a:ext cx="1222248" cy="7437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82896" y="465277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739c7a2665113b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4663440"/>
            <a:ext cx="475488" cy="5273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60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brightness of a lamp from  </a:t>
            </a:r>
          </a:p>
        </p:txBody>
      </p:sp>
      <p:pic>
        <p:nvPicPr>
          <p:cNvPr id="9" name="Picture 8" descr="c15f87ddcb3bf3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255" y="1997963"/>
            <a:ext cx="170688" cy="164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8943" y="1851660"/>
            <a:ext cx="27899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meters away is  </a:t>
            </a:r>
          </a:p>
        </p:txBody>
      </p:sp>
      <p:pic>
        <p:nvPicPr>
          <p:cNvPr id="11" name="Picture 10" descr="84926e2d698758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706" y="1941575"/>
            <a:ext cx="597408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79114" y="1851660"/>
            <a:ext cx="1176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lamp is 15 centimeters 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bright is the lamp from 3 meters away?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60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brightness of a lamp from  </a:t>
            </a:r>
          </a:p>
        </p:txBody>
      </p:sp>
      <p:pic>
        <p:nvPicPr>
          <p:cNvPr id="9" name="Picture 8" descr="c15f87ddcb3bf3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255" y="1997963"/>
            <a:ext cx="170688" cy="164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8943" y="1851660"/>
            <a:ext cx="27899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meters away is  </a:t>
            </a:r>
          </a:p>
        </p:txBody>
      </p:sp>
      <p:pic>
        <p:nvPicPr>
          <p:cNvPr id="11" name="Picture 10" descr="59a0045a99994c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706" y="1941575"/>
            <a:ext cx="60045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82162" y="1851660"/>
            <a:ext cx="1176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lamp is 15 centimeters 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bright is the lamp from 3 meters away?</a:t>
            </a:r>
          </a:p>
        </p:txBody>
      </p:sp>
      <p:pic>
        <p:nvPicPr>
          <p:cNvPr id="15" name="Picture 14" descr="5c284e4651c465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884" y="3684236"/>
            <a:ext cx="1365504" cy="661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45020" y="4577300"/>
            <a:ext cx="13421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When </a:t>
            </a:r>
          </a:p>
        </p:txBody>
      </p:sp>
      <p:pic>
        <p:nvPicPr>
          <p:cNvPr id="17" name="Picture 16" descr="c75e225ddc1423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039" y="4680932"/>
            <a:ext cx="691896" cy="2499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41935" y="4577300"/>
            <a:ext cx="606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  </a:t>
            </a:r>
          </a:p>
        </p:txBody>
      </p:sp>
      <p:pic>
        <p:nvPicPr>
          <p:cNvPr id="19" name="Picture 18" descr="797e4763244917a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1243" y="4473668"/>
            <a:ext cx="902208" cy="6644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81956" y="541854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21" name="Picture 20" descr="7cc84f7ce49a4b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2196" y="5275292"/>
            <a:ext cx="277368" cy="8351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dffbc97436ffe1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388" y="2194560"/>
            <a:ext cx="1380744" cy="524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379041f8448abc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863" y="2103120"/>
            <a:ext cx="1383792" cy="524256"/>
          </a:xfrm>
          <a:prstGeom prst="rect">
            <a:avLst/>
          </a:prstGeom>
        </p:spPr>
      </p:pic>
      <p:pic>
        <p:nvPicPr>
          <p:cNvPr id="9" name="Picture 8" descr="df4259ca5ca273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19" y="2929128"/>
            <a:ext cx="3486912" cy="7376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6384" y="489813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ae9b9921835656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624" y="4663440"/>
            <a:ext cx="1048512" cy="10180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8fef075fd59914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467" y="2194560"/>
            <a:ext cx="1624584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378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01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01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959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959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0174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15fe40f55398ba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467" y="2103120"/>
            <a:ext cx="1624584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5234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fa30cce62b6157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635" y="3455239"/>
            <a:ext cx="3617976" cy="301752"/>
          </a:xfrm>
          <a:prstGeom prst="rect">
            <a:avLst/>
          </a:prstGeom>
        </p:spPr>
      </p:pic>
      <p:pic>
        <p:nvPicPr>
          <p:cNvPr id="11" name="Picture 10" descr="62056a37b2fbb2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635" y="3939871"/>
            <a:ext cx="1392936" cy="661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738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1/x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cf3a56c40449a5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94560"/>
            <a:ext cx="1463040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217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984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9/x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984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1/(9x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84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3/x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84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9/x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901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0a90fe1e36bfa0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715" y="2103120"/>
            <a:ext cx="1466088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073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8fdbef022020a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144" y="3508579"/>
            <a:ext cx="3870960" cy="371856"/>
          </a:xfrm>
          <a:prstGeom prst="rect">
            <a:avLst/>
          </a:prstGeom>
        </p:spPr>
      </p:pic>
      <p:pic>
        <p:nvPicPr>
          <p:cNvPr id="11" name="Picture 10" descr="6b6d8bee23985d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144" y="4028263"/>
            <a:ext cx="1636776" cy="661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826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9/x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d250187780958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384" y="2194560"/>
            <a:ext cx="682752" cy="996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80545a7c6c29eb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1" y="2103120"/>
            <a:ext cx="676656" cy="993648"/>
          </a:xfrm>
          <a:prstGeom prst="rect">
            <a:avLst/>
          </a:prstGeom>
        </p:spPr>
      </p:pic>
      <p:pic>
        <p:nvPicPr>
          <p:cNvPr id="9" name="Picture 8" descr="827875b902783b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5" y="3398520"/>
            <a:ext cx="2554224" cy="722376"/>
          </a:xfrm>
          <a:prstGeom prst="rect">
            <a:avLst/>
          </a:prstGeom>
        </p:spPr>
      </p:pic>
      <p:pic>
        <p:nvPicPr>
          <p:cNvPr id="10" name="Picture 9" descr="7f1840715d0010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5" y="4248912"/>
            <a:ext cx="1219200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5464" y="52349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dbcbf103259ff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4" y="5050536"/>
            <a:ext cx="530352" cy="9174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3087" y="2171700"/>
            <a:ext cx="3006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9" name="Picture 8" descr="f14fce7cf077c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62" y="2296668"/>
            <a:ext cx="176784" cy="207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9446" y="21717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1" name="Picture 10" descr="64533c8a20ef97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115" y="2916936"/>
            <a:ext cx="1923288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3087" y="2080260"/>
            <a:ext cx="3006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9" name="Picture 8" descr="f14fce7cf077c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62" y="2205228"/>
            <a:ext cx="176784" cy="207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9446" y="20802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1" name="Picture 10" descr="46b0784f7c8733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115" y="2825496"/>
            <a:ext cx="1923288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43292" y="3525012"/>
            <a:ext cx="65734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base, so the exponents add:  </a:t>
            </a:r>
          </a:p>
        </p:txBody>
      </p:sp>
      <p:pic>
        <p:nvPicPr>
          <p:cNvPr id="13" name="Picture 12" descr="448fa4db260ab5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571" y="3627120"/>
            <a:ext cx="1438656" cy="252984"/>
          </a:xfrm>
          <a:prstGeom prst="rect">
            <a:avLst/>
          </a:prstGeom>
        </p:spPr>
      </p:pic>
      <p:pic>
        <p:nvPicPr>
          <p:cNvPr id="14" name="Picture 13" descr="070b8a66ba960fd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8156" y="4166616"/>
            <a:ext cx="1746504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 = 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6143" y="2171700"/>
            <a:ext cx="17385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are  </a:t>
            </a:r>
          </a:p>
        </p:txBody>
      </p:sp>
      <p:pic>
        <p:nvPicPr>
          <p:cNvPr id="9" name="Picture 8" descr="fe49da65f71bdf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519" y="2234184"/>
            <a:ext cx="365760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3279" y="2171700"/>
            <a:ext cx="12019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1" name="Picture 10" descr="0b08484e668b31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020" y="2234184"/>
            <a:ext cx="524256" cy="332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72276" y="2171700"/>
            <a:ext cx="17102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related?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335" y="2857500"/>
            <a:ext cx="69868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Explain, and give the value of each when  </a:t>
            </a:r>
          </a:p>
        </p:txBody>
      </p:sp>
      <p:pic>
        <p:nvPicPr>
          <p:cNvPr id="14" name="Picture 13" descr="1c40b7a80b3cb0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4006" y="2948940"/>
            <a:ext cx="774192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18198" y="28575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6143" y="2080260"/>
            <a:ext cx="17385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are  </a:t>
            </a:r>
          </a:p>
        </p:txBody>
      </p:sp>
      <p:pic>
        <p:nvPicPr>
          <p:cNvPr id="9" name="Picture 8" descr="d6ec3cb3152693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519" y="2142744"/>
            <a:ext cx="365760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3279" y="2080260"/>
            <a:ext cx="12019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1" name="Picture 10" descr="95ab217f46ae0a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020" y="2142744"/>
            <a:ext cx="524256" cy="332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72276" y="2080260"/>
            <a:ext cx="17102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related?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335" y="2766060"/>
            <a:ext cx="69868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Explain, and give the value of each when  </a:t>
            </a:r>
          </a:p>
        </p:txBody>
      </p:sp>
      <p:pic>
        <p:nvPicPr>
          <p:cNvPr id="14" name="Picture 13" descr="1c40b7a80b3cb0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4006" y="2857500"/>
            <a:ext cx="774192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18198" y="27660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6" name="Picture 15" descr="5d03ae494c5143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181" y="3547872"/>
            <a:ext cx="1182624" cy="658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36805" y="3648456"/>
            <a:ext cx="3876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the reciprocal of   </a:t>
            </a:r>
          </a:p>
        </p:txBody>
      </p:sp>
      <p:pic>
        <p:nvPicPr>
          <p:cNvPr id="18" name="Picture 17" descr="5a584fe5a654e3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624" y="3726180"/>
            <a:ext cx="332232" cy="3017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99317" y="4410456"/>
            <a:ext cx="13421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When </a:t>
            </a:r>
          </a:p>
        </p:txBody>
      </p:sp>
      <p:pic>
        <p:nvPicPr>
          <p:cNvPr id="20" name="Picture 19" descr="07b139cdbb0c92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4336" y="4514088"/>
            <a:ext cx="704088" cy="24993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08424" y="4410456"/>
            <a:ext cx="606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  </a:t>
            </a:r>
          </a:p>
        </p:txBody>
      </p:sp>
      <p:pic>
        <p:nvPicPr>
          <p:cNvPr id="22" name="Picture 21" descr="3bf425c97d8d917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7732" y="4486656"/>
            <a:ext cx="102108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98812" y="4410456"/>
            <a:ext cx="15240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24" name="Picture 23" descr="b22ccf291db4015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5674" y="4334256"/>
            <a:ext cx="1170432" cy="609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5081016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is the reciprocal of 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 When x = 2: 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32 and 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1/32.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58274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Rewrite using only positive exponents.  </a:t>
            </a:r>
          </a:p>
        </p:txBody>
      </p:sp>
      <p:pic>
        <p:nvPicPr>
          <p:cNvPr id="10" name="Picture 9" descr="d0b6a1cb6c5104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756" y="1588008"/>
            <a:ext cx="524256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9403"/>
            <a:ext cx="58274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Rewrite using only positive exponents.  </a:t>
            </a:r>
          </a:p>
        </p:txBody>
      </p:sp>
      <p:pic>
        <p:nvPicPr>
          <p:cNvPr id="13" name="Picture 12" descr="43c032e9738a93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756" y="2147315"/>
            <a:ext cx="597408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772155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72155"/>
            <a:ext cx="58274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Rewrite using only positive exponents.  </a:t>
            </a:r>
          </a:p>
        </p:txBody>
      </p:sp>
      <p:pic>
        <p:nvPicPr>
          <p:cNvPr id="16" name="Picture 15" descr="06266648dc403e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756" y="2706623"/>
            <a:ext cx="448056" cy="5882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45490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54907"/>
            <a:ext cx="5711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Simplify. Use positive exponents only.  </a:t>
            </a:r>
          </a:p>
        </p:txBody>
      </p:sp>
      <p:pic>
        <p:nvPicPr>
          <p:cNvPr id="19" name="Picture 18" descr="374d67a93a7cbdf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157" y="3546347"/>
            <a:ext cx="938784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04926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49267"/>
            <a:ext cx="5711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Simplify. Use positive exponents only.  </a:t>
            </a:r>
          </a:p>
        </p:txBody>
      </p:sp>
      <p:pic>
        <p:nvPicPr>
          <p:cNvPr id="22" name="Picture 21" descr="50045c27c617c37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9157" y="4114800"/>
            <a:ext cx="1042415" cy="3261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64362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43628"/>
            <a:ext cx="26841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25" name="Picture 24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434" y="4788408"/>
            <a:ext cx="146304" cy="167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47738" y="4643628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7" name="Picture 26" descr="6e9a5405552d7f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689" y="4701540"/>
            <a:ext cx="1588008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Variables with negative exponents — 2NL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Multiply and divide powers: variable bases — 85P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