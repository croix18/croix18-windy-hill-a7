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bases were all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letter. Every law still works.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7" name="Picture 16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12702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95605" y="2372868"/>
            <a:ext cx="121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8069" y="3238500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20" name="Picture 19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  <p:pic>
        <p:nvPicPr>
          <p:cNvPr id="21" name="Picture 20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284" y="3909059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7f4dc7bb52f349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024" y="2340864"/>
            <a:ext cx="4245864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49888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4bb1e456c94b13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879" y="2391156"/>
            <a:ext cx="2261616" cy="310896"/>
          </a:xfrm>
          <a:prstGeom prst="rect">
            <a:avLst/>
          </a:prstGeom>
        </p:spPr>
      </p:pic>
      <p:pic>
        <p:nvPicPr>
          <p:cNvPr id="14" name="Picture 13" descr="a285865d99a08f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0064" y="3026664"/>
            <a:ext cx="5041392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64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472940"/>
            <a:ext cx="5144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7" name="Picture 16" descr="2a950411e1004b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632" y="4489704"/>
            <a:ext cx="261823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e72c58bfa2a9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64" y="2340864"/>
            <a:ext cx="4227576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44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f6f2fe1277a80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1431" y="2372868"/>
            <a:ext cx="1792224" cy="347472"/>
          </a:xfrm>
          <a:prstGeom prst="rect">
            <a:avLst/>
          </a:prstGeom>
        </p:spPr>
      </p:pic>
      <p:pic>
        <p:nvPicPr>
          <p:cNvPr id="13" name="Picture 12" descr="783225cb699ff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9224" y="3026664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6928" y="30099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1389c559d7859c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919" y="3026664"/>
            <a:ext cx="338937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886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3942cbc98c315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152" y="2340864"/>
            <a:ext cx="4270248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36400" y="25146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90de12726cf0d0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391" y="2406396"/>
            <a:ext cx="1712976" cy="673608"/>
          </a:xfrm>
          <a:prstGeom prst="rect">
            <a:avLst/>
          </a:prstGeom>
        </p:spPr>
      </p:pic>
      <p:pic>
        <p:nvPicPr>
          <p:cNvPr id="13" name="Picture 12" descr="56477ae8447c46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0700" y="3419856"/>
            <a:ext cx="1801368" cy="810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42068" y="359664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7b39cdb0ef566b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059" y="3421379"/>
            <a:ext cx="3032760" cy="807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568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two monomials.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de63dedae86b58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456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90560" y="1903476"/>
            <a:ext cx="30937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regroup: coefficients, x's, y's</a:t>
            </a:r>
          </a:p>
        </p:txBody>
      </p:sp>
      <p:pic>
        <p:nvPicPr>
          <p:cNvPr id="11" name="Picture 10" descr="2f53120bf9dfff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67399" y="2601468"/>
            <a:ext cx="5516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28700badd3bdf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· 3,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of a product, then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9dec83acdd34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8900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960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5a2c92467f9be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4132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7320" y="1897380"/>
            <a:ext cx="615695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product: raise all three factors</a:t>
            </a:r>
          </a:p>
        </p:txBody>
      </p:sp>
      <p:pic>
        <p:nvPicPr>
          <p:cNvPr id="11" name="Picture 10" descr="8affb1101a179d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5541264" cy="8168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7263" y="2785872"/>
            <a:ext cx="355701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coefficients; subtract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61e723e73851e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12161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92ab9962e6dc8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107" y="2194560"/>
            <a:ext cx="1289304" cy="121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2770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16p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0123ea625216e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like bases: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00e7a99be8e12d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03120"/>
            <a:ext cx="935736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16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10" name="Picture 9" descr="1df02a95485ce3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84641c90e2ee91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597408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60837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10" name="Picture 9" descr="a28e2ea3731f9d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627f906189b40b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60045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63885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: raise the 2 as well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7551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5d97e94079cb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663440"/>
            <a:ext cx="64617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0518fcef0388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8" y="2103120"/>
            <a:ext cx="2645664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4,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a, b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b63f3b3a75f7bb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9b3bfaec72a6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94560"/>
            <a:ext cx="969264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35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57f74e63f18b4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03120"/>
            <a:ext cx="966216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36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5c3b95db630c6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692" y="2194560"/>
            <a:ext cx="1088136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b4ec42ed5af64d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215" y="2103120"/>
            <a:ext cx="108508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242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and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9b87377120470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82244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+ n =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7268" y="2176272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333" y="219456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0357" y="2176272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35" y="2225040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3815" y="21762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0629" y="287273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88950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1407" y="287273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of them did.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5744" y="2084831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c182d5e9af300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9" y="2103120"/>
            <a:ext cx="1338072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1881" y="2084831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633192d31288b5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859" y="2133599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5339" y="2084831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9105" y="278129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9c1cc680a1f0e7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635" y="2798063"/>
            <a:ext cx="160629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2931" y="278129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417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— Justina's is Rachel's product, multiplied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