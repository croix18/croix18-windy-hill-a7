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24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png"/><Relationship Id="rId8" Type="http://schemas.openxmlformats.org/officeDocument/2006/relationships/image" Target="../media/image8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monomials, and raise a monomial to a power, by applying the laws of exponents to variable bases.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6" name="Picture 15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5776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8495" y="2052828"/>
            <a:ext cx="120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405" y="2887980"/>
            <a:ext cx="1310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and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9" name="Picture 18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  <p:pic>
        <p:nvPicPr>
          <p:cNvPr id="20" name="Picture 19" descr="6318b2f43b5ea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2239" y="3558540"/>
            <a:ext cx="30784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Product of powers — the base is a letter now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d4fe73c289b0e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780" y="1993392"/>
            <a:ext cx="445922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1004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31b3ca0b6947c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347" y="2055876"/>
            <a:ext cx="2374392" cy="286512"/>
          </a:xfrm>
          <a:prstGeom prst="rect">
            <a:avLst/>
          </a:prstGeom>
        </p:spPr>
      </p:pic>
      <p:pic>
        <p:nvPicPr>
          <p:cNvPr id="13" name="Picture 12" descr="3a24062b248a7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052" y="2679192"/>
            <a:ext cx="5233416" cy="414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of like bases.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30040"/>
            <a:ext cx="5140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variables stay separate:  </a:t>
            </a:r>
          </a:p>
        </p:txBody>
      </p:sp>
      <p:pic>
        <p:nvPicPr>
          <p:cNvPr id="16" name="Picture 15" descr="cb5cb67ed0c2e1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725" y="4145280"/>
            <a:ext cx="278892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6bfdf3d19b6c6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36" y="1993392"/>
            <a:ext cx="43220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9500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ccf0a74e9f8b1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843" y="2017776"/>
            <a:ext cx="1920240" cy="362712"/>
          </a:xfrm>
          <a:prstGeom prst="rect">
            <a:avLst/>
          </a:prstGeom>
        </p:spPr>
      </p:pic>
      <p:pic>
        <p:nvPicPr>
          <p:cNvPr id="13" name="Picture 12" descr="ae79d4a9e407b4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3368" y="2679192"/>
            <a:ext cx="3806952" cy="426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0320" y="26639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4c84c2e4af97e3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663" y="2679192"/>
            <a:ext cx="3523488" cy="426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4424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992b07e12d929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480" y="1993392"/>
            <a:ext cx="4517136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5616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e5743ba7bca77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959" y="2037588"/>
            <a:ext cx="1783080" cy="697992"/>
          </a:xfrm>
          <a:prstGeom prst="rect">
            <a:avLst/>
          </a:prstGeom>
        </p:spPr>
      </p:pic>
      <p:pic>
        <p:nvPicPr>
          <p:cNvPr id="13" name="Picture 12" descr="bff3d968f5264f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2652" y="3054096"/>
            <a:ext cx="1840991" cy="795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83644" y="32232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babaa48f738357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7987" y="3055619"/>
            <a:ext cx="3230880" cy="792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f82502c420b1e8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644" y="2103120"/>
            <a:ext cx="261823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34a71302951c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8400" cy="426720"/>
          </a:xfrm>
          <a:prstGeom prst="rect">
            <a:avLst/>
          </a:prstGeom>
        </p:spPr>
      </p:pic>
      <p:pic>
        <p:nvPicPr>
          <p:cNvPr id="9" name="Picture 8" descr="9880f38cb80c4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357835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cebc1086f5007b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600200"/>
            <a:ext cx="31272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4018e03469d2a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611" y="1600200"/>
            <a:ext cx="31302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7719" y="3201526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1f9f47243b423b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1756" y="3323446"/>
            <a:ext cx="1072896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17719" y="370444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3" name="Picture 12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645" y="3801982"/>
            <a:ext cx="2282952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7719" y="4207366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5" name="Picture 14" descr="795cd8a8804113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7696" y="4304902"/>
            <a:ext cx="2362200" cy="262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88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9b17b427698fa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03120"/>
            <a:ext cx="1408176" cy="8656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16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c921a6ad516c9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87624" cy="414528"/>
          </a:xfrm>
          <a:prstGeom prst="rect">
            <a:avLst/>
          </a:prstGeom>
        </p:spPr>
      </p:pic>
      <p:pic>
        <p:nvPicPr>
          <p:cNvPr id="9" name="Picture 8" descr="69e7633d2c21fb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672328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8188cd9592de45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1600200"/>
            <a:ext cx="1365504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fd6aa4af28a3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531" y="1600200"/>
            <a:ext cx="1362456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6286" y="3884278"/>
            <a:ext cx="1691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 first:  </a:t>
            </a:r>
          </a:p>
        </p:txBody>
      </p:sp>
      <p:pic>
        <p:nvPicPr>
          <p:cNvPr id="11" name="Picture 10" descr="0a070322ca6b9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553" y="3951334"/>
            <a:ext cx="3151632" cy="3230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26286" y="438719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3" name="Picture 12" descr="6dd81528b6eb10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0323" y="4510642"/>
            <a:ext cx="1176528" cy="210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26286" y="4890118"/>
            <a:ext cx="1507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p's:  </a:t>
            </a:r>
          </a:p>
        </p:txBody>
      </p:sp>
      <p:pic>
        <p:nvPicPr>
          <p:cNvPr id="15" name="Picture 14" descr="234d1df8f51eff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612" y="4957174"/>
            <a:ext cx="2609088" cy="3230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461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2p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c22a98d40a0fe3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94560"/>
            <a:ext cx="125577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57d29314ff53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3" y="2103120"/>
            <a:ext cx="1261872" cy="417576"/>
          </a:xfrm>
          <a:prstGeom prst="rect">
            <a:avLst/>
          </a:prstGeom>
        </p:spPr>
      </p:pic>
      <p:pic>
        <p:nvPicPr>
          <p:cNvPr id="9" name="Picture 8" descr="5c18f5c8d80754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5" y="2877312"/>
            <a:ext cx="2779776" cy="301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9744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1aeccb44d2ab9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3" y="4663440"/>
            <a:ext cx="62179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fc4ca0383286b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2194560"/>
            <a:ext cx="1011936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39b1b73431d5a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03120"/>
            <a:ext cx="1014984" cy="524256"/>
          </a:xfrm>
          <a:prstGeom prst="rect">
            <a:avLst/>
          </a:prstGeom>
        </p:spPr>
      </p:pic>
      <p:pic>
        <p:nvPicPr>
          <p:cNvPr id="9" name="Picture 8" descr="142a7df11ceea4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2942844"/>
            <a:ext cx="2514600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99076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88d04d46c5235ef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9315" y="4663440"/>
            <a:ext cx="643128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b2218f1b6cc7b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415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3770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c9ee10aba47627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7272"/>
            <a:ext cx="65532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37217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47e41d1215f68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72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6818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e168afa666552c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5748"/>
            <a:ext cx="658368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0265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9370" y="3734926"/>
            <a:ext cx="5771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Volume = edge × edge × edge:  </a:t>
            </a:r>
          </a:p>
        </p:txBody>
      </p:sp>
      <p:pic>
        <p:nvPicPr>
          <p:cNvPr id="16" name="Picture 15" descr="f2db44398d05b7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3845" y="3779122"/>
            <a:ext cx="908304" cy="368808"/>
          </a:xfrm>
          <a:prstGeom prst="rect">
            <a:avLst/>
          </a:prstGeom>
        </p:spPr>
      </p:pic>
      <p:pic>
        <p:nvPicPr>
          <p:cNvPr id="17" name="Picture 16" descr="83e03eeb217037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4234" y="4315570"/>
            <a:ext cx="3297936" cy="3749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59451" y="478039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930c42f7a917cf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4845922"/>
            <a:ext cx="72237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4ae5c6bf68c5f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5f8cdff3a58f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2103120"/>
            <a:ext cx="290474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37531" y="289102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0" name="Picture 9" descr="10283f176991c3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1568" y="3012948"/>
            <a:ext cx="1091184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37531" y="3393948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2" name="Picture 11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457" y="3491483"/>
            <a:ext cx="2282952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37531" y="3896867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4" name="Picture 13" descr="32bbfbda57c94e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7508" y="3994404"/>
            <a:ext cx="231952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0831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36d05054388e0f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1" y="4663440"/>
            <a:ext cx="1499616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4d7a3db40dafe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344e364b98fd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6dcc307e4b4bb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951" y="3508579"/>
            <a:ext cx="3892296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25m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a573a675710e2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2194560"/>
            <a:ext cx="1011936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62958141cc87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03120"/>
            <a:ext cx="100584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53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0227" y="3950539"/>
            <a:ext cx="21407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2908f8b113149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854" y="4052647"/>
            <a:ext cx="13898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83742" y="3950539"/>
            <a:ext cx="2551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   The x's:  </a:t>
            </a:r>
          </a:p>
        </p:txBody>
      </p:sp>
      <p:pic>
        <p:nvPicPr>
          <p:cNvPr id="13" name="Picture 12" descr="3aeb7558cdc9ff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7612" y="4026739"/>
            <a:ext cx="2770632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4x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09665619072acc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8780" y="2194560"/>
            <a:ext cx="1203960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fa028d663fe2f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03120"/>
            <a:ext cx="1197864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82736" y="3378708"/>
            <a:ext cx="1710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c's:  </a:t>
            </a:r>
          </a:p>
        </p:txBody>
      </p:sp>
      <p:pic>
        <p:nvPicPr>
          <p:cNvPr id="10" name="Picture 9" descr="41cf13457f6ca2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5737" y="3454908"/>
            <a:ext cx="299008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82736" y="3918203"/>
            <a:ext cx="1746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d's:  </a:t>
            </a:r>
          </a:p>
        </p:txBody>
      </p:sp>
      <p:pic>
        <p:nvPicPr>
          <p:cNvPr id="12" name="Picture 11" descr="3cec43e7944d31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455" y="3994404"/>
            <a:ext cx="3386328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01183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c4c6f47ddd42ac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23" y="4663440"/>
            <a:ext cx="43891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a981bea298d1f2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91693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8d2620ce0f386f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82549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7377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b4a56cf80f1421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051" y="3627120"/>
            <a:ext cx="1383792" cy="252984"/>
          </a:xfrm>
          <a:prstGeom prst="rect">
            <a:avLst/>
          </a:prstGeom>
        </p:spPr>
      </p:pic>
      <p:pic>
        <p:nvPicPr>
          <p:cNvPr id="14" name="Picture 13" descr="faf016cfea52a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636" y="4166616"/>
            <a:ext cx="188976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2430" y="162306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0f4a528fb553ff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450" y="1647444"/>
            <a:ext cx="149352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9970" y="1623060"/>
            <a:ext cx="766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</a:t>
            </a:r>
          </a:p>
        </p:txBody>
      </p:sp>
      <p:pic>
        <p:nvPicPr>
          <p:cNvPr id="11" name="Picture 10" descr="e0c3dd1cea0c72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322" y="2392680"/>
            <a:ext cx="7485888" cy="289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210" y="23088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8298" y="2994660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141b9ad3a73872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5111" y="3020568"/>
            <a:ext cx="1807464" cy="405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42575" y="2994660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906" y="162306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a3dcfdf926345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4926" y="1647444"/>
            <a:ext cx="149656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1494" y="1623060"/>
            <a:ext cx="766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</a:t>
            </a:r>
          </a:p>
        </p:txBody>
      </p:sp>
      <p:pic>
        <p:nvPicPr>
          <p:cNvPr id="11" name="Picture 10" descr="1584e3327bf07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4846" y="2392680"/>
            <a:ext cx="7482840" cy="289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7686" y="23088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5250" y="2994660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a051b135e43659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63" y="3017520"/>
            <a:ext cx="181356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45623" y="2994660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pic>
        <p:nvPicPr>
          <p:cNvPr id="16" name="Picture 15" descr="a5dbe839110f56a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333" y="3825240"/>
            <a:ext cx="2798064" cy="313944"/>
          </a:xfrm>
          <a:prstGeom prst="rect">
            <a:avLst/>
          </a:prstGeom>
        </p:spPr>
      </p:pic>
      <p:pic>
        <p:nvPicPr>
          <p:cNvPr id="17" name="Picture 16" descr="cb303afaf851bbd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333" y="4366259"/>
            <a:ext cx="438607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57405" y="4293107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9" name="Picture 18" descr="e58666b48c9703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4266" y="4369308"/>
            <a:ext cx="1761744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864608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are correct; 14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2,744, nine a's make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9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and b · b · b = 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2eaabd0e0343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81381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3" name="Picture 12" descr="759d173ab3ce1a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620" y="2154936"/>
            <a:ext cx="670560" cy="3261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6" name="Picture 15" descr="b2f7ca41cd8de6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0620" y="2740151"/>
            <a:ext cx="856488" cy="3444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9" name="Picture 18" descr="b4d4ab21b5b301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620" y="3343655"/>
            <a:ext cx="1615440" cy="3261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9883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88307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22" name="Picture 21" descr="8715ef2ef01682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0620" y="3895344"/>
            <a:ext cx="685800" cy="6431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9849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98491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43272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98491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739f2fcdf71af3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53356"/>
            <a:ext cx="1588008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powers: variable bases — TR9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a power: variable bases — 2CU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