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a large number in scientific notation, read one back into standard form, and find how many times larger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9" name="Picture 8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530096"/>
            <a:ext cx="585216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1" name="Picture 10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113788"/>
            <a:ext cx="77419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27812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9" name="Picture 8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530096"/>
            <a:ext cx="585216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42209" y="1440180"/>
            <a:ext cx="769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113788"/>
            <a:ext cx="774192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25131" y="2052828"/>
            <a:ext cx="2426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1,000,000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04379" y="266547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3604" y="3278124"/>
            <a:ext cx="1511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millions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Powers of ten name the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054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a362daa5aca8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840" y="2055876"/>
            <a:ext cx="11247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3552" y="1970532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24588923a2e411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247" y="2040636"/>
            <a:ext cx="1551432" cy="316992"/>
          </a:xfrm>
          <a:prstGeom prst="rect">
            <a:avLst/>
          </a:prstGeom>
        </p:spPr>
      </p:pic>
      <p:pic>
        <p:nvPicPr>
          <p:cNvPr id="13" name="Picture 12" descr="8e6cc14ac5e461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8388" y="2683764"/>
            <a:ext cx="3136392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04780" y="265633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067fcc93f2b9d5f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771" y="2689860"/>
            <a:ext cx="3642360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decimal point moves: 26,000,000. → 2.6, seven places,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7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8462689543fb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320" y="2001012"/>
            <a:ext cx="210312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0440" y="21777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23b76398c3e7ac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431" y="1993392"/>
            <a:ext cx="3477768" cy="826008"/>
          </a:xfrm>
          <a:prstGeom prst="rect">
            <a:avLst/>
          </a:prstGeom>
        </p:spPr>
      </p:pic>
      <p:pic>
        <p:nvPicPr>
          <p:cNvPr id="13" name="Picture 12" descr="a006e1f5dbf830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316" y="3093720"/>
            <a:ext cx="4056888" cy="8260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580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8957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On a screen, 8.4E6 means 8.4 ×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 2018, funding for education in Florida totaled 30,100,000,000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c33cd55185211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03064" cy="399288"/>
          </a:xfrm>
          <a:prstGeom prst="rect">
            <a:avLst/>
          </a:prstGeom>
        </p:spPr>
      </p:pic>
      <p:pic>
        <p:nvPicPr>
          <p:cNvPr id="9" name="Picture 8" descr="826a198efbf96e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3848"/>
            <a:ext cx="654405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1.105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8167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4dc6640317f68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072" y="2133599"/>
            <a:ext cx="1405128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4200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a7f651d263392d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252" y="2136648"/>
            <a:ext cx="1414272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14752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ea7fbd33ef479e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91896"/>
          </a:xfrm>
          <a:prstGeom prst="rect">
            <a:avLst/>
          </a:prstGeom>
        </p:spPr>
      </p:pic>
      <p:pic>
        <p:nvPicPr>
          <p:cNvPr id="9" name="Picture 8" descr="ecf3b7ddda2003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2386584" cy="807720"/>
          </a:xfrm>
          <a:prstGeom prst="rect">
            <a:avLst/>
          </a:prstGeom>
        </p:spPr>
      </p:pic>
      <p:pic>
        <p:nvPicPr>
          <p:cNvPr id="10" name="Picture 9" descr="8a1e664f4b4116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8496"/>
            <a:ext cx="2026920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152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4952" y="2185415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9" name="Picture 8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24165" y="2945892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1" name="Picture 10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3512"/>
            <a:ext cx="1734312" cy="441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4952" y="2186940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9" name="Picture 8" descr="9213e17c26819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41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24165" y="2948940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1" name="Picture 10" descr="c0aa154a2b895b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6560"/>
            <a:ext cx="1734312" cy="441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718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0641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9" name="Picture 8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522" y="2225040"/>
            <a:ext cx="1429512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4034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2165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9" name="Picture 8" descr="52d884c0ec37c9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046" y="2132076"/>
            <a:ext cx="1426464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2510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49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9" name="Picture 8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223516"/>
            <a:ext cx="1411224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6622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1" name="Picture 10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9308" y="2223516"/>
            <a:ext cx="1389888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291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496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9" name="Picture 8" descr="78380355eb5e9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132076"/>
            <a:ext cx="1414272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9670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1" name="Picture 10" descr="7abd88142838d7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2356" y="2132076"/>
            <a:ext cx="138684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291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5.2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9919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824" y="2225040"/>
            <a:ext cx="1109472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0296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348" y="2223516"/>
            <a:ext cx="1106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45772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8395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f5c1556a2a4007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300" y="2133599"/>
            <a:ext cx="1109472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e6a3bddbc4c7d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109472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472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9023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928" y="2223516"/>
            <a:ext cx="1411224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1152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225040"/>
            <a:ext cx="1426464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156668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207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f4de1fd42bbb2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976" y="2132076"/>
            <a:ext cx="1408176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115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f8ac844b49182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132076"/>
            <a:ext cx="1423416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15362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3,500,000,000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4026" y="217170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9" name="Picture 8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417" y="2223516"/>
            <a:ext cx="1310640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97057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2502" y="208026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9" name="Picture 8" descr="b1be6639231b1d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893" y="2132076"/>
            <a:ext cx="1313688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9858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Equal, yes. Scientific notation, no: 20 is not less than 10.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739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 8,200,000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84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2" name="Picture 11" descr="484364d373954d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365" y="2176271"/>
            <a:ext cx="1149096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50461" y="2089403"/>
            <a:ext cx="28852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60837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 915,000,000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825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8" name="Picture 17" descr="aa6198a3eb54a7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467" y="3366515"/>
            <a:ext cx="1155192" cy="2804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97659" y="3278123"/>
            <a:ext cx="84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20" name="Picture 19" descr="36d95168835a27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7417" y="3364991"/>
            <a:ext cx="1155192" cy="283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62609" y="3278123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4056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24" name="Picture 23" descr="7587dd48b320b23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3925" y="3960875"/>
            <a:ext cx="899160" cy="2804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73085" y="3872483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26" name="Picture 25" descr="745c0d39ba6280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0041" y="3957828"/>
            <a:ext cx="902208" cy="2865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362249" y="3872483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8989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computer displays a number as  2.6E7.  Write it in standard form.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large numbers — 2AL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large numbers — WEZ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— LJQ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