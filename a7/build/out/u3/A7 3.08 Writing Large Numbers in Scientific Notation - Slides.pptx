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26,000,000. </a:t>
            </a:r>
            <a:r>
              <a:rPr sz="2180" b="0" i="0">
                <a:solidFill>
                  <a:srgbClr val="1A1A1A"/>
                </a:solidFill>
                <a:latin typeface="Arial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2.6,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6158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21c12e381007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7" y="2231136"/>
            <a:ext cx="1432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985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aaf2b9082714b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9" y="2232660"/>
            <a:ext cx="138988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9187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311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6927284ac777f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49" y="2138171"/>
            <a:ext cx="14325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0e66f4ec969ea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39598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223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220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24eebcb36c872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340" y="2961132"/>
            <a:ext cx="152095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11220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b4e1be01d60942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491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41bbac836a9b25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084" y="3942588"/>
            <a:ext cx="1685544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476" y="217170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1e6b101793739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25" y="2232660"/>
            <a:ext cx="13228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8057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2952" y="208026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24bd3819b8f5c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701" y="2141219"/>
            <a:ext cx="13258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9581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pic>
        <p:nvPicPr>
          <p:cNvPr id="12" name="Picture 11" descr="304621095a2a00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864" y="3433572"/>
            <a:ext cx="2697480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40344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000" y="3863339"/>
            <a:ext cx="9522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20 is not.</a:t>
            </a:r>
          </a:p>
        </p:txBody>
      </p:sp>
      <p:pic>
        <p:nvPicPr>
          <p:cNvPr id="15" name="Picture 14" descr="5e939c5ec66d9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64" y="4436364"/>
            <a:ext cx="251460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20 is not less than 10.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67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