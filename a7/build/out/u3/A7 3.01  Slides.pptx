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5453" y="176022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590194" y="237286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9446" y="237286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340088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6979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621024"/>
            <a:ext cx="637032" cy="554736"/>
          </a:xfrm>
          <a:prstGeom prst="rect">
            <a:avLst/>
          </a:prstGeom>
        </p:spPr>
      </p:pic>
      <p:pic>
        <p:nvPicPr>
          <p:cNvPr id="21" name="Picture 20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62102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6b135f4ce2bc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3976" y="4704588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84944" y="4648200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2d5d7a819fe411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367" y="4535424"/>
            <a:ext cx="2551176" cy="6827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41c22134e9781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583" y="2340864"/>
            <a:ext cx="4340352" cy="414528"/>
          </a:xfrm>
          <a:prstGeom prst="rect">
            <a:avLst/>
          </a:prstGeom>
        </p:spPr>
      </p:pic>
      <p:pic>
        <p:nvPicPr>
          <p:cNvPr id="12" name="Picture 11" descr="662e16c748d77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5829" y="3029711"/>
            <a:ext cx="3590544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266373" y="3006852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8371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fcadf241f78a28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814572"/>
            <a:ext cx="2313432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5883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0cd0ba214ccb8e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57699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33d645aeaa1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69332e223f5c0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5ee46b5f1c8eb3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b95845733ef6f1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43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76929772ce31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4128515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0a7a0f6911d992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6051f4233fc212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12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216" y="1865376"/>
            <a:ext cx="6227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9f1f021abe10f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4be523c728a53a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0746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3464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a1c068e6363fa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4b91bfa4365cc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5c4898213c4ab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0312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17170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23113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17170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85750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918460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85750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5753" y="2080260"/>
            <a:ext cx="582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tile pattern grows by a factor of  </a:t>
            </a:r>
          </a:p>
        </p:txBody>
      </p:sp>
      <p:pic>
        <p:nvPicPr>
          <p:cNvPr id="10" name="Picture 9" descr="c0129e6e5f8235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4978" y="2139696"/>
            <a:ext cx="33528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70258" y="2080260"/>
            <a:ext cx="19826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one week,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10520" y="2766060"/>
            <a:ext cx="14854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by  </a:t>
            </a:r>
          </a:p>
        </p:txBody>
      </p:sp>
      <p:pic>
        <p:nvPicPr>
          <p:cNvPr id="13" name="Picture 12" descr="1f70e4cbe52b37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8776" y="2827019"/>
            <a:ext cx="3352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794056" y="2766060"/>
            <a:ext cx="6394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the next week. It started with 9 tiles.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Write the two-week growth factor as one power, then find its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84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63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0312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03120"/>
            <a:ext cx="233476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08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97912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89558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