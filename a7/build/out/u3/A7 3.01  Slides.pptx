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Product Laws of Exponents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MA.7.NSO.1.1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use the product of powers, power of a product, power of a power and identity laws to rewrite and evaluate a numerical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Last unit you took roots apart.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you put powers together — and the base has to match.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131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0490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372868"/>
            <a:ext cx="6024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2" name="Picture 11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2240" y="2397252"/>
            <a:ext cx="688848" cy="40843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451088" y="2372868"/>
            <a:ext cx="3289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2985516"/>
            <a:ext cx="19354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5" name="Picture 14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840" y="3098292"/>
            <a:ext cx="1402080" cy="2316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874519" y="3602736"/>
            <a:ext cx="2373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17" name="Picture 16" descr="dbe118de2b0ec1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0990" y="3621024"/>
            <a:ext cx="542544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9131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</a:t>
            </a:r>
          </a:p>
        </p:txBody>
      </p:sp>
      <p:pic>
        <p:nvPicPr>
          <p:cNvPr id="10" name="Picture 9" descr="0ae0cbe9590d6d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0490" y="1784604"/>
            <a:ext cx="688848" cy="4084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887977" y="1760220"/>
            <a:ext cx="3289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19" y="2372868"/>
            <a:ext cx="6024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Between which two whole numbers is </a:t>
            </a:r>
          </a:p>
        </p:txBody>
      </p:sp>
      <p:pic>
        <p:nvPicPr>
          <p:cNvPr id="13" name="Picture 12" descr="bab7398c9b21b51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2240" y="2397252"/>
            <a:ext cx="68884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451088" y="2372868"/>
            <a:ext cx="3289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91497" y="2372868"/>
            <a:ext cx="12052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 and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985516"/>
            <a:ext cx="19354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Solve  </a:t>
            </a:r>
          </a:p>
        </p:txBody>
      </p:sp>
      <p:pic>
        <p:nvPicPr>
          <p:cNvPr id="17" name="Picture 16" descr="d836f789d798887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2840" y="3098292"/>
            <a:ext cx="1402080" cy="2316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23559" y="2985516"/>
            <a:ext cx="9131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x = 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3602736"/>
            <a:ext cx="23736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Evaluate  </a:t>
            </a:r>
          </a:p>
        </p:txBody>
      </p:sp>
      <p:pic>
        <p:nvPicPr>
          <p:cNvPr id="20" name="Picture 19" descr="dbe118de2b0ec1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0990" y="3621024"/>
            <a:ext cx="542544" cy="420624"/>
          </a:xfrm>
          <a:prstGeom prst="rect">
            <a:avLst/>
          </a:prstGeom>
        </p:spPr>
      </p:pic>
      <p:pic>
        <p:nvPicPr>
          <p:cNvPr id="21" name="Picture 20" descr="ee89cf951fa0a955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202173" y="3621024"/>
            <a:ext cx="118872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three words.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is a shorthand for repeated multiplication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50392" y="232257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40487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0487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base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number used as a factor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0392" y="305409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87552" y="3136391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B.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81912" y="3136391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exponent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how many times the base is a factor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3785616"/>
            <a:ext cx="10405872" cy="585216"/>
          </a:xfrm>
          <a:prstGeom prst="rect">
            <a:avLst/>
          </a:prstGeom>
          <a:solidFill>
            <a:srgbClr val="F2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3867912"/>
            <a:ext cx="548640" cy="38404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867912"/>
            <a:ext cx="9537192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0B5394"/>
                </a:solidFill>
                <a:latin typeface="Century Schoolbook"/>
              </a:rPr>
              <a:t>power</a:t>
            </a:r>
            <a:r>
              <a:rPr sz="2300" b="0" i="0">
                <a:solidFill>
                  <a:srgbClr val="1A1A1A"/>
                </a:solidFill>
                <a:latin typeface="Century Schoolbook"/>
              </a:rPr>
              <a:t>   —   the whole thing, base and exponent together</a:t>
            </a:r>
          </a:p>
        </p:txBody>
      </p:sp>
      <p:pic>
        <p:nvPicPr>
          <p:cNvPr id="20" name="Picture 19" descr="6b135f4ce2bc7d6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7304" y="4623816"/>
            <a:ext cx="2410968" cy="34442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78272" y="4567428"/>
            <a:ext cx="15036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</a:t>
            </a:r>
          </a:p>
        </p:txBody>
      </p:sp>
      <p:pic>
        <p:nvPicPr>
          <p:cNvPr id="22" name="Picture 21" descr="58959464df7d592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4792" y="4535424"/>
            <a:ext cx="2249424" cy="52120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Where the rule comes from.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Product of powers — same base, add the exponents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 descr="41c22134e9781a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0583" y="2340864"/>
            <a:ext cx="4340352" cy="414528"/>
          </a:xfrm>
          <a:prstGeom prst="rect">
            <a:avLst/>
          </a:prstGeom>
        </p:spPr>
      </p:pic>
      <p:pic>
        <p:nvPicPr>
          <p:cNvPr id="12" name="Picture 11" descr="662e16c748d778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8478" y="3029711"/>
            <a:ext cx="3590544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129022" y="3006852"/>
            <a:ext cx="5631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— different bases, no shortcut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3738371"/>
            <a:ext cx="3103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Product of powers:  </a:t>
            </a:r>
          </a:p>
        </p:txBody>
      </p:sp>
      <p:pic>
        <p:nvPicPr>
          <p:cNvPr id="15" name="Picture 14" descr="fcadf241f78a28e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54272" y="3814572"/>
            <a:ext cx="2313432" cy="304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987552" y="4405883"/>
            <a:ext cx="31038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Check with values:  </a:t>
            </a:r>
          </a:p>
        </p:txBody>
      </p:sp>
      <p:pic>
        <p:nvPicPr>
          <p:cNvPr id="17" name="Picture 16" descr="0cd0ba214ccb8e6b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54272" y="4457699"/>
            <a:ext cx="3931920" cy="35356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Power of a product — the exponent goes to every factor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e33d645aeaa11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460" y="2340864"/>
            <a:ext cx="8610600" cy="4114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049524"/>
            <a:ext cx="324992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product:  </a:t>
            </a:r>
          </a:p>
        </p:txBody>
      </p:sp>
      <p:pic>
        <p:nvPicPr>
          <p:cNvPr id="12" name="Picture 11" descr="69332e223f5c09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0322" y="3102864"/>
            <a:ext cx="2420112" cy="3505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87552" y="375818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Works for a product only, never for a sum:</a:t>
            </a:r>
          </a:p>
        </p:txBody>
      </p:sp>
      <p:pic>
        <p:nvPicPr>
          <p:cNvPr id="14" name="Picture 13" descr="5ee46b5f1c8eb3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4471416"/>
            <a:ext cx="3736848" cy="411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724400" y="4448555"/>
            <a:ext cx="14973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 but   </a:t>
            </a:r>
          </a:p>
        </p:txBody>
      </p:sp>
      <p:pic>
        <p:nvPicPr>
          <p:cNvPr id="16" name="Picture 15" descr="b95845733ef6f18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4570" y="4471416"/>
            <a:ext cx="2840736" cy="4114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IV.  Power of a power, and the exponent 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1325879" y="2340864"/>
          <a:ext cx="9509760" cy="15361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926080"/>
                <a:gridCol w="42062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Power of a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Repeated multiplication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Single power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 · 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16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 · 3 · 3 · 3 · 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987552" y="4128515"/>
            <a:ext cx="2957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Power of a power:  </a:t>
            </a:r>
          </a:p>
        </p:txBody>
      </p:sp>
      <p:pic>
        <p:nvPicPr>
          <p:cNvPr id="12" name="Picture 11" descr="376929772ce314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222" y="4183380"/>
            <a:ext cx="1837943" cy="34747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646166" y="4128515"/>
            <a:ext cx="295783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        Identity:  </a:t>
            </a:r>
          </a:p>
        </p:txBody>
      </p:sp>
      <p:pic>
        <p:nvPicPr>
          <p:cNvPr id="14" name="Picture 13" descr="0a7a0f6911d9928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6836" y="4186428"/>
            <a:ext cx="972311" cy="34137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ways to the same value.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662f7ef757f30ae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0512" y="2136648"/>
            <a:ext cx="920495" cy="3444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 both ways.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6051f4233fc2124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871216" cy="34747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157216" y="1865376"/>
            <a:ext cx="62270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powers: same base, add</a:t>
            </a:r>
          </a:p>
        </p:txBody>
      </p:sp>
      <p:pic>
        <p:nvPicPr>
          <p:cNvPr id="11" name="Picture 10" descr="9f1f021abe10f4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2032"/>
            <a:ext cx="1331976" cy="34747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617976" y="2487168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evaluate the single power</a:t>
            </a:r>
          </a:p>
        </p:txBody>
      </p:sp>
      <p:pic>
        <p:nvPicPr>
          <p:cNvPr id="13" name="Picture 12" descr="4be523c728a53ad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163823"/>
            <a:ext cx="1807464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093464" y="3078479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evaluate each, then multiply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243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0dfb72a0f6508b3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add: 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128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 negative base and a power of a power.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111bd13923d7f5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872" y="2103120"/>
            <a:ext cx="1255776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Which law? Then find the value.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9a1c068e6363fa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4187952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3952" y="1898904"/>
            <a:ext cx="491032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power of a power: multiply</a:t>
            </a:r>
          </a:p>
        </p:txBody>
      </p:sp>
      <p:pic>
        <p:nvPicPr>
          <p:cNvPr id="11" name="Picture 10" descr="4b91bfa4365cce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609087"/>
            <a:ext cx="1694688" cy="414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80688" y="258775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six negative factors — positive</a:t>
            </a:r>
          </a:p>
        </p:txBody>
      </p:sp>
      <p:pic>
        <p:nvPicPr>
          <p:cNvPr id="13" name="Picture 12" descr="5c4898213c4ab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97935"/>
            <a:ext cx="1694688" cy="4084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80688" y="3273551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check: (−2)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100" b="0" i="1">
                <a:solidFill>
                  <a:srgbClr val="6B6B6B"/>
                </a:solidFill>
                <a:latin typeface="Century Schoolbook"/>
              </a:rPr>
              <a:t> = −8, then square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bb2905f7bc69499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3520" y="2194560"/>
            <a:ext cx="1554480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multiply the exponents: 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(−3)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729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9456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7a6e349cb42101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03163" y="2103120"/>
            <a:ext cx="1155192" cy="43281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1025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same base, so add the exponents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fb5a5ab64e7e782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6ed2e9f8ae692b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94560"/>
            <a:ext cx="1173480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6ed2e9f8ae692b4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4020" y="2103120"/>
            <a:ext cx="1173480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0416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9456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0682cf5d6aba1b5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3728" y="2103120"/>
            <a:ext cx="1274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8950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5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 · 125, or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1000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as one power.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d3482028085e50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four copies of 3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so eight 3s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20995" y="4604003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46595cae23e895d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1235" y="4663440"/>
            <a:ext cx="399288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9456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8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ba9bd10890881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0971" y="2103120"/>
            <a:ext cx="1179576" cy="4267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5844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247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4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247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105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16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1055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8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1639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4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9456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9413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6076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9343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9927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806ea7b0be26cfa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3748" y="2103120"/>
            <a:ext cx="954023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4987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2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161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0199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2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07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2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9456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80e874aaffdac41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9556" y="2103120"/>
            <a:ext cx="2502408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9559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three negative factors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−27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5874b5ef202c3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680" y="2194560"/>
            <a:ext cx="204216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pic>
        <p:nvPicPr>
          <p:cNvPr id="9" name="Picture 8" descr="5874b5ef202c327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59680" y="2103120"/>
            <a:ext cx="2042160" cy="643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02056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(½)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40808" y="4713731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b7afcb67ef17a4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1048" y="4663440"/>
            <a:ext cx="359664" cy="649224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945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1826" y="2746579"/>
            <a:ext cx="2329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3845" y="276943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02373" y="2746579"/>
            <a:ext cx="28244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law needs, and show the value.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Aiyanna says she can use the power of a product law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71826" y="2655139"/>
            <a:ext cx="23291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to evaluate  </a:t>
            </a:r>
          </a:p>
        </p:txBody>
      </p:sp>
      <p:pic>
        <p:nvPicPr>
          <p:cNvPr id="11" name="Picture 10" descr="c4163b4848547f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3845" y="2677999"/>
            <a:ext cx="1938528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802373" y="2655139"/>
            <a:ext cx="2824479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  Is she right?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095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parentheses hold a SUM, not a product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(10 + (−2))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8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512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1 — Product Laws of Exponents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Stop at a SmartScore of 67 on each skill. Whatever you do not finish is tonight's practice.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Evaluate powers — SZQ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837176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Multiplication with exponents — 5SK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25880" y="5166360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Power rule — 8DA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5495544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Optional: Understanding exponents — BFA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