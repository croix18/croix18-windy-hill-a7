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5f36d568d134a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928" y="470763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1896" y="4651248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94daac294903ad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319" y="4535424"/>
            <a:ext cx="2557272" cy="6888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ac50a12202cf5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59" y="2340864"/>
            <a:ext cx="4343400" cy="411480"/>
          </a:xfrm>
          <a:prstGeom prst="rect">
            <a:avLst/>
          </a:prstGeom>
        </p:spPr>
      </p:pic>
      <p:pic>
        <p:nvPicPr>
          <p:cNvPr id="12" name="Picture 11" descr="70277ad35df7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305" y="3026664"/>
            <a:ext cx="3593592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7897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24a77d98975998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0384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442d6b470fc718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97ff79ed1aedf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945c6ee99392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084422fcc8d0c2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36d129603f5ad6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43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1dab80afbf1775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72d0a52c53d6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e30ee0ae8764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42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264" y="1865376"/>
            <a:ext cx="62240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bf8e4f9dbe4a99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87121b7311d54a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356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9560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f0808adb2601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086f65450dee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0598f1911893c2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595f21e3460e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1529ecb1a26ec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83e838f1c2bb6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17170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17170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85750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85750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08026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8a62f6a035ac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13969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08026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8996" y="276606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ef7f1368723bd8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252" y="2827019"/>
            <a:ext cx="338328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5580" y="276606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041188335e6f7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04038ca86675c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594624abcde5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9b459f0d29bb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629cbc54327d7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01490de0bb548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03120"/>
            <a:ext cx="2334768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a1cd0a7df962e7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