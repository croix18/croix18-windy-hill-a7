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Product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product of powers, power of a product, power of a power and identity laws to rewrite and evaluate a numerical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Last unit you took roots apart.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you put powers together — and the base has to match.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784604"/>
            <a:ext cx="68884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6163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2" name="Picture 11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346" y="2397252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90194" y="2372868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98292"/>
            <a:ext cx="1402080" cy="2316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669792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7" name="Picture 16" descr="ec4478436d606e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621024"/>
            <a:ext cx="637032" cy="5547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784604"/>
            <a:ext cx="68884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95453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6163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3" name="Picture 12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346" y="2397252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90194" y="2372868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49446" y="2372868"/>
            <a:ext cx="13513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 and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98292"/>
            <a:ext cx="1402080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340088" y="2985516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69792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20" name="Picture 19" descr="ec4478436d606e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621024"/>
            <a:ext cx="637032" cy="554736"/>
          </a:xfrm>
          <a:prstGeom prst="rect">
            <a:avLst/>
          </a:prstGeom>
        </p:spPr>
      </p:pic>
      <p:pic>
        <p:nvPicPr>
          <p:cNvPr id="21" name="Picture 20" descr="3a92952d92bb77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13467" y="3621024"/>
            <a:ext cx="170688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three words.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A power is a shorthand for repeated multiplication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50392" y="232257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40487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04872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base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number used as a factor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" y="305409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136391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136391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exponent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how many times the base is a factor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378561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86791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867912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power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whole thing, base and exponent together</a:t>
            </a:r>
          </a:p>
        </p:txBody>
      </p:sp>
      <p:pic>
        <p:nvPicPr>
          <p:cNvPr id="20" name="Picture 19" descr="0ab145e8ca7379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500" y="4709160"/>
            <a:ext cx="2410968" cy="3444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586468" y="4652772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22" name="Picture 21" descr="3b6b0e0ba8659f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891" y="4535424"/>
            <a:ext cx="2548128" cy="6918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Where the rule comes from.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Product of powers — same base, add the exponents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979221dae3c66b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536" y="2340864"/>
            <a:ext cx="4346448" cy="411480"/>
          </a:xfrm>
          <a:prstGeom prst="rect">
            <a:avLst/>
          </a:prstGeom>
        </p:spPr>
      </p:pic>
      <p:pic>
        <p:nvPicPr>
          <p:cNvPr id="12" name="Picture 11" descr="3ebe349f0ffa36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2781" y="3028188"/>
            <a:ext cx="3596640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69421" y="3003804"/>
            <a:ext cx="5356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— different bases, no shortcut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735324"/>
            <a:ext cx="34192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Product of powers:  </a:t>
            </a:r>
          </a:p>
        </p:txBody>
      </p:sp>
      <p:pic>
        <p:nvPicPr>
          <p:cNvPr id="15" name="Picture 14" descr="90652a6387118d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9655" y="3810000"/>
            <a:ext cx="2313432" cy="3078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402836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7" name="Picture 16" descr="381f7ba218ba42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8837" y="4454652"/>
            <a:ext cx="3934968" cy="3535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Power of a product — the exponent goes to every factor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a972b1c36f6d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1" y="2342388"/>
            <a:ext cx="8616696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49524"/>
            <a:ext cx="3530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product:  </a:t>
            </a:r>
          </a:p>
        </p:txBody>
      </p:sp>
      <p:pic>
        <p:nvPicPr>
          <p:cNvPr id="12" name="Picture 11" descr="7d1b404025905c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0559" y="3104388"/>
            <a:ext cx="2420112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7581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Works for a product only, never for a sum:</a:t>
            </a:r>
          </a:p>
        </p:txBody>
      </p:sp>
      <p:pic>
        <p:nvPicPr>
          <p:cNvPr id="14" name="Picture 13" descr="6a79f5fbe0b8b3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472940"/>
            <a:ext cx="3739896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27448" y="4448555"/>
            <a:ext cx="12086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but   </a:t>
            </a:r>
          </a:p>
        </p:txBody>
      </p:sp>
      <p:pic>
        <p:nvPicPr>
          <p:cNvPr id="16" name="Picture 15" descr="25abd5cd359cd5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8891" y="4472940"/>
            <a:ext cx="284073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Power of a power, and the exponent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325879" y="2340864"/>
          <a:ext cx="950976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2062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Repeated multiplication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Single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 · 3 · 3 · 3 ·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128515"/>
            <a:ext cx="3248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 </a:t>
            </a:r>
          </a:p>
        </p:txBody>
      </p:sp>
      <p:pic>
        <p:nvPicPr>
          <p:cNvPr id="12" name="Picture 11" descr="3ba570017fc9cc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435" y="4183380"/>
            <a:ext cx="1837943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36379" y="4128515"/>
            <a:ext cx="2486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     Identity:  </a:t>
            </a:r>
          </a:p>
        </p:txBody>
      </p:sp>
      <p:pic>
        <p:nvPicPr>
          <p:cNvPr id="14" name="Picture 13" descr="61e89ca5117b4f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5661" y="4186428"/>
            <a:ext cx="975360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ways to the same value.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662f7ef757f30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0512" y="2136648"/>
            <a:ext cx="920495" cy="3444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1638dccdf2248b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7731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3312" y="1865376"/>
            <a:ext cx="62209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product of powers: same base, add</a:t>
            </a:r>
          </a:p>
        </p:txBody>
      </p:sp>
      <p:pic>
        <p:nvPicPr>
          <p:cNvPr id="11" name="Picture 10" descr="4bce5fcbc09ba5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1335024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21024" y="24871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 the single power</a:t>
            </a:r>
          </a:p>
        </p:txBody>
      </p:sp>
      <p:pic>
        <p:nvPicPr>
          <p:cNvPr id="13" name="Picture 12" descr="939d17ddf54fca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3823"/>
            <a:ext cx="1810512" cy="286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96512" y="3078479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evaluate each, then multiply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0dfb72a0f6508b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f61491015b87f3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352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add: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negative base and a power of a power.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111bd13923d7f5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872" y="2103120"/>
            <a:ext cx="1255776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996ff584766950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187952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3952" y="1897380"/>
            <a:ext cx="49103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power: multiply</a:t>
            </a:r>
          </a:p>
        </p:txBody>
      </p:sp>
      <p:pic>
        <p:nvPicPr>
          <p:cNvPr id="11" name="Picture 10" descr="816ea1a633337a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1697736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83736" y="258318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six negative factors — positive</a:t>
            </a:r>
          </a:p>
        </p:txBody>
      </p:sp>
      <p:pic>
        <p:nvPicPr>
          <p:cNvPr id="13" name="Picture 12" descr="ed67bc8f2938c1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91840"/>
            <a:ext cx="1697736" cy="4053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83736" y="326593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(−2)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= −8, then square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bb2905f7bc6949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94560"/>
            <a:ext cx="1554480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44c6670a1f9083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multiply the exponents: 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(−3)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729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7a6e349cb4210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163" y="2194560"/>
            <a:ext cx="1155192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c64ca1a4dc51bf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72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so add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b5a5ab64e7e78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5753" y="2171700"/>
            <a:ext cx="5826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tile pattern grows by a factor of  </a:t>
            </a:r>
          </a:p>
        </p:txBody>
      </p:sp>
      <p:pic>
        <p:nvPicPr>
          <p:cNvPr id="10" name="Picture 9" descr="c0129e6e5f8235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4978" y="2231136"/>
            <a:ext cx="33528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70258" y="2171700"/>
            <a:ext cx="198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one week,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10520" y="2857500"/>
            <a:ext cx="14854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by  </a:t>
            </a:r>
          </a:p>
        </p:txBody>
      </p:sp>
      <p:pic>
        <p:nvPicPr>
          <p:cNvPr id="13" name="Picture 12" descr="1f70e4cbe52b37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8776" y="2918460"/>
            <a:ext cx="335280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794056" y="2857500"/>
            <a:ext cx="63941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the next week. It started with 9 tiles.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Write the two-week growth factor as one power, then find its value.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5753" y="2080260"/>
            <a:ext cx="5826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tile pattern grows by a factor of  </a:t>
            </a:r>
          </a:p>
        </p:txBody>
      </p:sp>
      <p:pic>
        <p:nvPicPr>
          <p:cNvPr id="10" name="Picture 9" descr="1c425a5d0040b1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4978" y="2138171"/>
            <a:ext cx="335280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70258" y="2080260"/>
            <a:ext cx="198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one week,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10520" y="2766060"/>
            <a:ext cx="14854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by  </a:t>
            </a:r>
          </a:p>
        </p:txBody>
      </p:sp>
      <p:pic>
        <p:nvPicPr>
          <p:cNvPr id="13" name="Picture 12" descr="029fa134c9dbd6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8776" y="2827019"/>
            <a:ext cx="335280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794056" y="2766060"/>
            <a:ext cx="63941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the next week. It started with 9 tiles.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Write the two-week growth factor as one power, then find its value.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416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731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0682cf5d6aba1b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b6b82c3fc17cdb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79" y="2103120"/>
            <a:ext cx="1280160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25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 · 125, or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d3482028085e50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35097bf00c9366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0312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four copies of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eight 3s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6595cae23e895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fba9bd10890881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8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fc3793d359b5c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9448" y="2103120"/>
            <a:ext cx="118262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5539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1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1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07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07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335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806ea7b0be26cf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0fac146190426f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2223" y="2103120"/>
            <a:ext cx="95707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80e874aaffdac4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56" y="2194560"/>
            <a:ext cx="250240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5b98b742702029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1" y="2103120"/>
            <a:ext cx="2505456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three negative factors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f58654af4b9460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3376" y="2194560"/>
            <a:ext cx="2334768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9" name="Picture 8" descr="a9bbd2622d9f1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900" y="2103120"/>
            <a:ext cx="2331720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2783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(½)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81736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08b8d08dca6c51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5648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7912" y="2746579"/>
            <a:ext cx="2190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1" name="Picture 10" descr="c4163b4848547f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1030" y="2769439"/>
            <a:ext cx="1938528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89558" y="2746579"/>
            <a:ext cx="2511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the law needs, and show the value.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6388" y="2655139"/>
            <a:ext cx="2190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1" name="Picture 10" descr="45831de1d391fe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9506" y="2679523"/>
            <a:ext cx="1941576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91082" y="2655139"/>
            <a:ext cx="2511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parentheses hold a SUM, not a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(10 + (−2))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512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— SZQ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Multiplication with exponents — 5SK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 rule — 8DA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5495544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Understanding exponents — BFA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