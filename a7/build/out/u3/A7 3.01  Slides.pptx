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took roots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powers together — and the base has to match.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95453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3" name="Picture 12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446" y="237286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0088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  <p:pic>
        <p:nvPicPr>
          <p:cNvPr id="21" name="Picture 20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62102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three words.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0392" y="232257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0487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05409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3639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136391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378561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6791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86791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20" name="Picture 19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709160"/>
            <a:ext cx="2410968" cy="3444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6468" y="4652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2" name="Picture 21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535424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2340864"/>
            <a:ext cx="4346448" cy="411480"/>
          </a:xfrm>
          <a:prstGeom prst="rect">
            <a:avLst/>
          </a:prstGeom>
        </p:spPr>
      </p:pic>
      <p:pic>
        <p:nvPicPr>
          <p:cNvPr id="12" name="Picture 11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3028188"/>
            <a:ext cx="359664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9421" y="3003804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735324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5" name="Picture 14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810000"/>
            <a:ext cx="2313432" cy="307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02836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7" name="Picture 16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54652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2342388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49524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3104388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581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72940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448555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472940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2340864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128515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4183380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4128515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4186428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ways to the same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3312" y="1865376"/>
            <a:ext cx="62209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powers: same base, add</a:t>
            </a:r>
          </a:p>
        </p:txBody>
      </p:sp>
      <p:pic>
        <p:nvPicPr>
          <p:cNvPr id="11" name="Picture 10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1024" y="24871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 the single power</a:t>
            </a:r>
          </a:p>
        </p:txBody>
      </p:sp>
      <p:pic>
        <p:nvPicPr>
          <p:cNvPr id="13" name="Picture 12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6512" y="30784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multiply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352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add: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 and a power of a power.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3952" y="1897380"/>
            <a:ext cx="49103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pic>
        <p:nvPicPr>
          <p:cNvPr id="11" name="Picture 10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258318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six negative factors — positive</a:t>
            </a:r>
          </a:p>
        </p:txBody>
      </p:sp>
      <p:pic>
        <p:nvPicPr>
          <p:cNvPr id="13" name="Picture 12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3736" y="32659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(−2)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−8, then 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multiply the exponents: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7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so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271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photo is enlarged  </a:t>
            </a:r>
          </a:p>
        </p:txBody>
      </p:sp>
      <p:pic>
        <p:nvPicPr>
          <p:cNvPr id="10" name="Picture 9" descr="d5ca6e2822ee53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45" y="1941575"/>
            <a:ext cx="26822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37369" y="1851660"/>
            <a:ext cx="2255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times, then  </a:t>
            </a:r>
          </a:p>
        </p:txBody>
      </p:sp>
      <p:pic>
        <p:nvPicPr>
          <p:cNvPr id="12" name="Picture 11" descr="ad43ae3bbc8b22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40" y="1943100"/>
            <a:ext cx="26822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23864" y="1851660"/>
            <a:ext cx="214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850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In all it is  </a:t>
            </a:r>
          </a:p>
        </p:txBody>
      </p:sp>
      <p:pic>
        <p:nvPicPr>
          <p:cNvPr id="15" name="Picture 14" descr="b8828baab3c235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537" y="2555748"/>
            <a:ext cx="758952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06489" y="2464308"/>
            <a:ext cx="58946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 bigger. The photo is 9 cm 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76956"/>
            <a:ext cx="131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8" name="Picture 17" descr="b8828baab3c235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789" y="3168396"/>
            <a:ext cx="758952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72741" y="3076956"/>
            <a:ext cx="5959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  as one power. Then find its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271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photo is enlarged  </a:t>
            </a:r>
          </a:p>
        </p:txBody>
      </p:sp>
      <p:pic>
        <p:nvPicPr>
          <p:cNvPr id="10" name="Picture 9" descr="5257a77d61b89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45" y="194310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3465" y="1851660"/>
            <a:ext cx="2255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times, then  </a:t>
            </a:r>
          </a:p>
        </p:txBody>
      </p:sp>
      <p:pic>
        <p:nvPicPr>
          <p:cNvPr id="12" name="Picture 11" descr="fcc0337caf95aa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736" y="1943100"/>
            <a:ext cx="271272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3008" y="1851660"/>
            <a:ext cx="214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850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In all it is  </a:t>
            </a:r>
          </a:p>
        </p:txBody>
      </p:sp>
      <p:pic>
        <p:nvPicPr>
          <p:cNvPr id="15" name="Picture 14" descr="f05927e7f6eb54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537" y="2555748"/>
            <a:ext cx="76200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09537" y="2464308"/>
            <a:ext cx="58946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times bigger. The photo is 9 cm 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76956"/>
            <a:ext cx="131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8" name="Picture 17" descr="f05927e7f6eb54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789" y="3168396"/>
            <a:ext cx="76200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75789" y="3076956"/>
            <a:ext cx="5959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  as one power. Then find its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0390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 · 125, or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four copies of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eight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three negative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(½)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law needs, and show the value.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parentheses hold a SUM, not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