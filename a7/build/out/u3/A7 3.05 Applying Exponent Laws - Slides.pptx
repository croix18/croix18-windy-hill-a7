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1" name="Picture 10" descr="592658f9055527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3" name="Picture 12" descr="6e3fb6dc69f29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5" name="Picture 14" descr="f5c888b6c84690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18" name="Picture 17" descr="1a683e70796a00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pic>
        <p:nvPicPr>
          <p:cNvPr id="10" name="Picture 9" descr="9353f77b4d8885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048" y="1463040"/>
            <a:ext cx="185928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2" name="Picture 11" descr="592658f9055527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pic>
        <p:nvPicPr>
          <p:cNvPr id="13" name="Picture 12" descr="54c7ca2f4972dc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363" y="2144268"/>
            <a:ext cx="268224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5" name="Picture 14" descr="6e3fb6dc69f29d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7" name="Picture 16" descr="f5c888b6c84690f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9" name="Picture 18" descr="3cd5a7bd49e1112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976" y="2938272"/>
            <a:ext cx="289560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64536" y="2845308"/>
            <a:ext cx="158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22" name="Picture 21" descr="1a683e70796a00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  <p:pic>
        <p:nvPicPr>
          <p:cNvPr id="23" name="Picture 22" descr="bf8821cf3198a95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188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8dc06abe520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437" y="1993392"/>
            <a:ext cx="2185416" cy="7040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8853" y="2116836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2" name="Picture 11" descr="e8ca827cacc61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91" y="2165604"/>
            <a:ext cx="1228344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53235" y="2116836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4" name="Picture 13" descr="9169d867eb22c6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524" y="2971800"/>
            <a:ext cx="2983992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4516" y="30815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6" name="Picture 15" descr="f0e84f7b8a0e30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59" y="2973324"/>
            <a:ext cx="2612136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86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06695"/>
            <a:ext cx="5468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whole number is a fraction over 1:  </a:t>
            </a:r>
          </a:p>
        </p:txBody>
      </p:sp>
      <p:pic>
        <p:nvPicPr>
          <p:cNvPr id="19" name="Picture 18" descr="b03f09abb77756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840" y="4700016"/>
            <a:ext cx="3151632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035540ba8a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948" y="1993392"/>
            <a:ext cx="7659624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24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388277379d8e20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45e90417d70b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27376" cy="664464"/>
          </a:xfrm>
          <a:prstGeom prst="rect">
            <a:avLst/>
          </a:prstGeom>
        </p:spPr>
      </p:pic>
      <p:pic>
        <p:nvPicPr>
          <p:cNvPr id="9" name="Picture 8" descr="8945cb43fcf3af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59024"/>
            <a:ext cx="18531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e69c1d91f1a3f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d211e9c6d2b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326" y="3629770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196afe9826da4a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945" y="3550522"/>
            <a:ext cx="2368296" cy="615696"/>
          </a:xfrm>
          <a:prstGeom prst="rect">
            <a:avLst/>
          </a:prstGeom>
        </p:spPr>
      </p:pic>
      <p:pic>
        <p:nvPicPr>
          <p:cNvPr id="12" name="Picture 11" descr="31d33b28236bfb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190" y="4294234"/>
            <a:ext cx="2029968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31" y="519187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314171b6a1b287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1" y="5047090"/>
            <a:ext cx="104241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7b9fb3163bee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963" y="2103120"/>
            <a:ext cx="2069591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5161a3488c78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11496" cy="667512"/>
          </a:xfrm>
          <a:prstGeom prst="rect">
            <a:avLst/>
          </a:prstGeom>
        </p:spPr>
      </p:pic>
      <p:pic>
        <p:nvPicPr>
          <p:cNvPr id="9" name="Picture 8" descr="0b481a76517fb3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16306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26f578657118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883" y="1600200"/>
            <a:ext cx="3349752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522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084f7f2bc8d1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1600200"/>
            <a:ext cx="33558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6900" y="3957032"/>
            <a:ext cx="7564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Add the exponents, then flip the fraction:</a:t>
            </a:r>
          </a:p>
        </p:txBody>
      </p:sp>
      <p:pic>
        <p:nvPicPr>
          <p:cNvPr id="11" name="Picture 10" descr="42824fa219a1c3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764" y="4519388"/>
            <a:ext cx="4834128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499" y="5404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364254372aca3e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39" y="5263100"/>
            <a:ext cx="147828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6fa687cf291616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67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8202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82207df6c9253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06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2106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5755" y="4372687"/>
            <a:ext cx="258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Four copies:  </a:t>
            </a:r>
          </a:p>
        </p:txBody>
      </p:sp>
      <p:pic>
        <p:nvPicPr>
          <p:cNvPr id="14" name="Picture 13" descr="d5a448eea45117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96" y="4244671"/>
            <a:ext cx="2176272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8511" y="523984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2bc59a32308df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751" y="5095063"/>
            <a:ext cx="524256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0a7160d7e15e9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9456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ccbe016419b287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754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8696ad001dd2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373" y="3240023"/>
            <a:ext cx="2377440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3608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0f8e1841d70d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848" y="4663440"/>
            <a:ext cx="127406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202d2f9edf4ff6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94560"/>
            <a:ext cx="147523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434b7f64e448db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03120"/>
            <a:ext cx="1475232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78182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0c11b020145ca0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01" y="3243072"/>
            <a:ext cx="2383536" cy="609600"/>
          </a:xfrm>
          <a:prstGeom prst="rect">
            <a:avLst/>
          </a:prstGeom>
        </p:spPr>
      </p:pic>
      <p:pic>
        <p:nvPicPr>
          <p:cNvPr id="11" name="Picture 10" descr="7480f7bb643801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046" y="3980688"/>
            <a:ext cx="1679448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34128" y="48722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b23c582eb8d13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27448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ad42ec8f13de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a3193cda974b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7806" y="3314699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f8fd36b400e406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425" y="3240023"/>
            <a:ext cx="2304288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9516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8c9697ca23389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756" y="4663440"/>
            <a:ext cx="122224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a6f8febe7f997d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52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1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(7/8)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1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(−8/7)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07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(−7/8)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07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(8/7)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322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8f106a310bd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829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07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387" y="3885007"/>
            <a:ext cx="6086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fraction. The sign stays:  </a:t>
            </a:r>
          </a:p>
        </p:txBody>
      </p:sp>
      <p:pic>
        <p:nvPicPr>
          <p:cNvPr id="11" name="Picture 10" descr="363a60b00e1ac4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9788" y="3808807"/>
            <a:ext cx="2368296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(−8/7)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0298acefb5a4b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3" y="2194560"/>
            <a:ext cx="295351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(8/5)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b36e025e50608c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956" y="2103120"/>
            <a:ext cx="295960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98488e370c297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060" y="3814903"/>
            <a:ext cx="5215128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11d29764bdd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2194560"/>
            <a:ext cx="2520696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959dbceac072f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2103120"/>
            <a:ext cx="2520696" cy="838200"/>
          </a:xfrm>
          <a:prstGeom prst="rect">
            <a:avLst/>
          </a:prstGeom>
        </p:spPr>
      </p:pic>
      <p:pic>
        <p:nvPicPr>
          <p:cNvPr id="9" name="Picture 8" descr="ffce3c700a0e00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783" y="3243072"/>
            <a:ext cx="1941576" cy="615696"/>
          </a:xfrm>
          <a:prstGeom prst="rect">
            <a:avLst/>
          </a:prstGeom>
        </p:spPr>
      </p:pic>
      <p:pic>
        <p:nvPicPr>
          <p:cNvPr id="10" name="Picture 9" descr="d84f4ec980f8ff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783" y="3986783"/>
            <a:ext cx="353263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9367" y="48798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6ae3029025b12a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4736592"/>
            <a:ext cx="54254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bf74f091e96668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94560"/>
            <a:ext cx="3142488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c942442683f51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03120"/>
            <a:ext cx="314248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64155" y="3323844"/>
            <a:ext cx="1633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Inside:  </a:t>
            </a:r>
          </a:p>
        </p:txBody>
      </p:sp>
      <p:pic>
        <p:nvPicPr>
          <p:cNvPr id="10" name="Picture 9" descr="91fa5aa22598ea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772" y="3246120"/>
            <a:ext cx="4745736" cy="612648"/>
          </a:xfrm>
          <a:prstGeom prst="rect">
            <a:avLst/>
          </a:prstGeom>
        </p:spPr>
      </p:pic>
      <p:pic>
        <p:nvPicPr>
          <p:cNvPr id="11" name="Picture 10" descr="339da7c30fdc7d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019" y="3986783"/>
            <a:ext cx="372465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6864" y="48828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72cf4eeb1d6aaf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736592"/>
            <a:ext cx="987552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1793" y="2299715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dc9bb23a8d85d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959" y="2194560"/>
            <a:ext cx="1161288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99715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75b3b503a37e46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94560"/>
            <a:ext cx="780288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95697" y="2211323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337392e9b7df8f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863" y="2103120"/>
            <a:ext cx="11673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11323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35a9c06a4a4a85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03120"/>
            <a:ext cx="78638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9625" y="3676219"/>
            <a:ext cx="8659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negative exponent flips the fraction. The sign stays.</a:t>
            </a:r>
          </a:p>
        </p:txBody>
      </p:sp>
      <p:pic>
        <p:nvPicPr>
          <p:cNvPr id="14" name="Picture 13" descr="e6d15a07a9b818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489" y="4201999"/>
            <a:ext cx="2002536" cy="5151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542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(−2/3)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(−3/2)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90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9051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0" name="Picture 9" descr="8957ceb11154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480" y="1517904"/>
            <a:ext cx="786384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814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814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047be576e0f8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240280"/>
            <a:ext cx="771144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038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03804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6" name="Picture 15" descr="6754f41029653f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480" y="2962656"/>
            <a:ext cx="94488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277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27704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5d72cdcfdc8659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685032"/>
            <a:ext cx="777240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4531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531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987c9144230c55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410456"/>
            <a:ext cx="1633728" cy="5425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1755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532028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517550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2b417829a513b4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5135880"/>
            <a:ext cx="1664208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