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1" name="Picture 10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3" name="Picture 12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5" name="Picture 14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8" name="Picture 17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pic>
        <p:nvPicPr>
          <p:cNvPr id="10" name="Picture 9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463040"/>
            <a:ext cx="17068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pic>
        <p:nvPicPr>
          <p:cNvPr id="13" name="Picture 12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142744"/>
            <a:ext cx="27127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5" name="Picture 14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7" name="Picture 16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19" name="Picture 18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2944368"/>
            <a:ext cx="265176" cy="283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95301" y="285750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2" name="Picture 21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  <p:pic>
        <p:nvPicPr>
          <p:cNvPr id="23" name="Picture 22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1993392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110740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168652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110740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2959608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080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2964180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95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18888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4709159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1993392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858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pic>
        <p:nvPicPr>
          <p:cNvPr id="9" name="Picture 8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pic>
        <p:nvPicPr>
          <p:cNvPr id="9" name="Picture 8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4735" y="4868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711412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681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68195"/>
            <a:ext cx="51669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Rewrite with a positive exponent.  </a:t>
            </a:r>
          </a:p>
        </p:txBody>
      </p:sp>
      <p:pic>
        <p:nvPicPr>
          <p:cNvPr id="10" name="Picture 9" descr="b9b133d5c474e0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224" y="1517904"/>
            <a:ext cx="798576" cy="557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103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10383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3" name="Picture 12" descr="3fba44314d675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60" y="2258568"/>
            <a:ext cx="801624" cy="560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6019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60192"/>
            <a:ext cx="51669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Rewrite with a positive exponent.  </a:t>
            </a:r>
          </a:p>
        </p:txBody>
      </p:sp>
      <p:pic>
        <p:nvPicPr>
          <p:cNvPr id="16" name="Picture 15" descr="1d4029ad0054a1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224" y="3002280"/>
            <a:ext cx="1021080" cy="5730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8039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803903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9" name="Picture 18" descr="8b0a8d12009284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5760" y="3758183"/>
            <a:ext cx="795528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3847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38472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22" name="Picture 21" descr="be7b6b1f4326d3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5760" y="4489703"/>
            <a:ext cx="1676400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2745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274563"/>
            <a:ext cx="27202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25" name="Picture 24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11" y="5428487"/>
            <a:ext cx="155448" cy="149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93059" y="5274563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7" name="Picture 26" descr="1915fd5a078944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4460" y="5227319"/>
            <a:ext cx="1645920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