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2.xml"/><Relationship Id="rId5" Type="http://schemas.openxmlformats.org/officeDocument/2006/relationships/slide" Target="slide106.xml"/><Relationship Id="rId6" Type="http://schemas.openxmlformats.org/officeDocument/2006/relationships/slide" Target="slide140.xml"/><Relationship Id="rId7" Type="http://schemas.openxmlformats.org/officeDocument/2006/relationships/slide" Target="slide174.xml"/><Relationship Id="rId8" Type="http://schemas.openxmlformats.org/officeDocument/2006/relationships/slide" Target="slide209.xml"/><Relationship Id="rId9" Type="http://schemas.openxmlformats.org/officeDocument/2006/relationships/slide" Target="slide243.xml"/><Relationship Id="rId10" Type="http://schemas.openxmlformats.org/officeDocument/2006/relationships/slide" Target="slide277.xml"/><Relationship Id="rId11" Type="http://schemas.openxmlformats.org/officeDocument/2006/relationships/slide" Target="slide3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7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10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Relationship Id="rId3" Type="http://schemas.openxmlformats.org/officeDocument/2006/relationships/image" Target="../media/image11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16.png"/><Relationship Id="rId4" Type="http://schemas.openxmlformats.org/officeDocument/2006/relationships/image" Target="../media/image117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Relationship Id="rId3" Type="http://schemas.openxmlformats.org/officeDocument/2006/relationships/image" Target="../media/image122.png"/><Relationship Id="rId4" Type="http://schemas.openxmlformats.org/officeDocument/2006/relationships/image" Target="../media/image12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Relationship Id="rId3" Type="http://schemas.openxmlformats.org/officeDocument/2006/relationships/image" Target="../media/image127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Relationship Id="rId3" Type="http://schemas.openxmlformats.org/officeDocument/2006/relationships/image" Target="../media/image145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Relationship Id="rId3" Type="http://schemas.openxmlformats.org/officeDocument/2006/relationships/image" Target="../media/image149.png"/><Relationship Id="rId4" Type="http://schemas.openxmlformats.org/officeDocument/2006/relationships/image" Target="../media/image150.png"/><Relationship Id="rId5" Type="http://schemas.openxmlformats.org/officeDocument/2006/relationships/image" Target="../media/image151.png"/><Relationship Id="rId6" Type="http://schemas.openxmlformats.org/officeDocument/2006/relationships/image" Target="../media/image152.png"/><Relationship Id="rId7" Type="http://schemas.openxmlformats.org/officeDocument/2006/relationships/image" Target="../media/image153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Relationship Id="rId3" Type="http://schemas.openxmlformats.org/officeDocument/2006/relationships/image" Target="../media/image155.png"/><Relationship Id="rId4" Type="http://schemas.openxmlformats.org/officeDocument/2006/relationships/image" Target="../media/image15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Relationship Id="rId3" Type="http://schemas.openxmlformats.org/officeDocument/2006/relationships/image" Target="../media/image158.png"/><Relationship Id="rId4" Type="http://schemas.openxmlformats.org/officeDocument/2006/relationships/image" Target="../media/image60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Relationship Id="rId4" Type="http://schemas.openxmlformats.org/officeDocument/2006/relationships/image" Target="../media/image165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17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74.png"/><Relationship Id="rId4" Type="http://schemas.openxmlformats.org/officeDocument/2006/relationships/image" Target="../media/image17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Relationship Id="rId3" Type="http://schemas.openxmlformats.org/officeDocument/2006/relationships/image" Target="../media/image186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Relationship Id="rId3" Type="http://schemas.openxmlformats.org/officeDocument/2006/relationships/image" Target="../media/image195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199.png"/><Relationship Id="rId4" Type="http://schemas.openxmlformats.org/officeDocument/2006/relationships/image" Target="../media/image200.png"/><Relationship Id="rId5" Type="http://schemas.openxmlformats.org/officeDocument/2006/relationships/image" Target="../media/image201.png"/><Relationship Id="rId6" Type="http://schemas.openxmlformats.org/officeDocument/2006/relationships/image" Target="../media/image20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203.png"/><Relationship Id="rId4" Type="http://schemas.openxmlformats.org/officeDocument/2006/relationships/image" Target="../media/image199.png"/><Relationship Id="rId5" Type="http://schemas.openxmlformats.org/officeDocument/2006/relationships/image" Target="../media/image204.png"/><Relationship Id="rId6" Type="http://schemas.openxmlformats.org/officeDocument/2006/relationships/image" Target="../media/image200.png"/><Relationship Id="rId7" Type="http://schemas.openxmlformats.org/officeDocument/2006/relationships/image" Target="../media/image201.png"/><Relationship Id="rId8" Type="http://schemas.openxmlformats.org/officeDocument/2006/relationships/image" Target="../media/image205.png"/><Relationship Id="rId9" Type="http://schemas.openxmlformats.org/officeDocument/2006/relationships/image" Target="../media/image202.png"/><Relationship Id="rId10" Type="http://schemas.openxmlformats.org/officeDocument/2006/relationships/image" Target="../media/image206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210.png"/><Relationship Id="rId6" Type="http://schemas.openxmlformats.org/officeDocument/2006/relationships/image" Target="../media/image211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Relationship Id="rId3" Type="http://schemas.openxmlformats.org/officeDocument/2006/relationships/image" Target="../media/image218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Relationship Id="rId3" Type="http://schemas.openxmlformats.org/officeDocument/2006/relationships/image" Target="../media/image22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Relationship Id="rId3" Type="http://schemas.openxmlformats.org/officeDocument/2006/relationships/image" Target="../media/image224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Relationship Id="rId3" Type="http://schemas.openxmlformats.org/officeDocument/2006/relationships/image" Target="../media/image227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Relationship Id="rId3" Type="http://schemas.openxmlformats.org/officeDocument/2006/relationships/image" Target="../media/image23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Relationship Id="rId3" Type="http://schemas.openxmlformats.org/officeDocument/2006/relationships/image" Target="../media/image236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Relationship Id="rId3" Type="http://schemas.openxmlformats.org/officeDocument/2006/relationships/image" Target="../media/image243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Relationship Id="rId3" Type="http://schemas.openxmlformats.org/officeDocument/2006/relationships/image" Target="../media/image24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Relationship Id="rId3" Type="http://schemas.openxmlformats.org/officeDocument/2006/relationships/image" Target="../media/image248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Relationship Id="rId3" Type="http://schemas.openxmlformats.org/officeDocument/2006/relationships/image" Target="../media/image250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2.png"/><Relationship Id="rId4" Type="http://schemas.openxmlformats.org/officeDocument/2006/relationships/image" Target="../media/image25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254.png"/><Relationship Id="rId4" Type="http://schemas.openxmlformats.org/officeDocument/2006/relationships/image" Target="../media/image252.png"/><Relationship Id="rId5" Type="http://schemas.openxmlformats.org/officeDocument/2006/relationships/image" Target="../media/image253.png"/><Relationship Id="rId6" Type="http://schemas.openxmlformats.org/officeDocument/2006/relationships/image" Target="../media/image255.png"/><Relationship Id="rId7" Type="http://schemas.openxmlformats.org/officeDocument/2006/relationships/image" Target="../media/image256.png"/><Relationship Id="rId8" Type="http://schemas.openxmlformats.org/officeDocument/2006/relationships/image" Target="../media/image257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9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Relationship Id="rId3" Type="http://schemas.openxmlformats.org/officeDocument/2006/relationships/image" Target="../media/image261.png"/><Relationship Id="rId4" Type="http://schemas.openxmlformats.org/officeDocument/2006/relationships/image" Target="../media/image262.png"/><Relationship Id="rId5" Type="http://schemas.openxmlformats.org/officeDocument/2006/relationships/image" Target="../media/image263.png"/><Relationship Id="rId6" Type="http://schemas.openxmlformats.org/officeDocument/2006/relationships/image" Target="../media/image264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Relationship Id="rId3" Type="http://schemas.openxmlformats.org/officeDocument/2006/relationships/image" Target="../media/image266.png"/><Relationship Id="rId4" Type="http://schemas.openxmlformats.org/officeDocument/2006/relationships/image" Target="../media/image267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Relationship Id="rId3" Type="http://schemas.openxmlformats.org/officeDocument/2006/relationships/image" Target="../media/image269.png"/><Relationship Id="rId4" Type="http://schemas.openxmlformats.org/officeDocument/2006/relationships/image" Target="../media/image270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Relationship Id="rId3" Type="http://schemas.openxmlformats.org/officeDocument/2006/relationships/image" Target="../media/image27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Relationship Id="rId3" Type="http://schemas.openxmlformats.org/officeDocument/2006/relationships/image" Target="../media/image276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Relationship Id="rId3" Type="http://schemas.openxmlformats.org/officeDocument/2006/relationships/image" Target="../media/image278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Relationship Id="rId3" Type="http://schemas.openxmlformats.org/officeDocument/2006/relationships/image" Target="../media/image280.png"/><Relationship Id="rId4" Type="http://schemas.openxmlformats.org/officeDocument/2006/relationships/image" Target="../media/image281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Relationship Id="rId3" Type="http://schemas.openxmlformats.org/officeDocument/2006/relationships/image" Target="../media/image283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Relationship Id="rId3" Type="http://schemas.openxmlformats.org/officeDocument/2006/relationships/image" Target="../media/image285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Relationship Id="rId3" Type="http://schemas.openxmlformats.org/officeDocument/2006/relationships/image" Target="../media/image290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Relationship Id="rId3" Type="http://schemas.openxmlformats.org/officeDocument/2006/relationships/image" Target="../media/image29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Relationship Id="rId3" Type="http://schemas.openxmlformats.org/officeDocument/2006/relationships/image" Target="../media/image295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Relationship Id="rId3" Type="http://schemas.openxmlformats.org/officeDocument/2006/relationships/image" Target="../media/image297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Relationship Id="rId3" Type="http://schemas.openxmlformats.org/officeDocument/2006/relationships/image" Target="../media/image304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Relationship Id="rId3" Type="http://schemas.openxmlformats.org/officeDocument/2006/relationships/image" Target="../media/image307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Relationship Id="rId3" Type="http://schemas.openxmlformats.org/officeDocument/2006/relationships/image" Target="../media/image309.png"/><Relationship Id="rId4" Type="http://schemas.openxmlformats.org/officeDocument/2006/relationships/image" Target="../media/image310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Relationship Id="rId3" Type="http://schemas.openxmlformats.org/officeDocument/2006/relationships/image" Target="../media/image312.png"/><Relationship Id="rId4" Type="http://schemas.openxmlformats.org/officeDocument/2006/relationships/image" Target="../media/image313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image" Target="../media/image107.png"/><Relationship Id="rId5" Type="http://schemas.openxmlformats.org/officeDocument/2006/relationships/image" Target="../media/image316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Relationship Id="rId3" Type="http://schemas.openxmlformats.org/officeDocument/2006/relationships/image" Target="../media/image315.png"/><Relationship Id="rId4" Type="http://schemas.openxmlformats.org/officeDocument/2006/relationships/image" Target="../media/image107.png"/><Relationship Id="rId5" Type="http://schemas.openxmlformats.org/officeDocument/2006/relationships/image" Target="../media/image316.png"/><Relationship Id="rId6" Type="http://schemas.openxmlformats.org/officeDocument/2006/relationships/image" Target="../media/image317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Relationship Id="rId3" Type="http://schemas.openxmlformats.org/officeDocument/2006/relationships/image" Target="../media/image319.png"/><Relationship Id="rId4" Type="http://schemas.openxmlformats.org/officeDocument/2006/relationships/image" Target="../media/image320.png"/><Relationship Id="rId5" Type="http://schemas.openxmlformats.org/officeDocument/2006/relationships/image" Target="../media/image321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Relationship Id="rId3" Type="http://schemas.openxmlformats.org/officeDocument/2006/relationships/image" Target="../media/image323.png"/><Relationship Id="rId4" Type="http://schemas.openxmlformats.org/officeDocument/2006/relationships/image" Target="../media/image324.png"/><Relationship Id="rId5" Type="http://schemas.openxmlformats.org/officeDocument/2006/relationships/image" Target="../media/image325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Relationship Id="rId3" Type="http://schemas.openxmlformats.org/officeDocument/2006/relationships/image" Target="../media/image327.png"/><Relationship Id="rId4" Type="http://schemas.openxmlformats.org/officeDocument/2006/relationships/image" Target="../media/image328.png"/><Relationship Id="rId5" Type="http://schemas.openxmlformats.org/officeDocument/2006/relationships/image" Target="../media/image329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Relationship Id="rId3" Type="http://schemas.openxmlformats.org/officeDocument/2006/relationships/image" Target="../media/image332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Relationship Id="rId3" Type="http://schemas.openxmlformats.org/officeDocument/2006/relationships/image" Target="../media/image337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Relationship Id="rId3" Type="http://schemas.openxmlformats.org/officeDocument/2006/relationships/image" Target="../media/image342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Relationship Id="rId3" Type="http://schemas.openxmlformats.org/officeDocument/2006/relationships/image" Target="../media/image345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Relationship Id="rId3" Type="http://schemas.openxmlformats.org/officeDocument/2006/relationships/image" Target="../media/image347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Relationship Id="rId3" Type="http://schemas.openxmlformats.org/officeDocument/2006/relationships/image" Target="../media/image349.png"/><Relationship Id="rId4" Type="http://schemas.openxmlformats.org/officeDocument/2006/relationships/image" Target="../media/image350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Relationship Id="rId3" Type="http://schemas.openxmlformats.org/officeDocument/2006/relationships/image" Target="../media/image353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Relationship Id="rId3" Type="http://schemas.openxmlformats.org/officeDocument/2006/relationships/image" Target="../media/image360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362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363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Relationship Id="rId3" Type="http://schemas.openxmlformats.org/officeDocument/2006/relationships/image" Target="../media/image365.png"/><Relationship Id="rId4" Type="http://schemas.openxmlformats.org/officeDocument/2006/relationships/image" Target="../media/image366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Relationship Id="rId3" Type="http://schemas.openxmlformats.org/officeDocument/2006/relationships/image" Target="../media/image368.png"/><Relationship Id="rId4" Type="http://schemas.openxmlformats.org/officeDocument/2006/relationships/image" Target="../media/image369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Relationship Id="rId3" Type="http://schemas.openxmlformats.org/officeDocument/2006/relationships/image" Target="../media/image371.png"/><Relationship Id="rId4" Type="http://schemas.openxmlformats.org/officeDocument/2006/relationships/image" Target="../media/image372.png"/><Relationship Id="rId5" Type="http://schemas.openxmlformats.org/officeDocument/2006/relationships/image" Target="../media/image22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Relationship Id="rId3" Type="http://schemas.openxmlformats.org/officeDocument/2006/relationships/image" Target="../media/image371.png"/><Relationship Id="rId4" Type="http://schemas.openxmlformats.org/officeDocument/2006/relationships/image" Target="../media/image372.png"/><Relationship Id="rId5" Type="http://schemas.openxmlformats.org/officeDocument/2006/relationships/image" Target="../media/image225.png"/><Relationship Id="rId6" Type="http://schemas.openxmlformats.org/officeDocument/2006/relationships/image" Target="../media/image373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4.png"/><Relationship Id="rId3" Type="http://schemas.openxmlformats.org/officeDocument/2006/relationships/image" Target="../media/image375.png"/><Relationship Id="rId4" Type="http://schemas.openxmlformats.org/officeDocument/2006/relationships/image" Target="../media/image37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Relationship Id="rId3" Type="http://schemas.openxmlformats.org/officeDocument/2006/relationships/image" Target="../media/image378.png"/><Relationship Id="rId4" Type="http://schemas.openxmlformats.org/officeDocument/2006/relationships/image" Target="../media/image379.png"/><Relationship Id="rId5" Type="http://schemas.openxmlformats.org/officeDocument/2006/relationships/image" Target="../media/image380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1.png"/><Relationship Id="rId3" Type="http://schemas.openxmlformats.org/officeDocument/2006/relationships/image" Target="../media/image382.png"/><Relationship Id="rId4" Type="http://schemas.openxmlformats.org/officeDocument/2006/relationships/image" Target="../media/image383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4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5.png"/><Relationship Id="rId3" Type="http://schemas.openxmlformats.org/officeDocument/2006/relationships/image" Target="../media/image386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7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Relationship Id="rId3" Type="http://schemas.openxmlformats.org/officeDocument/2006/relationships/image" Target="../media/image389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0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1.png"/><Relationship Id="rId3" Type="http://schemas.openxmlformats.org/officeDocument/2006/relationships/image" Target="../media/image392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4.png"/><Relationship Id="rId3" Type="http://schemas.openxmlformats.org/officeDocument/2006/relationships/image" Target="../media/image395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6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7.png"/><Relationship Id="rId3" Type="http://schemas.openxmlformats.org/officeDocument/2006/relationships/image" Target="../media/image398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0.png"/><Relationship Id="rId3" Type="http://schemas.openxmlformats.org/officeDocument/2006/relationships/image" Target="../media/image401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Relationship Id="rId3" Type="http://schemas.openxmlformats.org/officeDocument/2006/relationships/image" Target="../media/image403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2.png"/><Relationship Id="rId3" Type="http://schemas.openxmlformats.org/officeDocument/2006/relationships/image" Target="../media/image404.png"/><Relationship Id="rId4" Type="http://schemas.openxmlformats.org/officeDocument/2006/relationships/image" Target="../media/image405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6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7.png"/><Relationship Id="rId3" Type="http://schemas.openxmlformats.org/officeDocument/2006/relationships/image" Target="../media/image408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9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0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1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3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Relationship Id="rId3" Type="http://schemas.openxmlformats.org/officeDocument/2006/relationships/image" Target="../media/image415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416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Relationship Id="rId3" Type="http://schemas.openxmlformats.org/officeDocument/2006/relationships/image" Target="../media/image417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8.png"/><Relationship Id="rId3" Type="http://schemas.openxmlformats.org/officeDocument/2006/relationships/image" Target="../media/image419.png"/><Relationship Id="rId4" Type="http://schemas.openxmlformats.org/officeDocument/2006/relationships/image" Target="../media/image420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1.png"/><Relationship Id="rId3" Type="http://schemas.openxmlformats.org/officeDocument/2006/relationships/image" Target="../media/image422.png"/><Relationship Id="rId4" Type="http://schemas.openxmlformats.org/officeDocument/2006/relationships/image" Target="../media/image423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Relationship Id="rId3" Type="http://schemas.openxmlformats.org/officeDocument/2006/relationships/image" Target="../media/image425.png"/><Relationship Id="rId4" Type="http://schemas.openxmlformats.org/officeDocument/2006/relationships/image" Target="../media/image426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4.png"/><Relationship Id="rId3" Type="http://schemas.openxmlformats.org/officeDocument/2006/relationships/image" Target="../media/image425.png"/><Relationship Id="rId4" Type="http://schemas.openxmlformats.org/officeDocument/2006/relationships/image" Target="../media/image426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7.png"/><Relationship Id="rId3" Type="http://schemas.openxmlformats.org/officeDocument/2006/relationships/image" Target="../media/image428.png"/><Relationship Id="rId4" Type="http://schemas.openxmlformats.org/officeDocument/2006/relationships/image" Target="../media/image429.png"/><Relationship Id="rId5" Type="http://schemas.openxmlformats.org/officeDocument/2006/relationships/image" Target="../media/image430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Relationship Id="rId3" Type="http://schemas.openxmlformats.org/officeDocument/2006/relationships/image" Target="../media/image432.png"/><Relationship Id="rId4" Type="http://schemas.openxmlformats.org/officeDocument/2006/relationships/image" Target="../media/image433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Relationship Id="rId3" Type="http://schemas.openxmlformats.org/officeDocument/2006/relationships/image" Target="../media/image435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Relationship Id="rId3" Type="http://schemas.openxmlformats.org/officeDocument/2006/relationships/image" Target="../media/image437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8.png"/><Relationship Id="rId3" Type="http://schemas.openxmlformats.org/officeDocument/2006/relationships/image" Target="../media/image439.png"/><Relationship Id="rId4" Type="http://schemas.openxmlformats.org/officeDocument/2006/relationships/image" Target="../media/image440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1.png"/><Relationship Id="rId3" Type="http://schemas.openxmlformats.org/officeDocument/2006/relationships/image" Target="../media/image442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3.png"/><Relationship Id="rId3" Type="http://schemas.openxmlformats.org/officeDocument/2006/relationships/image" Target="../media/image444.png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6.png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7.png"/><Relationship Id="rId3" Type="http://schemas.openxmlformats.org/officeDocument/2006/relationships/image" Target="../media/image448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9.png"/><Relationship Id="rId3" Type="http://schemas.openxmlformats.org/officeDocument/2006/relationships/image" Target="../media/image450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1.png"/><Relationship Id="rId3" Type="http://schemas.openxmlformats.org/officeDocument/2006/relationships/image" Target="../media/image452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3.png"/><Relationship Id="rId3" Type="http://schemas.openxmlformats.org/officeDocument/2006/relationships/image" Target="../media/image454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Relationship Id="rId3" Type="http://schemas.openxmlformats.org/officeDocument/2006/relationships/image" Target="../media/image456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7.png"/><Relationship Id="rId3" Type="http://schemas.openxmlformats.org/officeDocument/2006/relationships/image" Target="../media/image458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0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Relationship Id="rId3" Type="http://schemas.openxmlformats.org/officeDocument/2006/relationships/image" Target="../media/image462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1.png"/><Relationship Id="rId3" Type="http://schemas.openxmlformats.org/officeDocument/2006/relationships/image" Target="../media/image463.png"/><Relationship Id="rId4" Type="http://schemas.openxmlformats.org/officeDocument/2006/relationships/image" Target="../media/image462.png"/><Relationship Id="rId5" Type="http://schemas.openxmlformats.org/officeDocument/2006/relationships/image" Target="../media/image464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5.png"/><Relationship Id="rId3" Type="http://schemas.openxmlformats.org/officeDocument/2006/relationships/image" Target="../media/image466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7.png"/><Relationship Id="rId3" Type="http://schemas.openxmlformats.org/officeDocument/2006/relationships/image" Target="../media/image468.png"/><Relationship Id="rId4" Type="http://schemas.openxmlformats.org/officeDocument/2006/relationships/image" Target="../media/image469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Relationship Id="rId3" Type="http://schemas.openxmlformats.org/officeDocument/2006/relationships/image" Target="../media/image471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2.png"/><Relationship Id="rId3" Type="http://schemas.openxmlformats.org/officeDocument/2006/relationships/image" Target="../media/image473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4.png"/><Relationship Id="rId3" Type="http://schemas.openxmlformats.org/officeDocument/2006/relationships/image" Target="../media/image475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6.png"/><Relationship Id="rId3" Type="http://schemas.openxmlformats.org/officeDocument/2006/relationships/image" Target="../media/image477.png"/><Relationship Id="rId4" Type="http://schemas.openxmlformats.org/officeDocument/2006/relationships/image" Target="../media/image478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9.png"/><Relationship Id="rId3" Type="http://schemas.openxmlformats.org/officeDocument/2006/relationships/image" Target="../media/image480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1.png"/><Relationship Id="rId3" Type="http://schemas.openxmlformats.org/officeDocument/2006/relationships/image" Target="../media/image482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3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4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5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6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7.png"/><Relationship Id="rId3" Type="http://schemas.openxmlformats.org/officeDocument/2006/relationships/image" Target="../media/image488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9.png"/><Relationship Id="rId3" Type="http://schemas.openxmlformats.org/officeDocument/2006/relationships/image" Target="../media/image490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1.png"/><Relationship Id="rId3" Type="http://schemas.openxmlformats.org/officeDocument/2006/relationships/image" Target="../media/image492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3.png"/><Relationship Id="rId3" Type="http://schemas.openxmlformats.org/officeDocument/2006/relationships/image" Target="../media/image494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5.png"/><Relationship Id="rId3" Type="http://schemas.openxmlformats.org/officeDocument/2006/relationships/image" Target="../media/image496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7.png"/><Relationship Id="rId3" Type="http://schemas.openxmlformats.org/officeDocument/2006/relationships/image" Target="../media/image498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800" b="1" i="0">
                <a:solidFill>
                  <a:srgbClr val="1A1A1A"/>
                </a:solidFill>
                <a:latin typeface="Century Schoolbook"/>
              </a:rPr>
              <a:t>Exponents and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Ten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— Exponents and 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— Exponents and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3.02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3.03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72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3.04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106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3.05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140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3.06–07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174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hlinkClick action="ppaction://hlinksldjump" r:id="rId8"/>
          </p:cNvPr>
          <p:cNvSpPr txBox="1"/>
          <p:nvPr/>
        </p:nvSpPr>
        <p:spPr>
          <a:xfrm>
            <a:off x="1143000" y="430682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T-A1</a:t>
            </a:r>
          </a:p>
        </p:txBody>
      </p:sp>
      <p:sp>
        <p:nvSpPr>
          <p:cNvPr id="33" name="TextBox 32">
            <a:hlinkClick action="ppaction://hlinksldjump" r:id="rId8"/>
          </p:cNvPr>
          <p:cNvSpPr txBox="1"/>
          <p:nvPr/>
        </p:nvSpPr>
        <p:spPr>
          <a:xfrm>
            <a:off x="2560320" y="430682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sp>
        <p:nvSpPr>
          <p:cNvPr id="34" name="TextBox 33">
            <a:hlinkClick action="ppaction://hlinksldjump" r:id="rId8"/>
          </p:cNvPr>
          <p:cNvSpPr txBox="1"/>
          <p:nvPr/>
        </p:nvSpPr>
        <p:spPr>
          <a:xfrm>
            <a:off x="9555480" y="430682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209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43000" y="476402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hlinkClick action="ppaction://hlinksldjump" r:id="rId9"/>
          </p:cNvPr>
          <p:cNvSpPr txBox="1"/>
          <p:nvPr/>
        </p:nvSpPr>
        <p:spPr>
          <a:xfrm>
            <a:off x="1143000" y="472744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T-A2</a:t>
            </a:r>
          </a:p>
        </p:txBody>
      </p:sp>
      <p:sp>
        <p:nvSpPr>
          <p:cNvPr id="37" name="TextBox 36">
            <a:hlinkClick action="ppaction://hlinksldjump" r:id="rId9"/>
          </p:cNvPr>
          <p:cNvSpPr txBox="1"/>
          <p:nvPr/>
        </p:nvSpPr>
        <p:spPr>
          <a:xfrm>
            <a:off x="2560320" y="472744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sp>
        <p:nvSpPr>
          <p:cNvPr id="38" name="TextBox 37">
            <a:hlinkClick action="ppaction://hlinksldjump" r:id="rId9"/>
          </p:cNvPr>
          <p:cNvSpPr txBox="1"/>
          <p:nvPr/>
        </p:nvSpPr>
        <p:spPr>
          <a:xfrm>
            <a:off x="9555480" y="472744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243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43000" y="518464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hlinkClick action="ppaction://hlinksldjump" r:id="rId10"/>
          </p:cNvPr>
          <p:cNvSpPr txBox="1"/>
          <p:nvPr/>
        </p:nvSpPr>
        <p:spPr>
          <a:xfrm>
            <a:off x="1143000" y="514807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3.08</a:t>
            </a:r>
          </a:p>
        </p:txBody>
      </p:sp>
      <p:sp>
        <p:nvSpPr>
          <p:cNvPr id="41" name="TextBox 40">
            <a:hlinkClick action="ppaction://hlinksldjump" r:id="rId10"/>
          </p:cNvPr>
          <p:cNvSpPr txBox="1"/>
          <p:nvPr/>
        </p:nvSpPr>
        <p:spPr>
          <a:xfrm>
            <a:off x="2560320" y="514807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sp>
        <p:nvSpPr>
          <p:cNvPr id="42" name="TextBox 41">
            <a:hlinkClick action="ppaction://hlinksldjump" r:id="rId10"/>
          </p:cNvPr>
          <p:cNvSpPr txBox="1"/>
          <p:nvPr/>
        </p:nvSpPr>
        <p:spPr>
          <a:xfrm>
            <a:off x="9555480" y="514807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277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43000" y="560527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hlinkClick action="ppaction://hlinksldjump" r:id="rId11"/>
          </p:cNvPr>
          <p:cNvSpPr txBox="1"/>
          <p:nvPr/>
        </p:nvSpPr>
        <p:spPr>
          <a:xfrm>
            <a:off x="1143000" y="556869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Century Schoolbook"/>
              </a:rPr>
              <a:t>3.09</a:t>
            </a:r>
          </a:p>
        </p:txBody>
      </p:sp>
      <p:sp>
        <p:nvSpPr>
          <p:cNvPr id="45" name="TextBox 44">
            <a:hlinkClick action="ppaction://hlinksldjump" r:id="rId11"/>
          </p:cNvPr>
          <p:cNvSpPr txBox="1"/>
          <p:nvPr/>
        </p:nvSpPr>
        <p:spPr>
          <a:xfrm>
            <a:off x="2560320" y="556869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0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sp>
        <p:nvSpPr>
          <p:cNvPr id="46" name="TextBox 45">
            <a:hlinkClick action="ppaction://hlinksldjump" r:id="rId11"/>
          </p:cNvPr>
          <p:cNvSpPr txBox="1"/>
          <p:nvPr/>
        </p:nvSpPr>
        <p:spPr>
          <a:xfrm>
            <a:off x="9555480" y="556869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700" b="0" i="1">
                <a:solidFill>
                  <a:srgbClr val="6B6B6B"/>
                </a:solidFill>
                <a:latin typeface="Century Schoolbook"/>
              </a:rPr>
              <a:t>slide 311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43000" y="602589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464564"/>
            <a:ext cx="68884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1" name="Picture 10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077212"/>
            <a:ext cx="688848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90194" y="205282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2778252"/>
            <a:ext cx="1402080" cy="231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34975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6" name="Picture 15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300984"/>
            <a:ext cx="63703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464564"/>
            <a:ext cx="68884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95453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07721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90194" y="205282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9446" y="2052828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66547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2778252"/>
            <a:ext cx="1402080" cy="2316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0088" y="266547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975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9" name="Picture 18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300984"/>
            <a:ext cx="637032" cy="554736"/>
          </a:xfrm>
          <a:prstGeom prst="rect">
            <a:avLst/>
          </a:prstGeom>
        </p:spPr>
      </p:pic>
      <p:pic>
        <p:nvPicPr>
          <p:cNvPr id="20" name="Picture 19" descr="3a92952d92bb77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3467" y="3300984"/>
            <a:ext cx="170688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50392" y="197510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057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270662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788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278892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343814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2043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52043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19" name="Picture 18" descr="0ab145e8ca7379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500" y="4361688"/>
            <a:ext cx="2410968" cy="3444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86468" y="4305300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1" name="Picture 20" descr="3b6b0e0ba8659f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891" y="4187952"/>
            <a:ext cx="2548128" cy="6918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79221dae3c66b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536" y="1993392"/>
            <a:ext cx="4346448" cy="411480"/>
          </a:xfrm>
          <a:prstGeom prst="rect">
            <a:avLst/>
          </a:prstGeom>
        </p:spPr>
      </p:pic>
      <p:pic>
        <p:nvPicPr>
          <p:cNvPr id="11" name="Picture 10" descr="3ebe349f0ffa36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781" y="2680716"/>
            <a:ext cx="3596640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9421" y="2656332"/>
            <a:ext cx="5356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387852"/>
            <a:ext cx="34192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4" name="Picture 13" descr="90652a6387118d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9655" y="3462528"/>
            <a:ext cx="2313432" cy="3078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055363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6" name="Picture 15" descr="381f7ba218ba42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107179"/>
            <a:ext cx="3934968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a972b1c36f6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1" y="1994916"/>
            <a:ext cx="861669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02052"/>
            <a:ext cx="3530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7d1b404025905c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0559" y="2756916"/>
            <a:ext cx="2420112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6a79f5fbe0b8b3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125468"/>
            <a:ext cx="3739896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7448" y="4101083"/>
            <a:ext cx="12086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25abd5cd359cd5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8891" y="4125468"/>
            <a:ext cx="28407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1993392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781044"/>
            <a:ext cx="3248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3ba570017fc9cc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435" y="3835908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36379" y="3781044"/>
            <a:ext cx="2486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61e89ca5117b4f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661" y="3838956"/>
            <a:ext cx="97536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1638dccdf2248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7312" cy="347472"/>
          </a:xfrm>
          <a:prstGeom prst="rect">
            <a:avLst/>
          </a:prstGeom>
        </p:spPr>
      </p:pic>
      <p:pic>
        <p:nvPicPr>
          <p:cNvPr id="9" name="Picture 8" descr="4bce5fcbc09ba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5024" cy="347472"/>
          </a:xfrm>
          <a:prstGeom prst="rect">
            <a:avLst/>
          </a:prstGeom>
        </p:spPr>
      </p:pic>
      <p:pic>
        <p:nvPicPr>
          <p:cNvPr id="10" name="Picture 9" descr="939d17ddf54fca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105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24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f61491015b87f3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181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996ff584766950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1480"/>
          </a:xfrm>
          <a:prstGeom prst="rect">
            <a:avLst/>
          </a:prstGeom>
        </p:spPr>
      </p:pic>
      <p:pic>
        <p:nvPicPr>
          <p:cNvPr id="9" name="Picture 8" descr="816ea1a633337a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1697736" cy="411480"/>
          </a:xfrm>
          <a:prstGeom prst="rect">
            <a:avLst/>
          </a:prstGeom>
        </p:spPr>
      </p:pic>
      <p:pic>
        <p:nvPicPr>
          <p:cNvPr id="10" name="Picture 9" descr="ed67bc8f2938c1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1840"/>
            <a:ext cx="1697736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44c6670a1f9083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c64ca1a4dc51bf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405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rectangle is  </a:t>
            </a:r>
          </a:p>
        </p:txBody>
      </p:sp>
      <p:pic>
        <p:nvPicPr>
          <p:cNvPr id="9" name="Picture 8" descr="d5ca6e2822ee53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866" y="1941575"/>
            <a:ext cx="268224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06090" y="1851660"/>
            <a:ext cx="3699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 and  </a:t>
            </a:r>
          </a:p>
        </p:txBody>
      </p:sp>
      <p:pic>
        <p:nvPicPr>
          <p:cNvPr id="11" name="Picture 10" descr="ad43ae3bbc8b22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8898" y="1943100"/>
            <a:ext cx="268224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7122" y="1851660"/>
            <a:ext cx="30237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405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rectangle is  </a:t>
            </a:r>
          </a:p>
        </p:txBody>
      </p:sp>
      <p:pic>
        <p:nvPicPr>
          <p:cNvPr id="9" name="Picture 8" descr="5257a77d61b89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866" y="1943100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12186" y="1851660"/>
            <a:ext cx="3699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 and  </a:t>
            </a:r>
          </a:p>
        </p:txBody>
      </p:sp>
      <p:pic>
        <p:nvPicPr>
          <p:cNvPr id="11" name="Picture 10" descr="fcc0337caf95aa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994" y="1943100"/>
            <a:ext cx="27127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266" y="1851660"/>
            <a:ext cx="30237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 square centimeters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b6b82c3fc17cd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79" y="2103120"/>
            <a:ext cx="1280160" cy="5151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35097bf00c9366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fc3793d359b5c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9448" y="2103120"/>
            <a:ext cx="1182624" cy="423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53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33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0fac146190426f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223" y="2103120"/>
            <a:ext cx="957072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5b98b742702029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1" y="2103120"/>
            <a:ext cx="250545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f58654af4b9460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94560"/>
            <a:ext cx="2334768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8" name="Picture 7" descr="a9bbd2622d9f1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103120"/>
            <a:ext cx="2331720" cy="8503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64607" y="481736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08b8d08dca6c5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5648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7912" y="274657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0" name="Picture 9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769439"/>
            <a:ext cx="193852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89558" y="274657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6388" y="265513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0" name="Picture 9" descr="45831de1d391fe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506" y="2679523"/>
            <a:ext cx="194157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91082" y="265513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exponents — BFA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9" name="Picture 8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528572"/>
            <a:ext cx="74676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077212"/>
            <a:ext cx="914400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3" name="Picture 12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2773680"/>
            <a:ext cx="1405128" cy="240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5737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5" name="Picture 14" descr="18ea63a1522c26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084" y="3300984"/>
            <a:ext cx="880872" cy="56997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9" name="Picture 8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528572"/>
            <a:ext cx="746760" cy="280416"/>
          </a:xfrm>
          <a:prstGeom prst="rect">
            <a:avLst/>
          </a:prstGeom>
        </p:spPr>
      </p:pic>
      <p:pic>
        <p:nvPicPr>
          <p:cNvPr id="10" name="Picture 9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360" y="1528572"/>
            <a:ext cx="25908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07721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27211" y="2052828"/>
            <a:ext cx="575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9368" y="2773680"/>
            <a:ext cx="1405128" cy="2407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43136" y="266547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35737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8" name="Picture 17" descr="18ea63a1522c26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7084" y="3300984"/>
            <a:ext cx="880872" cy="5699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66596" y="327812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fc742bc47e6f6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752" y="1993392"/>
            <a:ext cx="5462016" cy="813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3928"/>
            <a:ext cx="353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2" name="Picture 11" descr="99376a582dd72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871" y="3127248"/>
            <a:ext cx="1749552" cy="670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34423" y="3233928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4607" y="3293364"/>
            <a:ext cx="78943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84039" y="3233928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2148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74344545705a48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053840"/>
            <a:ext cx="3621024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2c69fb4c92c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220" y="1993392"/>
            <a:ext cx="635508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6976"/>
            <a:ext cx="36134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669ee74891112a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855" y="3124200"/>
            <a:ext cx="16916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55495" y="3236976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a22d74845d9bf1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0" y="3294887"/>
            <a:ext cx="786384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2064" y="3236976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9768"/>
            <a:ext cx="2033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efb58e8ff7264b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4121" y="4062984"/>
            <a:ext cx="3188208" cy="810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72329" y="4239768"/>
            <a:ext cx="1265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1d8df7a17576de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1091" y="4264152"/>
            <a:ext cx="22311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1993392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885" y="2990088"/>
            <a:ext cx="1630680" cy="7985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48565" y="3160776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3484dae0b8b01f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543" y="2990088"/>
            <a:ext cx="2350008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48551" y="3160776"/>
            <a:ext cx="171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7798067ac75298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186" y="3220212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085843"/>
            <a:ext cx="2787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d591c8ddcc96ae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835" y="4143755"/>
            <a:ext cx="941832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9667" y="4085843"/>
            <a:ext cx="3406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c030b8e94fe02f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992" y="4223004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66659ac1f0ea04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988" y="2103120"/>
            <a:ext cx="923544" cy="947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3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665e93b2158cd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986784" cy="944880"/>
          </a:xfrm>
          <a:prstGeom prst="rect">
            <a:avLst/>
          </a:prstGeom>
        </p:spPr>
      </p:pic>
      <p:pic>
        <p:nvPicPr>
          <p:cNvPr id="9" name="Picture 8" descr="a6bb031371915f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9440"/>
            <a:ext cx="1758696" cy="408432"/>
          </a:xfrm>
          <a:prstGeom prst="rect">
            <a:avLst/>
          </a:prstGeom>
        </p:spPr>
      </p:pic>
      <p:pic>
        <p:nvPicPr>
          <p:cNvPr id="10" name="Picture 9" descr="1a7fe49e913d8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22192"/>
            <a:ext cx="235305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99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309fc1c6c87d6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21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18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b0a43ae0750e3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94560"/>
            <a:ext cx="463296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b43cc8ad2e0ead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103120"/>
            <a:ext cx="1097280" cy="688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7ab80e4044f303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813816"/>
          </a:xfrm>
          <a:prstGeom prst="rect">
            <a:avLst/>
          </a:prstGeom>
        </p:spPr>
      </p:pic>
      <p:pic>
        <p:nvPicPr>
          <p:cNvPr id="9" name="Picture 8" descr="e1269a6bd04833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8376"/>
            <a:ext cx="3486912" cy="691896"/>
          </a:xfrm>
          <a:prstGeom prst="rect">
            <a:avLst/>
          </a:prstGeom>
        </p:spPr>
      </p:pic>
      <p:pic>
        <p:nvPicPr>
          <p:cNvPr id="10" name="Picture 9" descr="ac2b58a90d22f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74592"/>
            <a:ext cx="34472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e60d4cb6647bee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94560"/>
            <a:ext cx="966216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09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74bc3eff5c14b1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56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3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7" y="46390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78fdb0141a7d8d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563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858f7499cc3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095" y="2194560"/>
            <a:ext cx="719328" cy="10149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b0b61f7be1f45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03120"/>
            <a:ext cx="716280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9" name="Picture 8" descr="138fda74184657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38527"/>
            <a:ext cx="25908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0453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9" name="Picture 8" descr="7c23c9fd82d9d4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40052"/>
            <a:ext cx="265176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6549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1252d608a8797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1197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e97669c0d54b74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615f3e719211e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260e9dabd7b640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44568" y="49331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a55647924d788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4663440"/>
            <a:ext cx="1152144" cy="1088136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17e435e9fa7e4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7" y="2103120"/>
            <a:ext cx="420624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ad177fa159bf9a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0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a899e53ebcbfa2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03120"/>
            <a:ext cx="463296" cy="9997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314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7fd8a7336ddfa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088" y="2194560"/>
            <a:ext cx="847344" cy="1021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73bf2466d9323c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611" y="2103120"/>
            <a:ext cx="844296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41e42a07b25976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94560"/>
            <a:ext cx="1240536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262fa269296131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03120"/>
            <a:ext cx="1240536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6338" y="2366772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9" name="Picture 8" descr="62ec99fb62ba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624" y="2194560"/>
            <a:ext cx="1627632" cy="801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5256" y="2366772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1" name="Picture 10" descr="814e799b3c3f0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94560"/>
            <a:ext cx="1161288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44745" y="23667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050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290" y="2273807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9" name="Picture 8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576" y="2103120"/>
            <a:ext cx="1630680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5256" y="2273807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1" name="Picture 10" descr="1b1a2270832c8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03120"/>
            <a:ext cx="1164336" cy="7985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47793" y="2273807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7601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Division with exponents — XNC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6667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463040"/>
            <a:ext cx="469392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30581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1" name="Picture 10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330196"/>
            <a:ext cx="688848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8447" y="230581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1846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03804"/>
            <a:ext cx="1658112" cy="286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3110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6" name="Picture 15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14928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6667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463040"/>
            <a:ext cx="469392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14126" y="1440180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0581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33019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8447" y="230581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9764" y="2305812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1846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03804"/>
            <a:ext cx="1658112" cy="2865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96120" y="2918460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3110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9" name="Picture 18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14928"/>
            <a:ext cx="1112520" cy="289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88955" y="353110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1993392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30561" y="2167128"/>
            <a:ext cx="1854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1" name="Picture 10" descr="2d268109f28c9a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390" y="1993392"/>
            <a:ext cx="3782568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43041" y="3316224"/>
            <a:ext cx="1621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3" name="Picture 12" descr="20e6fc4620e3ea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022" y="3072384"/>
            <a:ext cx="4791456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55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057400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6440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26440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99592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99592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72744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686299"/>
            <a:ext cx="40781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b0973f9ba7881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864" y="4738115"/>
            <a:ext cx="3118104" cy="3535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0968" y="4686299"/>
            <a:ext cx="1002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c3382604741c40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485" y="4744211"/>
            <a:ext cx="326136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32621" y="4686299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9c240cefdf3b14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04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0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cfcc880844c57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6664" cy="804672"/>
          </a:xfrm>
          <a:prstGeom prst="rect">
            <a:avLst/>
          </a:prstGeom>
        </p:spPr>
      </p:pic>
      <p:pic>
        <p:nvPicPr>
          <p:cNvPr id="9" name="Picture 8" descr="4c8aa7fdd39a68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3041904" cy="804672"/>
          </a:xfrm>
          <a:prstGeom prst="rect">
            <a:avLst/>
          </a:prstGeom>
        </p:spPr>
      </p:pic>
      <p:pic>
        <p:nvPicPr>
          <p:cNvPr id="10" name="Picture 9" descr="8fb9fcec01a757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981199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3400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ecdab13571b72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36" y="2194560"/>
            <a:ext cx="1222248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d381195bd435c1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683" y="2194560"/>
            <a:ext cx="1216152" cy="1011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09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30d1cf39c0294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2103120"/>
            <a:ext cx="2194560" cy="880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86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8f14d1bdb840e7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04360" cy="880872"/>
          </a:xfrm>
          <a:prstGeom prst="rect">
            <a:avLst/>
          </a:prstGeom>
        </p:spPr>
      </p:pic>
      <p:pic>
        <p:nvPicPr>
          <p:cNvPr id="9" name="Picture 8" descr="d8954ab13f1548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75432"/>
            <a:ext cx="2798064" cy="701040"/>
          </a:xfrm>
          <a:prstGeom prst="rect">
            <a:avLst/>
          </a:prstGeom>
        </p:spPr>
      </p:pic>
      <p:pic>
        <p:nvPicPr>
          <p:cNvPr id="10" name="Picture 9" descr="c6322a59797434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250850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9194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274e6fec14c7e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5" y="2194560"/>
            <a:ext cx="2151888" cy="109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86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e1a3a8f726b8bf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9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86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9" name="Picture 8" descr="ef1987aeb6be68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38527"/>
            <a:ext cx="268224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172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1" name="Picture 10" descr="bd667566e598f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3812" y="1940052"/>
            <a:ext cx="2682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62036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9" name="Picture 8" descr="08d825ede09be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40052"/>
            <a:ext cx="271272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4220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1" name="Picture 10" descr="e32dba3262b93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860" y="1940052"/>
            <a:ext cx="2682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65084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8" name="Picture 7" descr="3af1907ef808e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415" y="2103120"/>
            <a:ext cx="1694688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32948134bf5e35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7bfc7057b3b2cf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03120"/>
            <a:ext cx="1389888" cy="1185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5b85e638d34eb1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10149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e041e4b255d1e3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03120"/>
            <a:ext cx="1600200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85a5d92abe26b9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194560"/>
            <a:ext cx="2148840" cy="1100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23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c78ed1ad0d5de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94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36dd69d05a8fa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94560"/>
            <a:ext cx="201168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290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916206a62c8d46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03120"/>
            <a:ext cx="201168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37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51f9e7dda47d97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699" y="2103120"/>
            <a:ext cx="2484120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a2077b17c7711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c2f375830fedea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5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6876" y="2369820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9" name="Picture 8" descr="8510a940fc605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94560"/>
            <a:ext cx="218541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3032" y="2369820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1" name="Picture 10" descr="895c1949fc6ae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94560"/>
            <a:ext cx="1932432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14207" y="23698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8400" y="2276856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9" name="Picture 8" descr="7499f9d1d2ab2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140" y="2103120"/>
            <a:ext cx="2188464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7604" y="2276856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1" name="Picture 10" descr="dc00211af1d70f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347" y="2103120"/>
            <a:ext cx="1926335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12683" y="227685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821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6667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463040"/>
            <a:ext cx="795528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30581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1" name="Picture 10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330196"/>
            <a:ext cx="688848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81771" y="230581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1846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31236"/>
            <a:ext cx="1136904" cy="231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0273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6" name="Picture 15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553968"/>
            <a:ext cx="170688" cy="5547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7013" y="360273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8" name="Picture 17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553968"/>
            <a:ext cx="170688" cy="5547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130930" y="360273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6667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463040"/>
            <a:ext cx="795528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0262" y="1440180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0581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33019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1771" y="230581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5878" y="2305812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1846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31236"/>
            <a:ext cx="1136904" cy="2316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74912" y="2918460"/>
            <a:ext cx="11302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0273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9" name="Picture 18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553968"/>
            <a:ext cx="170688" cy="5547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7013" y="360273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1" name="Picture 20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553968"/>
            <a:ext cx="170688" cy="55473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30930" y="360273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3" name="Picture 22" descr="c947c2e93b2d33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154424"/>
            <a:ext cx="170688" cy="5547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776728" y="4203192"/>
            <a:ext cx="1173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5" name="Picture 24" descr="a339c6c78254d9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3149" y="4154424"/>
            <a:ext cx="37795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1375e471a197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960" y="2990088"/>
            <a:ext cx="1316736" cy="734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18696" y="3128772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e662eafaba09aa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120" y="2990088"/>
            <a:ext cx="1969008" cy="734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39128" y="3128772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5" name="Picture 14" descr="97a68c5b0d6f07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0551" y="2990088"/>
            <a:ext cx="1969008" cy="734568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b26dd1c4f061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725" y="1993392"/>
            <a:ext cx="1362456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70181" y="21015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d3322f317e3cda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173" y="1993392"/>
            <a:ext cx="13959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12157" y="2101596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679" y="2161032"/>
            <a:ext cx="78943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64111" y="2101596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01a1e8399ce2f9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114" y="2941320"/>
            <a:ext cx="2170176" cy="7406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67290" y="3083052"/>
            <a:ext cx="1922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4d0780cba10826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2483" y="3140964"/>
            <a:ext cx="1682496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34979" y="3083052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06d6b57bc03862b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4957" y="3108960"/>
            <a:ext cx="1679448" cy="4053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0203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908804"/>
            <a:ext cx="44334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6487353c74996e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3880" y="4733544"/>
            <a:ext cx="4267200" cy="807720"/>
          </a:xfrm>
          <a:prstGeom prst="rect">
            <a:avLst/>
          </a:prstGeom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f5217f7eb4021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219" y="1993392"/>
            <a:ext cx="4831080" cy="752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38293" y="2997708"/>
            <a:ext cx="11244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9ad19008f4436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546" y="3052572"/>
            <a:ext cx="4297680" cy="347472"/>
          </a:xfrm>
          <a:prstGeom prst="rect">
            <a:avLst/>
          </a:prstGeom>
        </p:spPr>
      </p:pic>
      <p:pic>
        <p:nvPicPr>
          <p:cNvPr id="13" name="Picture 12" descr="986b589c42d285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9955" y="3706368"/>
            <a:ext cx="3721608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676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55e053ce9247b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16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229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6e883f301281d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80744" cy="816864"/>
          </a:xfrm>
          <a:prstGeom prst="rect">
            <a:avLst/>
          </a:prstGeom>
        </p:spPr>
      </p:pic>
      <p:pic>
        <p:nvPicPr>
          <p:cNvPr id="9" name="Picture 8" descr="bdb5dbd5190fc4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2764536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04c00c9d3a9d2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1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18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395fcf61f0d867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94560"/>
            <a:ext cx="704088" cy="10149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1100" y="464515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f8b652a33b6da2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480560"/>
            <a:ext cx="259080" cy="877824"/>
          </a:xfrm>
          <a:prstGeom prst="rect">
            <a:avLst/>
          </a:prstGeom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4ffd0e25f89e0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0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8b0ea9280595c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9128" cy="804672"/>
          </a:xfrm>
          <a:prstGeom prst="rect">
            <a:avLst/>
          </a:prstGeom>
        </p:spPr>
      </p:pic>
      <p:pic>
        <p:nvPicPr>
          <p:cNvPr id="9" name="Picture 8" descr="a0522eb547e4ba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2368296" cy="804672"/>
          </a:xfrm>
          <a:prstGeom prst="rect">
            <a:avLst/>
          </a:prstGeom>
        </p:spPr>
      </p:pic>
      <p:pic>
        <p:nvPicPr>
          <p:cNvPr id="10" name="Picture 9" descr="f5e46e308b616f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5300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828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3d867da8578334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94560"/>
            <a:ext cx="1395984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86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bd647a6f29dfd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8315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0513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745cde1f9722bf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243" y="2103120"/>
            <a:ext cx="63703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746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ae3379378f6437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8116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025bbe2352d1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356" y="4663440"/>
            <a:ext cx="7650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229e5926a19b9f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176" y="2194560"/>
            <a:ext cx="963167" cy="9326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8f039f30161276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99" y="2103120"/>
            <a:ext cx="960120" cy="9326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79a5e9e1457730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5151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32603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ec4ffcbfe2b298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844" y="4663440"/>
            <a:ext cx="576072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0b09890174e136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1/25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c950f888df2a10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3a37a698b11c2b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d5e2dc9bfa32d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71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4d44fa8d60938d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03120"/>
            <a:ext cx="704088" cy="10271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7468" y="48600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f17cb56101b516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41832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1600" y="217170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9" name="Picture 8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27" y="2229612"/>
            <a:ext cx="52730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76631" y="217170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0076" y="208026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9" name="Picture 8" descr="04a54a40cd0eb4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803" y="2138171"/>
            <a:ext cx="53035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78155" y="208026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531620"/>
            <a:ext cx="417576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4884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1" name="Picture 10" descr="82be0161615a5d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558" y="2075688"/>
            <a:ext cx="463296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5750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3" name="Picture 12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930" y="2948940"/>
            <a:ext cx="26517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68106" y="285750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5" name="Picture 14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697" y="2944368"/>
            <a:ext cx="265176" cy="283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0873" y="285750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4330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8" name="Picture 17" descr="e5446a4e89f9a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1467" y="349300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531620"/>
            <a:ext cx="417576" cy="274320"/>
          </a:xfrm>
          <a:prstGeom prst="rect">
            <a:avLst/>
          </a:prstGeom>
        </p:spPr>
      </p:pic>
      <p:pic>
        <p:nvPicPr>
          <p:cNvPr id="10" name="Picture 9" descr="0f45754c5988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310" y="1463040"/>
            <a:ext cx="170688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14884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82be0161615a5d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558" y="2075688"/>
            <a:ext cx="463296" cy="603504"/>
          </a:xfrm>
          <a:prstGeom prst="rect">
            <a:avLst/>
          </a:prstGeom>
        </p:spPr>
      </p:pic>
      <p:pic>
        <p:nvPicPr>
          <p:cNvPr id="13" name="Picture 12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6494" y="2142744"/>
            <a:ext cx="27127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85750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5" name="Picture 14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930" y="2948940"/>
            <a:ext cx="265176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68106" y="285750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7" name="Picture 16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5697" y="2944368"/>
            <a:ext cx="265176" cy="283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873" y="285750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19" name="Picture 18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0125" y="2944368"/>
            <a:ext cx="265176" cy="2834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95301" y="2857500"/>
            <a:ext cx="16163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54330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2" name="Picture 21" descr="e5446a4e89f9a3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1467" y="3493008"/>
            <a:ext cx="377952" cy="557784"/>
          </a:xfrm>
          <a:prstGeom prst="rect">
            <a:avLst/>
          </a:prstGeom>
        </p:spPr>
      </p:pic>
      <p:pic>
        <p:nvPicPr>
          <p:cNvPr id="23" name="Picture 22" descr="84c4e18228051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8059" y="349300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651760" y="1993392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05dd24fbf391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785" y="1993392"/>
            <a:ext cx="2133600" cy="691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5385" y="2110740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2e707716356433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907" y="2168652"/>
            <a:ext cx="115214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051" y="2110740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33556cc2e82731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5588" y="2959608"/>
            <a:ext cx="3075432" cy="697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1020" y="3080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7adc35e6f9ec4d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011" y="2964180"/>
            <a:ext cx="2788920" cy="6888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39959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818888"/>
            <a:ext cx="55453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dee9fbc307a9f9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5757" y="4709159"/>
            <a:ext cx="3230880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390af24b50c4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163" y="1993392"/>
            <a:ext cx="8013192" cy="816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148583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9ed1bed15013a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e941bf8846b5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8064" cy="691896"/>
          </a:xfrm>
          <a:prstGeom prst="rect">
            <a:avLst/>
          </a:prstGeom>
        </p:spPr>
      </p:pic>
      <p:pic>
        <p:nvPicPr>
          <p:cNvPr id="9" name="Picture 8" descr="b75e3c313a78d6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1889760" cy="697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a7f1f688f77ec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948" y="2194560"/>
            <a:ext cx="156362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055ea4267017c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424" y="2194560"/>
            <a:ext cx="1566672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8095" y="46421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cacffea294d431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335" y="4480560"/>
            <a:ext cx="1085088" cy="871728"/>
          </a:xfrm>
          <a:prstGeom prst="rect">
            <a:avLst/>
          </a:prstGeom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b8ecac4debf08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820" y="2103120"/>
            <a:ext cx="2087880" cy="691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7936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10be869d41e0dd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239512" cy="694944"/>
          </a:xfrm>
          <a:prstGeom prst="rect">
            <a:avLst/>
          </a:prstGeom>
        </p:spPr>
      </p:pic>
      <p:pic>
        <p:nvPicPr>
          <p:cNvPr id="9" name="Picture 8" descr="268771bcd93959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9504"/>
            <a:ext cx="1621536" cy="6949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a7f97d6945899e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2194560"/>
            <a:ext cx="352958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40cdd198e50607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94560"/>
            <a:ext cx="3532632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4735" y="486838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3269d301dd5e8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976" y="4711412"/>
            <a:ext cx="1511808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1764"/>
            <a:ext cx="53577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is set to shrink a page to  </a:t>
            </a:r>
          </a:p>
        </p:txBody>
      </p:sp>
      <p:pic>
        <p:nvPicPr>
          <p:cNvPr id="9" name="Picture 8" descr="e8022fa09c25c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019" y="1874519"/>
            <a:ext cx="170688" cy="551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25707" y="1921764"/>
            <a:ext cx="1873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2737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9584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23287"/>
            <a:ext cx="53577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copier is set to shrink a page to  </a:t>
            </a:r>
          </a:p>
        </p:txBody>
      </p:sp>
      <p:pic>
        <p:nvPicPr>
          <p:cNvPr id="9" name="Picture 8" descr="024e90b41a6caf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019" y="1874519"/>
            <a:ext cx="164592" cy="5547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19611" y="1923287"/>
            <a:ext cx="1873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of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30424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page 6 inches wide is copied 4 times in a row, each copy from the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598892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original page's size is the last copy?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4" name="Picture 13" descr="7dd35ac51a0ee4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23a87bc643d7e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2" y="2194560"/>
            <a:ext cx="1575816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8" name="Picture 7" descr="7b4aab4c0a6cc8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28" y="2103120"/>
            <a:ext cx="157886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54651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837676bd53bd7e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891" y="4663440"/>
            <a:ext cx="1331976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c08fd56f1b4e3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94560"/>
            <a:ext cx="1584960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bc194338a8886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03120"/>
            <a:ext cx="1584960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3148abf2051aa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c2285e954aff8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bf10b2e2dc356d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1463040" cy="8503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09516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c2c7971114380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4663440"/>
            <a:ext cx="1222248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fb95563de51335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de3072ed6d5fe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103120"/>
            <a:ext cx="1560576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431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e9242358ed1b2b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94560"/>
            <a:ext cx="3002280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528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77243053f2f7c3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03120"/>
            <a:ext cx="3002280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034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983316d8a340e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94560"/>
            <a:ext cx="2575560" cy="8778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cccf2e6aacb49b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5" y="2103120"/>
            <a:ext cx="2578608" cy="8778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64607" y="482041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c37c2f03a9ba86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18abdc6135b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656" y="2194560"/>
            <a:ext cx="3188208" cy="856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7d2314fb4fc511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07" y="2103120"/>
            <a:ext cx="3194304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3296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2e17728107926c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199" y="4663440"/>
            <a:ext cx="97536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3551" y="2304288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9" name="Picture 8" descr="bcbcbf803cfe7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53" y="2194560"/>
            <a:ext cx="124663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65185" y="2304288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1" name="Picture 10" descr="9b43b28c955127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776" y="2194560"/>
            <a:ext cx="774192" cy="6766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8979" y="2215896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9" name="Picture 8" descr="61e0767165f6b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981" y="2103120"/>
            <a:ext cx="1252728" cy="6827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66709" y="2215896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1" name="Picture 10" descr="5c0a9d4ef3b8e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300" y="2103120"/>
            <a:ext cx="777240" cy="682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0601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1180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9" name="Picture 8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463040"/>
            <a:ext cx="795528" cy="5547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29362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1" name="Picture 10" descr="a4522c3024ca65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218944"/>
            <a:ext cx="463296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13182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574a5d3a612aa1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026664"/>
            <a:ext cx="469392" cy="667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872484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1180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9" name="Picture 8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463040"/>
            <a:ext cx="795528" cy="554736"/>
          </a:xfrm>
          <a:prstGeom prst="rect">
            <a:avLst/>
          </a:prstGeom>
        </p:spPr>
      </p:pic>
      <p:pic>
        <p:nvPicPr>
          <p:cNvPr id="10" name="Picture 9" descr="b2f9cb953a93e9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063496"/>
            <a:ext cx="1152144" cy="5577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89712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a4522c3024ca65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822448"/>
            <a:ext cx="463296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14235" y="279958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73532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574a5d3a612aa1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2299" y="3630168"/>
            <a:ext cx="469392" cy="667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0331" y="3607308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475988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8" name="Picture 17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654" y="4567428"/>
            <a:ext cx="268224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797878" y="4475988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0" name="Picture 19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4" y="4567428"/>
            <a:ext cx="265176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400030" y="4475988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2" name="Picture 21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7005" y="4564380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2836" y="2144268"/>
            <a:ext cx="18116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071da3cb12a3a9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283" y="1993392"/>
            <a:ext cx="3581400" cy="758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90638" y="3346704"/>
            <a:ext cx="17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76734bcd012bfd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6065" y="3026664"/>
            <a:ext cx="5004816" cy="1097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4622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9ee1a209667e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328" y="1993392"/>
            <a:ext cx="5388864" cy="8808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12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2" name="Picture 11" descr="6c3d06b279be6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925823"/>
            <a:ext cx="3535680" cy="685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3232" y="4040123"/>
            <a:ext cx="4614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4" name="Picture 13" descr="e9e6240f6a5ac6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245" y="3925823"/>
            <a:ext cx="792480" cy="685800"/>
          </a:xfrm>
          <a:prstGeom prst="rect">
            <a:avLst/>
          </a:prstGeom>
        </p:spPr>
      </p:pic>
      <p:pic>
        <p:nvPicPr>
          <p:cNvPr id="15" name="Picture 14" descr="b45588bb7e9f07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867656"/>
            <a:ext cx="1965960" cy="804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53512" y="5041392"/>
            <a:ext cx="6270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7" name="Picture 16" descr="d631bf12f968ff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6772" y="4928616"/>
            <a:ext cx="777240" cy="682752"/>
          </a:xfrm>
          <a:prstGeom prst="rect">
            <a:avLst/>
          </a:prstGeom>
        </p:spPr>
      </p:pic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1993392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c34f90c6fc7d4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96" y="3758184"/>
            <a:ext cx="242316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056" y="373532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9053d689824c5c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79" y="3758184"/>
            <a:ext cx="2295144" cy="411480"/>
          </a:xfrm>
          <a:prstGeom prst="rect">
            <a:avLst/>
          </a:prstGeom>
        </p:spPr>
      </p:pic>
      <p:pic>
        <p:nvPicPr>
          <p:cNvPr id="14" name="Picture 13" descr="a561d3e29393bc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443984"/>
            <a:ext cx="4873752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a7ecf87f384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4" y="1993392"/>
            <a:ext cx="4294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4716" y="210312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505da5ea0c261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707" y="1993392"/>
            <a:ext cx="43007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0083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5954d94571e7ef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726179"/>
            <a:ext cx="1487424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3698747"/>
            <a:ext cx="3404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2d16e4daaa9b6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1ca1397ffa03d4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2008" cy="688848"/>
          </a:xfrm>
          <a:prstGeom prst="rect">
            <a:avLst/>
          </a:prstGeom>
        </p:spPr>
      </p:pic>
      <p:pic>
        <p:nvPicPr>
          <p:cNvPr id="9" name="Picture 8" descr="f25419565ed35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3408"/>
            <a:ext cx="1697736" cy="697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b5586861463d6b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2194560"/>
            <a:ext cx="1792224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4ba5d3554b7f4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2194560"/>
            <a:ext cx="1798320" cy="8625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60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7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3a56cc9ab8e3b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6109" y="2313432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9" name="Picture 8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954" y="2369819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27450" y="2313432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69969edd9de468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156" y="2103120"/>
            <a:ext cx="1082040" cy="8778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1196" y="2313432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9dc7ad07cd91fb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7200" cy="347472"/>
          </a:xfrm>
          <a:prstGeom prst="rect">
            <a:avLst/>
          </a:prstGeom>
        </p:spPr>
      </p:pic>
      <p:pic>
        <p:nvPicPr>
          <p:cNvPr id="9" name="Picture 8" descr="77d3b6258368a7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883152" cy="874776"/>
          </a:xfrm>
          <a:prstGeom prst="rect">
            <a:avLst/>
          </a:prstGeom>
        </p:spPr>
      </p:pic>
      <p:pic>
        <p:nvPicPr>
          <p:cNvPr id="10" name="Picture 9" descr="4af5e130ae69d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91127"/>
            <a:ext cx="2295144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6633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9" name="Picture 8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478" y="2528315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8702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e566d1e7830f89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408" y="2194560"/>
            <a:ext cx="1350264" cy="1100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60672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8157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9" name="Picture 8" descr="7788e03876974c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002" y="2529840"/>
            <a:ext cx="1411224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40226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b7201d2b15f8c8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32" y="2194560"/>
            <a:ext cx="1347216" cy="1100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59148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61e8ec21e00a89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956b769eca71d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8" name="Picture 7" descr="5a81991eb38a0b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3" y="2194560"/>
            <a:ext cx="2694432" cy="1865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425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b34bc56ecccd0f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067" y="2103120"/>
            <a:ext cx="2691384" cy="18714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9110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6d9a31f1d02f31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663440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2f8b87745f5bc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75" y="2194560"/>
            <a:ext cx="2868168" cy="1432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48df33e2a7e48c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723" y="2103120"/>
            <a:ext cx="2862072" cy="1429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91100" y="48143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2bb7fdb900ba4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663440"/>
            <a:ext cx="25908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7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One flash drive holds  </a:t>
            </a:r>
          </a:p>
        </p:txBody>
      </p:sp>
      <p:pic>
        <p:nvPicPr>
          <p:cNvPr id="9" name="Picture 8" descr="c5917418503255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432" y="1943100"/>
            <a:ext cx="377952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2384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877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Another holds  </a:t>
            </a:r>
          </a:p>
        </p:txBody>
      </p:sp>
      <p:pic>
        <p:nvPicPr>
          <p:cNvPr id="12" name="Picture 11" descr="1d8988fc9968dd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036" y="2552700"/>
            <a:ext cx="25298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8020" y="2464308"/>
            <a:ext cx="6509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Which holds more — or is it the same? Show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7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One flash drive holds  </a:t>
            </a:r>
          </a:p>
        </p:txBody>
      </p:sp>
      <p:pic>
        <p:nvPicPr>
          <p:cNvPr id="9" name="Picture 8" descr="b4b5a35a336421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432" y="1943100"/>
            <a:ext cx="38100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5432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4877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Another holds  </a:t>
            </a:r>
          </a:p>
        </p:txBody>
      </p:sp>
      <p:pic>
        <p:nvPicPr>
          <p:cNvPr id="12" name="Picture 11" descr="e7e94afbdd4008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036" y="2552700"/>
            <a:ext cx="25603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41068" y="2464308"/>
            <a:ext cx="65092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 The first one costs 45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Which holds more — or is it the same? Show why.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The same: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2a82b5b2f64aa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1971" y="2103120"/>
            <a:ext cx="417576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78733fd3b94c87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4ef405027ff61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03120"/>
            <a:ext cx="1965960" cy="8503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821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400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9a83df8a23e939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8" name="Picture 7" descr="a58ef65a72479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03120"/>
            <a:ext cx="1426464" cy="423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294" y="230428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9" name="Picture 8" descr="928a3b4f052209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46" y="2194560"/>
            <a:ext cx="1569720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3866" y="230428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b84e4faf309355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94560"/>
            <a:ext cx="1557528" cy="6766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3100" y="230428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3296" y="3122675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4" name="Picture 13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975" y="3185159"/>
            <a:ext cx="521207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41183" y="3122675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4246" y="221284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9" name="Picture 8" descr="5cc8e379c9f0fb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098" y="2103120"/>
            <a:ext cx="1572768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3866" y="221284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3544f9e4eb8bbb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03120"/>
            <a:ext cx="1560576" cy="6766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46148" y="221284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1772" y="3031236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4" name="Picture 13" descr="afdbc5b48ef25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451" y="3093720"/>
            <a:ext cx="524256" cy="332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42707" y="3031236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7932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1" name="Picture 10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304800" cy="664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1846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942844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53019" y="291846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31108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6" name="Picture 15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653028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12702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7932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304800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5605" y="2052828"/>
            <a:ext cx="121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1846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5" name="Picture 14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942844"/>
            <a:ext cx="688848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53019" y="291846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8069" y="2918460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31108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9" name="Picture 18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653028"/>
            <a:ext cx="1499616" cy="213360"/>
          </a:xfrm>
          <a:prstGeom prst="rect">
            <a:avLst/>
          </a:prstGeom>
        </p:spPr>
      </p:pic>
      <p:pic>
        <p:nvPicPr>
          <p:cNvPr id="20" name="Picture 19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284" y="3589020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f4dc7bb52f349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024" y="1993392"/>
            <a:ext cx="42458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49888" y="197053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4bb1e456c94b13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879" y="2043684"/>
            <a:ext cx="2261616" cy="310896"/>
          </a:xfrm>
          <a:prstGeom prst="rect">
            <a:avLst/>
          </a:prstGeom>
        </p:spPr>
      </p:pic>
      <p:pic>
        <p:nvPicPr>
          <p:cNvPr id="13" name="Picture 12" descr="a285865d99a08f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0064" y="2679192"/>
            <a:ext cx="5041392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125468"/>
            <a:ext cx="5144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6" name="Picture 15" descr="2a950411e1004b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632" y="4142232"/>
            <a:ext cx="261823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e72c58bfa2a9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64" y="1993392"/>
            <a:ext cx="4227576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440" y="197053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f6f2fe1277a80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1431" y="2025396"/>
            <a:ext cx="1792224" cy="347472"/>
          </a:xfrm>
          <a:prstGeom prst="rect">
            <a:avLst/>
          </a:prstGeom>
        </p:spPr>
      </p:pic>
      <p:pic>
        <p:nvPicPr>
          <p:cNvPr id="13" name="Picture 12" descr="783225cb699ff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9224" y="2679192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6928" y="266242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1389c559d7859c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919" y="2679192"/>
            <a:ext cx="338937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4119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3942cbc98c315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152" y="1993392"/>
            <a:ext cx="4270248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36400" y="216712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90de12726cf0d0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391" y="2058924"/>
            <a:ext cx="1712976" cy="673608"/>
          </a:xfrm>
          <a:prstGeom prst="rect">
            <a:avLst/>
          </a:prstGeom>
        </p:spPr>
      </p:pic>
      <p:pic>
        <p:nvPicPr>
          <p:cNvPr id="13" name="Picture 12" descr="56477ae8447c46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0700" y="3072384"/>
            <a:ext cx="1801368" cy="810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42068" y="32491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7b39cdb0ef566b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059" y="3073907"/>
            <a:ext cx="3032760" cy="807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22148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de63dedae86b58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4560" cy="423672"/>
          </a:xfrm>
          <a:prstGeom prst="rect">
            <a:avLst/>
          </a:prstGeom>
        </p:spPr>
      </p:pic>
      <p:pic>
        <p:nvPicPr>
          <p:cNvPr id="9" name="Picture 8" descr="2f53120bf9dfff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28700badd3bdf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b9dec83acdd34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890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960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d5a2c92467f9be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41320" cy="411480"/>
          </a:xfrm>
          <a:prstGeom prst="rect">
            <a:avLst/>
          </a:prstGeom>
        </p:spPr>
      </p:pic>
      <p:pic>
        <p:nvPicPr>
          <p:cNvPr id="9" name="Picture 8" descr="8affb1101a179d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554126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c61e723e73851e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9136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192ab9962e6dc8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107" y="2194560"/>
            <a:ext cx="1289304" cy="1213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91058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325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20123ea625216e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8" name="Picture 7" descr="00e7a99be8e12d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03120"/>
            <a:ext cx="935736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9" name="Picture 8" descr="1df02a95485ce3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2" name="Picture 11" descr="84641c90e2ee91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59740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60837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9" name="Picture 8" descr="a28e2ea3731f9d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2" name="Picture 11" descr="627f906189b40b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600456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63885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7551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b5d97e94079cb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663440"/>
            <a:ext cx="64617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20518fcef0388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8" y="2103120"/>
            <a:ext cx="2645664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b63f3b3a75f7bb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a9b3bfaec72a6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94560"/>
            <a:ext cx="969264" cy="1011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35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57f74e63f18b4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03120"/>
            <a:ext cx="966216" cy="1011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436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85c3b95db630c6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692" y="2194560"/>
            <a:ext cx="1088136" cy="1021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b4ec42ed5af64d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215" y="2103120"/>
            <a:ext cx="1085088" cy="10149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9" name="Picture 8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1" name="Picture 10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9" name="Picture 8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1" name="Picture 10" descr="9b87377120470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822448"/>
            <a:ext cx="1834896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7268" y="2176272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9" name="Picture 8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333" y="2194560"/>
            <a:ext cx="13350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10357" y="2176272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1" name="Picture 10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35" y="2225040"/>
            <a:ext cx="5364480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93815" y="21762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0629" y="287273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4" name="Picture 13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889503"/>
            <a:ext cx="1603248" cy="4236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31407" y="287273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5744" y="2084831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9" name="Picture 8" descr="c182d5e9af300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9" y="2103120"/>
            <a:ext cx="1338072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11881" y="2084831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1" name="Picture 10" descr="633192d31288b5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859" y="2133599"/>
            <a:ext cx="5364480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95339" y="2084831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105" y="278129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4" name="Picture 13" descr="9c1cc680a1f0e7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635" y="2798063"/>
            <a:ext cx="1606296" cy="4236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32931" y="278129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9" name="Picture 8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501140"/>
            <a:ext cx="77114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1" name="Picture 10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141220"/>
            <a:ext cx="42672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3" name="Picture 12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2689860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67854" y="266547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4822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6" name="Picture 15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300984"/>
            <a:ext cx="170688" cy="5516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03096" y="334822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48746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9" name="Picture 8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992" y="1501140"/>
            <a:ext cx="77114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31776" y="1440180"/>
            <a:ext cx="8417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14122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77659" y="2052828"/>
            <a:ext cx="829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341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5" name="Picture 14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9006" y="2689860"/>
            <a:ext cx="688848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67854" y="2665476"/>
            <a:ext cx="11565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5878" y="2665476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8228"/>
            <a:ext cx="4395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9" name="Picture 18" descr="e8022fa09c25c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408" y="3300984"/>
            <a:ext cx="170688" cy="55168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03096" y="334822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1" name="Picture 20" descr="0ea9c861f6451dd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431" y="3300984"/>
            <a:ext cx="170688" cy="551688"/>
          </a:xfrm>
          <a:prstGeom prst="rect">
            <a:avLst/>
          </a:prstGeom>
        </p:spPr>
      </p:pic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566883ffdb2567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1253" y="2990088"/>
            <a:ext cx="1335024" cy="6766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76277" y="309981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bdac5bab61ffd0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269" y="2990088"/>
            <a:ext cx="1362456" cy="676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84725" y="3099816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5" name="Picture 14" descr="3202774bcb0530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7247" y="3159252"/>
            <a:ext cx="783336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30583" y="3099816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f7d04d8cca973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184" y="2029968"/>
            <a:ext cx="1508760" cy="7437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75944" y="21732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4816a7a2bcf2f2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935" y="1993392"/>
            <a:ext cx="2209800" cy="816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31736" y="217322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0f65a6bfbd89b5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7727" y="1997964"/>
            <a:ext cx="1816608" cy="807720"/>
          </a:xfrm>
          <a:prstGeom prst="rect">
            <a:avLst/>
          </a:prstGeom>
        </p:spPr>
      </p:pic>
      <p:pic>
        <p:nvPicPr>
          <p:cNvPr id="15" name="Picture 14" descr="70bc6e0f1b3eca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8616" y="3084575"/>
            <a:ext cx="2304288" cy="92049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3434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7aaf26d66cf98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012" y="2026920"/>
            <a:ext cx="4456176" cy="7406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2188" y="216865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1fc48e462d92b6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179" y="1993392"/>
            <a:ext cx="3767328" cy="807720"/>
          </a:xfrm>
          <a:prstGeom prst="rect">
            <a:avLst/>
          </a:prstGeom>
        </p:spPr>
      </p:pic>
      <p:pic>
        <p:nvPicPr>
          <p:cNvPr id="13" name="Picture 12" descr="92a6d22e61379c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159" y="3075432"/>
            <a:ext cx="3505200" cy="8199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336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99ce65e5c8ec57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72200" cy="423672"/>
          </a:xfrm>
          <a:prstGeom prst="rect">
            <a:avLst/>
          </a:prstGeom>
        </p:spPr>
      </p:pic>
      <p:pic>
        <p:nvPicPr>
          <p:cNvPr id="9" name="Picture 8" descr="52caabd3337864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816352" cy="883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2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6f4e119bf12e31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47260" y="471220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5fcfdcd223fa61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499" y="4480560"/>
            <a:ext cx="746760" cy="1011936"/>
          </a:xfrm>
          <a:prstGeom prst="rect">
            <a:avLst/>
          </a:prstGeom>
        </p:spPr>
      </p:pic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061639b8c49f6a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2099" y="2103120"/>
            <a:ext cx="1417320" cy="80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dc62f1bbbc7a81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816864"/>
          </a:xfrm>
          <a:prstGeom prst="rect">
            <a:avLst/>
          </a:prstGeom>
        </p:spPr>
      </p:pic>
      <p:pic>
        <p:nvPicPr>
          <p:cNvPr id="9" name="Picture 8" descr="d55cada8037b33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1399032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c42f4571630d50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792" y="2194560"/>
            <a:ext cx="1773936" cy="1112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0999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195018b9c2dda3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267" y="2194560"/>
            <a:ext cx="1776984" cy="1112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0999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2772" y="477734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3636f909b16359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3011" y="4531978"/>
            <a:ext cx="935736" cy="1039368"/>
          </a:xfrm>
          <a:prstGeom prst="rect">
            <a:avLst/>
          </a:prstGeom>
        </p:spPr>
      </p:pic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6299b72688be4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3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1372" y="48539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f4033d6f9e46bb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611" y="4663440"/>
            <a:ext cx="478536" cy="929640"/>
          </a:xfrm>
          <a:prstGeom prst="rect">
            <a:avLst/>
          </a:prstGeom>
        </p:spPr>
      </p:pic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70a7739fb79464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94560"/>
            <a:ext cx="716280" cy="103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8" name="Picture 7" descr="1b19adcea2f05b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144" y="2103120"/>
            <a:ext cx="713232" cy="10332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8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brightness of a lamp from  </a:t>
            </a:r>
          </a:p>
        </p:txBody>
      </p:sp>
      <p:pic>
        <p:nvPicPr>
          <p:cNvPr id="9" name="Picture 8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23" y="2005584"/>
            <a:ext cx="158496" cy="14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1819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1" name="Picture 10" descr="47fe29c90fa7b5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847" y="1940052"/>
            <a:ext cx="585216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68063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bright is the lamp from 2 meters away?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86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brightness of a lamp from  </a:t>
            </a:r>
          </a:p>
        </p:txBody>
      </p:sp>
      <p:pic>
        <p:nvPicPr>
          <p:cNvPr id="9" name="Picture 8" descr="36ab662f01dc4d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3323" y="2005584"/>
            <a:ext cx="158496" cy="14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1819" y="1851660"/>
            <a:ext cx="27781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meters away is  </a:t>
            </a:r>
          </a:p>
        </p:txBody>
      </p:sp>
      <p:pic>
        <p:nvPicPr>
          <p:cNvPr id="11" name="Picture 10" descr="69ad6c7cdf468fd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847" y="1940052"/>
            <a:ext cx="58826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71111" y="1851660"/>
            <a:ext cx="12516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units.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lamp is 15 centimeters tall.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bright is the lamp from 2 meters away?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110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c414c4c741c779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340" y="4663440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c896e7a3b1e79b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2580" y="2103120"/>
            <a:ext cx="1356360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9536" y="49042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f532a74f60c6ce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776" y="4663440"/>
            <a:ext cx="902208" cy="1030224"/>
          </a:xfrm>
          <a:prstGeom prst="rect">
            <a:avLst/>
          </a:prstGeom>
        </p:spPr>
      </p:pic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1b7d9d459c2854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6004" y="2103120"/>
            <a:ext cx="1429512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1768e3b0aaa3b8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03120"/>
            <a:ext cx="1447800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61aec65184b6be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07" y="2194560"/>
            <a:ext cx="603504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00d9c35b01c5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055" y="2103120"/>
            <a:ext cx="597408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1888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a74f00062d590b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7" y="4663440"/>
            <a:ext cx="60350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9" name="Picture 8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1" name="Picture 10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9" name="Picture 8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1" name="Picture 10" descr="06d7fcaebeec00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687" y="2820924"/>
            <a:ext cx="1914144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6774" y="217170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9" name="Picture 8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228088"/>
            <a:ext cx="344424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1323" y="217170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228088"/>
            <a:ext cx="539496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82526" y="217170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5540" y="285750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4" name="Picture 13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208" y="2945892"/>
            <a:ext cx="783336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25544" y="28575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6774" y="2080260"/>
            <a:ext cx="17572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9" name="Picture 8" descr="3da309422df21a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6899" y="2136648"/>
            <a:ext cx="344424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1323" y="2080260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1" name="Picture 10" descr="50a3dff9085ab5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030" y="2136648"/>
            <a:ext cx="539496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82526" y="2080260"/>
            <a:ext cx="17093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4016" y="2766060"/>
            <a:ext cx="70138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4" name="Picture 13" descr="2cebf16dedade3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0684" y="2854452"/>
            <a:ext cx="786384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27068" y="27660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Large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a large number in scientific notation, read one back into standard form, and find how many times larger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9" name="Picture 8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530096"/>
            <a:ext cx="585216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1" name="Picture 10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113788"/>
            <a:ext cx="77419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3" name="Picture 12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27812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670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exponent:  </a:t>
            </a:r>
          </a:p>
        </p:txBody>
      </p:sp>
      <p:pic>
        <p:nvPicPr>
          <p:cNvPr id="9" name="Picture 8" descr="1f7555b99367de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8353" y="1530096"/>
            <a:ext cx="585216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42209" y="1440180"/>
            <a:ext cx="769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1a29715e972685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113788"/>
            <a:ext cx="774192" cy="3352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25131" y="2052828"/>
            <a:ext cx="2426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1,000,000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dcb33f053a4bb3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04379" y="266547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278124"/>
            <a:ext cx="59976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In 4,500,000, which place is the 4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3604" y="3278124"/>
            <a:ext cx="15117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millions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Powers of ten name the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1,000,000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0540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exponent counts the zeros — and names the place of the 1.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a362daa5aca8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8840" y="2055876"/>
            <a:ext cx="11247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73552" y="1970532"/>
            <a:ext cx="15248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with   </a:t>
            </a:r>
          </a:p>
        </p:txBody>
      </p:sp>
      <p:pic>
        <p:nvPicPr>
          <p:cNvPr id="12" name="Picture 11" descr="24588923a2e411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247" y="2040636"/>
            <a:ext cx="1551432" cy="316992"/>
          </a:xfrm>
          <a:prstGeom prst="rect">
            <a:avLst/>
          </a:prstGeom>
        </p:spPr>
      </p:pic>
      <p:pic>
        <p:nvPicPr>
          <p:cNvPr id="13" name="Picture 12" descr="8e6cc14ac5e461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8388" y="2683764"/>
            <a:ext cx="3136392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04780" y="265633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067fcc93f2b9d5f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771" y="2689860"/>
            <a:ext cx="3642360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at least 1 and less than 10: one nonzero digit before the decimal point.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decimal point moves: 26,000,000. → 2.6, seven places,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7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8462689543fb1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320" y="2001012"/>
            <a:ext cx="210312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70440" y="21777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23b76398c3e7ac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431" y="1993392"/>
            <a:ext cx="3477768" cy="826008"/>
          </a:xfrm>
          <a:prstGeom prst="rect">
            <a:avLst/>
          </a:prstGeom>
        </p:spPr>
      </p:pic>
      <p:pic>
        <p:nvPicPr>
          <p:cNvPr id="13" name="Picture 12" descr="a006e1f5dbf8305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316" y="3093720"/>
            <a:ext cx="4056888" cy="8260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2580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10. Multiply the two results.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8957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On a screen, 8.4E6 means 8.4 ×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In 2018, funding for education in Florida totaled 30,100,000,000 dollars.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Express this value in scientific notation.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c33cd551852111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03064" cy="399288"/>
          </a:xfrm>
          <a:prstGeom prst="rect">
            <a:avLst/>
          </a:prstGeom>
        </p:spPr>
      </p:pic>
      <p:pic>
        <p:nvPicPr>
          <p:cNvPr id="9" name="Picture 8" descr="826a198efbf96e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3848"/>
            <a:ext cx="654405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3.01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10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painting sold for 110,500,000 dollars.  Write this value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1.105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8167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4dc6640317f68a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072" y="2133599"/>
            <a:ext cx="1405128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4200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a7f651d263392d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252" y="2136648"/>
            <a:ext cx="1414272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14752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ea7fbd33ef479e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438656" cy="691896"/>
          </a:xfrm>
          <a:prstGeom prst="rect">
            <a:avLst/>
          </a:prstGeom>
        </p:spPr>
      </p:pic>
      <p:pic>
        <p:nvPicPr>
          <p:cNvPr id="9" name="Picture 8" descr="ecf3b7ddda2003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2386584" cy="807720"/>
          </a:xfrm>
          <a:prstGeom prst="rect">
            <a:avLst/>
          </a:prstGeom>
        </p:spPr>
      </p:pic>
      <p:pic>
        <p:nvPicPr>
          <p:cNvPr id="10" name="Picture 9" descr="8a1e664f4b4116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8496"/>
            <a:ext cx="2026920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152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 times larger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4952" y="2185415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9" name="Picture 8" descr="b3b23388699e71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24165" y="2945892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1" name="Picture 10" descr="33ace73c84f9ae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3512"/>
            <a:ext cx="1734312" cy="441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4952" y="2186940"/>
            <a:ext cx="3923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Everglades alligators:  </a:t>
            </a:r>
          </a:p>
        </p:txBody>
      </p:sp>
      <p:pic>
        <p:nvPicPr>
          <p:cNvPr id="9" name="Picture 8" descr="9213e17c268194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1775" y="2194560"/>
            <a:ext cx="1764792" cy="441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24165" y="2948940"/>
            <a:ext cx="33160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Florida alligators:  </a:t>
            </a:r>
          </a:p>
        </p:txBody>
      </p:sp>
      <p:pic>
        <p:nvPicPr>
          <p:cNvPr id="11" name="Picture 10" descr="c0aa154a2b895b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42" y="2956560"/>
            <a:ext cx="1734312" cy="441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3718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About how many times larger is the Florida number?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about 7.5 times larger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4,000,000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0641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9" name="Picture 8" descr="5f1494d210188d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522" y="2225040"/>
            <a:ext cx="1429512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4034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2165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9" name="Picture 8" descr="52d884c0ec37c9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6046" y="2132076"/>
            <a:ext cx="1426464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32510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72,000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stadium's renovation used  356,000  bolts.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stadium seats 71,000 people.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number of bolts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3.56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49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9" name="Picture 8" descr="1ab45d017fce8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223516"/>
            <a:ext cx="1411224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6622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1" name="Picture 10" descr="d99a9851995ad5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9308" y="2223516"/>
            <a:ext cx="1389888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291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496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9" name="Picture 8" descr="78380355eb5e91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398" y="2132076"/>
            <a:ext cx="1414272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9670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1" name="Picture 10" descr="7abd88142838d7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2356" y="2132076"/>
            <a:ext cx="1386840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291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52,000,000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5.2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5.2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5.2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9919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cb3383a0ac489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824" y="2225040"/>
            <a:ext cx="1109472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0296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136c380adf2acf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9348" y="2223516"/>
            <a:ext cx="1106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45772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8395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f5c1556a2a4007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300" y="2133599"/>
            <a:ext cx="1109472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e6a3bddbc4c7d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109472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47296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1,000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9023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9dfa88f60f7695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928" y="2223516"/>
            <a:ext cx="1411224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1152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441501d81b57e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225040"/>
            <a:ext cx="1426464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156668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207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f4de1fd42bbb25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976" y="2132076"/>
            <a:ext cx="1408176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115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f8ac844b491820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0204" y="2132076"/>
            <a:ext cx="1423416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15362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400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3.5E9.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3,500,000,000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4026" y="217170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9" name="Picture 8" descr="8eae714437c97e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6417" y="2223516"/>
            <a:ext cx="1310640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97057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2502" y="2080260"/>
            <a:ext cx="50295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Marcus writes  2,000,000  as  </a:t>
            </a:r>
          </a:p>
        </p:txBody>
      </p:sp>
      <p:pic>
        <p:nvPicPr>
          <p:cNvPr id="9" name="Picture 8" descr="b1be6639231b1d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4893" y="2132076"/>
            <a:ext cx="1313688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9858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Is his expression equal to 2,000,000? Is it scientific notation? Explain.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Equal, yes. Scientific notation, no: 20 is not less than 10. 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8 — Writing Large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large numbers — 2AL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large numbers — WEZ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— LJQ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0" name="Picture 9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141220"/>
            <a:ext cx="557784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95688" y="205282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3" name="Picture 12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689860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53019" y="266547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35754" y="144018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14122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5688" y="205282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3" name="Picture 12" descr="357ee64ca77eb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46" y="2075688"/>
            <a:ext cx="746760" cy="600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66547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5" name="Picture 14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689860"/>
            <a:ext cx="688848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53019" y="266547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84153" y="2665476"/>
            <a:ext cx="1529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19" name="Picture 18" descr="0d671d8905812b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058" y="3300984"/>
            <a:ext cx="746760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7b97c2695b4b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4020" y="3017520"/>
            <a:ext cx="1691640" cy="6797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25660" y="312877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9756d439c25d70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1651" y="2990088"/>
            <a:ext cx="3355848" cy="734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6298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b164213b9232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792" y="2022348"/>
            <a:ext cx="323392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05720" y="197053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5d136b823d619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711" y="2022348"/>
            <a:ext cx="3938016" cy="353568"/>
          </a:xfrm>
          <a:prstGeom prst="rect">
            <a:avLst/>
          </a:prstGeom>
        </p:spPr>
      </p:pic>
      <p:pic>
        <p:nvPicPr>
          <p:cNvPr id="13" name="Picture 12" descr="40f6cd0eb0ebc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8391" y="2711196"/>
            <a:ext cx="436473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960a542aafe9c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276" y="1993392"/>
            <a:ext cx="45567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91036" y="217627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a13ef6adfb19a5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27" y="1993392"/>
            <a:ext cx="2490216" cy="822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54679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6168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3795759730f8e3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90544" cy="792480"/>
          </a:xfrm>
          <a:prstGeom prst="rect">
            <a:avLst/>
          </a:prstGeom>
        </p:spPr>
      </p:pic>
      <p:pic>
        <p:nvPicPr>
          <p:cNvPr id="9" name="Picture 8" descr="e86600eaee99c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938016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19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096" y="2133599"/>
            <a:ext cx="1621536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163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684" y="2136648"/>
            <a:ext cx="1575816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33650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59c7818cbaac33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52144" cy="685800"/>
          </a:xfrm>
          <a:prstGeom prst="rect">
            <a:avLst/>
          </a:prstGeom>
        </p:spPr>
      </p:pic>
      <p:pic>
        <p:nvPicPr>
          <p:cNvPr id="9" name="Picture 8" descr="6b497f46afc4e7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0360"/>
            <a:ext cx="3721608" cy="810768"/>
          </a:xfrm>
          <a:prstGeom prst="rect">
            <a:avLst/>
          </a:prstGeom>
        </p:spPr>
      </p:pic>
      <p:pic>
        <p:nvPicPr>
          <p:cNvPr id="10" name="Picture 9" descr="60571d6036a338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5448"/>
            <a:ext cx="2450592" cy="399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219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9235" y="2185415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40" y="2196083"/>
            <a:ext cx="2005584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5724" y="2185415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776" y="2194560"/>
            <a:ext cx="2011680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46456" y="2185415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7711" y="2183892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2496b86a473803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16" y="2194560"/>
            <a:ext cx="2008632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7248" y="2183892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8ceadc81776217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194560"/>
            <a:ext cx="2011680" cy="4358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747980" y="2183892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043ff5c9055650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6153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9" name="Picture 8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225040"/>
            <a:ext cx="1618488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8522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6153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9" name="Picture 8" descr="533d0b83fdac28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132076"/>
            <a:ext cx="1618488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8522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7895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800" y="2225040"/>
            <a:ext cx="1298448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7248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223516"/>
            <a:ext cx="1301496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377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3323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9" name="Picture 8" descr="e98b31f32f5b09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228" y="2133599"/>
            <a:ext cx="1304544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877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1" name="Picture 10" descr="ccaef7e81c683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7824" y="2132076"/>
            <a:ext cx="130454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42368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0075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9" name="Picture 8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58" y="2223516"/>
            <a:ext cx="1600200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29858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1" name="Picture 10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544" y="2225040"/>
            <a:ext cx="1612392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493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7708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9" name="Picture 8" descr="df917c83e179d4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6610" y="2132076"/>
            <a:ext cx="1606296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32906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1" name="Picture 10" descr="1a294302f9ade9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5592" y="2133599"/>
            <a:ext cx="1612392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798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7665" y="21717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9" name="Picture 8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499" y="2226564"/>
            <a:ext cx="1313688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7187" y="21717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9189" y="28575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2" name="Picture 11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023" y="2912364"/>
            <a:ext cx="1310640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5663" y="28575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6141" y="20802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9" name="Picture 8" descr="77a4d57c92c152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975" y="2135124"/>
            <a:ext cx="1316736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18711" y="20802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141" y="27660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2" name="Picture 11" descr="ecebfbd77cf00b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1975" y="2820924"/>
            <a:ext cx="1316736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8711" y="27660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