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1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75.png"/><Relationship Id="rId8" Type="http://schemas.openxmlformats.org/officeDocument/2006/relationships/image" Target="../media/image1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Relationship Id="rId3" Type="http://schemas.openxmlformats.org/officeDocument/2006/relationships/image" Target="../media/image16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Relationship Id="rId4" Type="http://schemas.openxmlformats.org/officeDocument/2006/relationships/image" Target="../media/image16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Relationship Id="rId3" Type="http://schemas.openxmlformats.org/officeDocument/2006/relationships/image" Target="../media/image167.png"/><Relationship Id="rId4" Type="http://schemas.openxmlformats.org/officeDocument/2006/relationships/image" Target="../media/image168.png"/><Relationship Id="rId5" Type="http://schemas.openxmlformats.org/officeDocument/2006/relationships/image" Target="../media/image16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Relationship Id="rId4" Type="http://schemas.openxmlformats.org/officeDocument/2006/relationships/image" Target="../media/image17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Relationship Id="rId4" Type="http://schemas.openxmlformats.org/officeDocument/2006/relationships/image" Target="../media/image17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Relationship Id="rId3" Type="http://schemas.openxmlformats.org/officeDocument/2006/relationships/image" Target="../media/image181.png"/><Relationship Id="rId4" Type="http://schemas.openxmlformats.org/officeDocument/2006/relationships/image" Target="../media/image182.png"/><Relationship Id="rId5" Type="http://schemas.openxmlformats.org/officeDocument/2006/relationships/image" Target="../media/image18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Relationship Id="rId3" Type="http://schemas.openxmlformats.org/officeDocument/2006/relationships/image" Target="../media/image186.png"/><Relationship Id="rId4" Type="http://schemas.openxmlformats.org/officeDocument/2006/relationships/image" Target="../media/image1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Relationship Id="rId3" Type="http://schemas.openxmlformats.org/officeDocument/2006/relationships/image" Target="../media/image194.png"/><Relationship Id="rId4" Type="http://schemas.openxmlformats.org/officeDocument/2006/relationships/image" Target="../media/image19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3.png"/><Relationship Id="rId4" Type="http://schemas.openxmlformats.org/officeDocument/2006/relationships/image" Target="../media/image20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07.png"/><Relationship Id="rId4" Type="http://schemas.openxmlformats.org/officeDocument/2006/relationships/image" Target="../media/image20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Relationship Id="rId3" Type="http://schemas.openxmlformats.org/officeDocument/2006/relationships/image" Target="../media/image211.png"/><Relationship Id="rId4" Type="http://schemas.openxmlformats.org/officeDocument/2006/relationships/image" Target="../media/image212.png"/><Relationship Id="rId5" Type="http://schemas.openxmlformats.org/officeDocument/2006/relationships/image" Target="../media/image2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Relationship Id="rId5" Type="http://schemas.openxmlformats.org/officeDocument/2006/relationships/image" Target="../media/image219.png"/><Relationship Id="rId6" Type="http://schemas.openxmlformats.org/officeDocument/2006/relationships/image" Target="../media/image22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Relationship Id="rId4" Type="http://schemas.openxmlformats.org/officeDocument/2006/relationships/image" Target="../media/image223.png"/><Relationship Id="rId5" Type="http://schemas.openxmlformats.org/officeDocument/2006/relationships/image" Target="../media/image224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Relationship Id="rId8" Type="http://schemas.openxmlformats.org/officeDocument/2006/relationships/image" Target="../media/image227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Relationship Id="rId5" Type="http://schemas.openxmlformats.org/officeDocument/2006/relationships/image" Target="../media/image23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Relationship Id="rId5" Type="http://schemas.openxmlformats.org/officeDocument/2006/relationships/image" Target="../media/image231.png"/><Relationship Id="rId6" Type="http://schemas.openxmlformats.org/officeDocument/2006/relationships/image" Target="../media/image232.png"/><Relationship Id="rId7" Type="http://schemas.openxmlformats.org/officeDocument/2006/relationships/image" Target="../media/image23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Relationship Id="rId3" Type="http://schemas.openxmlformats.org/officeDocument/2006/relationships/image" Target="../media/image238.png"/><Relationship Id="rId4" Type="http://schemas.openxmlformats.org/officeDocument/2006/relationships/image" Target="../media/image84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Relationship Id="rId7" Type="http://schemas.openxmlformats.org/officeDocument/2006/relationships/image" Target="../media/image241.png"/><Relationship Id="rId8" Type="http://schemas.openxmlformats.org/officeDocument/2006/relationships/image" Target="../media/image24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Relationship Id="rId3" Type="http://schemas.openxmlformats.org/officeDocument/2006/relationships/image" Target="../media/image251.png"/><Relationship Id="rId4" Type="http://schemas.openxmlformats.org/officeDocument/2006/relationships/image" Target="../media/image252.png"/><Relationship Id="rId5" Type="http://schemas.openxmlformats.org/officeDocument/2006/relationships/image" Target="../media/image253.png"/><Relationship Id="rId6" Type="http://schemas.openxmlformats.org/officeDocument/2006/relationships/image" Target="../media/image254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Relationship Id="rId3" Type="http://schemas.openxmlformats.org/officeDocument/2006/relationships/image" Target="../media/image257.png"/><Relationship Id="rId4" Type="http://schemas.openxmlformats.org/officeDocument/2006/relationships/image" Target="../media/image25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Relationship Id="rId3" Type="http://schemas.openxmlformats.org/officeDocument/2006/relationships/image" Target="../media/image25.png"/><Relationship Id="rId4" Type="http://schemas.openxmlformats.org/officeDocument/2006/relationships/image" Target="../media/image268.png"/><Relationship Id="rId5" Type="http://schemas.openxmlformats.org/officeDocument/2006/relationships/image" Target="../media/image26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image" Target="../media/image60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Relationship Id="rId3" Type="http://schemas.openxmlformats.org/officeDocument/2006/relationships/image" Target="../media/image28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Relationship Id="rId4" Type="http://schemas.openxmlformats.org/officeDocument/2006/relationships/image" Target="../media/image291.png"/><Relationship Id="rId5" Type="http://schemas.openxmlformats.org/officeDocument/2006/relationships/image" Target="../media/image292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Relationship Id="rId3" Type="http://schemas.openxmlformats.org/officeDocument/2006/relationships/image" Target="../media/image297.png"/><Relationship Id="rId4" Type="http://schemas.openxmlformats.org/officeDocument/2006/relationships/image" Target="../media/image298.png"/><Relationship Id="rId5" Type="http://schemas.openxmlformats.org/officeDocument/2006/relationships/image" Target="../media/image299.png"/><Relationship Id="rId6" Type="http://schemas.openxmlformats.org/officeDocument/2006/relationships/image" Target="../media/image300.png"/><Relationship Id="rId7" Type="http://schemas.openxmlformats.org/officeDocument/2006/relationships/image" Target="../media/image75.png"/><Relationship Id="rId8" Type="http://schemas.openxmlformats.org/officeDocument/2006/relationships/image" Target="../media/image30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7.png"/><Relationship Id="rId4" Type="http://schemas.openxmlformats.org/officeDocument/2006/relationships/image" Target="../media/image303.png"/><Relationship Id="rId5" Type="http://schemas.openxmlformats.org/officeDocument/2006/relationships/image" Target="../media/image308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9.png"/><Relationship Id="rId9" Type="http://schemas.openxmlformats.org/officeDocument/2006/relationships/image" Target="../media/image306.png"/><Relationship Id="rId10" Type="http://schemas.openxmlformats.org/officeDocument/2006/relationships/image" Target="../media/image310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Relationship Id="rId5" Type="http://schemas.openxmlformats.org/officeDocument/2006/relationships/image" Target="../media/image314.png"/><Relationship Id="rId6" Type="http://schemas.openxmlformats.org/officeDocument/2006/relationships/image" Target="../media/image31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Relationship Id="rId3" Type="http://schemas.openxmlformats.org/officeDocument/2006/relationships/image" Target="../media/image322.png"/><Relationship Id="rId4" Type="http://schemas.openxmlformats.org/officeDocument/2006/relationships/image" Target="../media/image323.png"/><Relationship Id="rId5" Type="http://schemas.openxmlformats.org/officeDocument/2006/relationships/image" Target="../media/image324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Relationship Id="rId3" Type="http://schemas.openxmlformats.org/officeDocument/2006/relationships/image" Target="../media/image32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Relationship Id="rId3" Type="http://schemas.openxmlformats.org/officeDocument/2006/relationships/image" Target="../media/image330.png"/><Relationship Id="rId4" Type="http://schemas.openxmlformats.org/officeDocument/2006/relationships/image" Target="../media/image33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Relationship Id="rId3" Type="http://schemas.openxmlformats.org/officeDocument/2006/relationships/image" Target="../media/image338.png"/><Relationship Id="rId4" Type="http://schemas.openxmlformats.org/officeDocument/2006/relationships/image" Target="../media/image33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Relationship Id="rId4" Type="http://schemas.openxmlformats.org/officeDocument/2006/relationships/image" Target="../media/image343.png"/><Relationship Id="rId5" Type="http://schemas.openxmlformats.org/officeDocument/2006/relationships/image" Target="../media/image34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Relationship Id="rId4" Type="http://schemas.openxmlformats.org/officeDocument/2006/relationships/image" Target="../media/image34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Relationship Id="rId3" Type="http://schemas.openxmlformats.org/officeDocument/2006/relationships/image" Target="../media/image35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35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57.png"/><Relationship Id="rId4" Type="http://schemas.openxmlformats.org/officeDocument/2006/relationships/image" Target="../media/image358.png"/><Relationship Id="rId5" Type="http://schemas.openxmlformats.org/officeDocument/2006/relationships/image" Target="../media/image359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Relationship Id="rId4" Type="http://schemas.openxmlformats.org/officeDocument/2006/relationships/image" Target="../media/image363.png"/><Relationship Id="rId5" Type="http://schemas.openxmlformats.org/officeDocument/2006/relationships/image" Target="../media/image364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Relationship Id="rId3" Type="http://schemas.openxmlformats.org/officeDocument/2006/relationships/image" Target="../media/image366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Relationship Id="rId3" Type="http://schemas.openxmlformats.org/officeDocument/2006/relationships/image" Target="../media/image368.png"/><Relationship Id="rId4" Type="http://schemas.openxmlformats.org/officeDocument/2006/relationships/image" Target="../media/image36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Relationship Id="rId6" Type="http://schemas.openxmlformats.org/officeDocument/2006/relationships/image" Target="../media/image374.png"/><Relationship Id="rId7" Type="http://schemas.openxmlformats.org/officeDocument/2006/relationships/image" Target="../media/image75.png"/><Relationship Id="rId8" Type="http://schemas.openxmlformats.org/officeDocument/2006/relationships/image" Target="../media/image37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Relationship Id="rId3" Type="http://schemas.openxmlformats.org/officeDocument/2006/relationships/image" Target="../media/image377.png"/><Relationship Id="rId4" Type="http://schemas.openxmlformats.org/officeDocument/2006/relationships/image" Target="../media/image378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Relationship Id="rId3" Type="http://schemas.openxmlformats.org/officeDocument/2006/relationships/image" Target="../media/image379.png"/><Relationship Id="rId4" Type="http://schemas.openxmlformats.org/officeDocument/2006/relationships/image" Target="../media/image377.png"/><Relationship Id="rId5" Type="http://schemas.openxmlformats.org/officeDocument/2006/relationships/image" Target="../media/image378.png"/><Relationship Id="rId6" Type="http://schemas.openxmlformats.org/officeDocument/2006/relationships/image" Target="../media/image380.png"/><Relationship Id="rId7" Type="http://schemas.openxmlformats.org/officeDocument/2006/relationships/image" Target="../media/image381.png"/><Relationship Id="rId8" Type="http://schemas.openxmlformats.org/officeDocument/2006/relationships/image" Target="../media/image382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Relationship Id="rId4" Type="http://schemas.openxmlformats.org/officeDocument/2006/relationships/image" Target="../media/image387.png"/><Relationship Id="rId5" Type="http://schemas.openxmlformats.org/officeDocument/2006/relationships/image" Target="../media/image388.png"/><Relationship Id="rId6" Type="http://schemas.openxmlformats.org/officeDocument/2006/relationships/image" Target="../media/image38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Relationship Id="rId4" Type="http://schemas.openxmlformats.org/officeDocument/2006/relationships/image" Target="../media/image39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Relationship Id="rId4" Type="http://schemas.openxmlformats.org/officeDocument/2006/relationships/image" Target="../media/image395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Relationship Id="rId4" Type="http://schemas.openxmlformats.org/officeDocument/2006/relationships/image" Target="../media/image402.png"/><Relationship Id="rId5" Type="http://schemas.openxmlformats.org/officeDocument/2006/relationships/image" Target="../media/image40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07.png"/><Relationship Id="rId4" Type="http://schemas.openxmlformats.org/officeDocument/2006/relationships/image" Target="../media/image408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Relationship Id="rId3" Type="http://schemas.openxmlformats.org/officeDocument/2006/relationships/image" Target="../media/image410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Relationship Id="rId3" Type="http://schemas.openxmlformats.org/officeDocument/2006/relationships/image" Target="../media/image412.png"/><Relationship Id="rId4" Type="http://schemas.openxmlformats.org/officeDocument/2006/relationships/image" Target="../media/image413.png"/><Relationship Id="rId5" Type="http://schemas.openxmlformats.org/officeDocument/2006/relationships/image" Target="../media/image414.png"/><Relationship Id="rId6" Type="http://schemas.openxmlformats.org/officeDocument/2006/relationships/image" Target="../media/image41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Relationship Id="rId3" Type="http://schemas.openxmlformats.org/officeDocument/2006/relationships/image" Target="../media/image418.png"/><Relationship Id="rId4" Type="http://schemas.openxmlformats.org/officeDocument/2006/relationships/image" Target="../media/image419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Relationship Id="rId5" Type="http://schemas.openxmlformats.org/officeDocument/2006/relationships/image" Target="../media/image424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Relationship Id="rId5" Type="http://schemas.openxmlformats.org/officeDocument/2006/relationships/image" Target="../media/image429.png"/><Relationship Id="rId6" Type="http://schemas.openxmlformats.org/officeDocument/2006/relationships/image" Target="../media/image430.png"/><Relationship Id="rId7" Type="http://schemas.openxmlformats.org/officeDocument/2006/relationships/image" Target="../media/image431.png"/><Relationship Id="rId8" Type="http://schemas.openxmlformats.org/officeDocument/2006/relationships/image" Target="../media/image43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Relationship Id="rId3" Type="http://schemas.openxmlformats.org/officeDocument/2006/relationships/image" Target="../media/image434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6.png"/><Relationship Id="rId4" Type="http://schemas.openxmlformats.org/officeDocument/2006/relationships/image" Target="../media/image437.png"/><Relationship Id="rId5" Type="http://schemas.openxmlformats.org/officeDocument/2006/relationships/image" Target="../media/image43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Relationship Id="rId3" Type="http://schemas.openxmlformats.org/officeDocument/2006/relationships/image" Target="../media/image441.png"/><Relationship Id="rId4" Type="http://schemas.openxmlformats.org/officeDocument/2006/relationships/image" Target="../media/image442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Relationship Id="rId3" Type="http://schemas.openxmlformats.org/officeDocument/2006/relationships/image" Target="../media/image445.png"/><Relationship Id="rId4" Type="http://schemas.openxmlformats.org/officeDocument/2006/relationships/image" Target="../media/image44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Relationship Id="rId4" Type="http://schemas.openxmlformats.org/officeDocument/2006/relationships/image" Target="../media/image450.png"/><Relationship Id="rId5" Type="http://schemas.openxmlformats.org/officeDocument/2006/relationships/image" Target="../media/image45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Relationship Id="rId5" Type="http://schemas.openxmlformats.org/officeDocument/2006/relationships/image" Target="../media/image456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Relationship Id="rId3" Type="http://schemas.openxmlformats.org/officeDocument/2006/relationships/image" Target="../media/image458.png"/><Relationship Id="rId4" Type="http://schemas.openxmlformats.org/officeDocument/2006/relationships/image" Target="../media/image459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Relationship Id="rId4" Type="http://schemas.openxmlformats.org/officeDocument/2006/relationships/image" Target="../media/image462.png"/><Relationship Id="rId5" Type="http://schemas.openxmlformats.org/officeDocument/2006/relationships/image" Target="../media/image463.png"/><Relationship Id="rId6" Type="http://schemas.openxmlformats.org/officeDocument/2006/relationships/image" Target="../media/image46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Relationship Id="rId4" Type="http://schemas.openxmlformats.org/officeDocument/2006/relationships/image" Target="../media/image467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0.png"/><Relationship Id="rId8" Type="http://schemas.openxmlformats.org/officeDocument/2006/relationships/image" Target="../media/image471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Relationship Id="rId4" Type="http://schemas.openxmlformats.org/officeDocument/2006/relationships/image" Target="../media/image154.png"/><Relationship Id="rId5" Type="http://schemas.openxmlformats.org/officeDocument/2006/relationships/image" Target="../media/image47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Relationship Id="rId4" Type="http://schemas.openxmlformats.org/officeDocument/2006/relationships/image" Target="../media/image154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Relationship Id="rId5" Type="http://schemas.openxmlformats.org/officeDocument/2006/relationships/image" Target="../media/image479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Relationship Id="rId3" Type="http://schemas.openxmlformats.org/officeDocument/2006/relationships/image" Target="../media/image481.png"/><Relationship Id="rId4" Type="http://schemas.openxmlformats.org/officeDocument/2006/relationships/image" Target="../media/image482.png"/><Relationship Id="rId5" Type="http://schemas.openxmlformats.org/officeDocument/2006/relationships/image" Target="../media/image48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Relationship Id="rId3" Type="http://schemas.openxmlformats.org/officeDocument/2006/relationships/image" Target="../media/image485.png"/><Relationship Id="rId4" Type="http://schemas.openxmlformats.org/officeDocument/2006/relationships/image" Target="../media/image486.png"/><Relationship Id="rId5" Type="http://schemas.openxmlformats.org/officeDocument/2006/relationships/image" Target="../media/image48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Relationship Id="rId3" Type="http://schemas.openxmlformats.org/officeDocument/2006/relationships/image" Target="../media/image490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Relationship Id="rId3" Type="http://schemas.openxmlformats.org/officeDocument/2006/relationships/image" Target="../media/image493.png"/><Relationship Id="rId4" Type="http://schemas.openxmlformats.org/officeDocument/2006/relationships/image" Target="../media/image494.png"/><Relationship Id="rId5" Type="http://schemas.openxmlformats.org/officeDocument/2006/relationships/image" Target="../media/image495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Relationship Id="rId3" Type="http://schemas.openxmlformats.org/officeDocument/2006/relationships/image" Target="../media/image498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Relationship Id="rId3" Type="http://schemas.openxmlformats.org/officeDocument/2006/relationships/image" Target="../media/image501.png"/><Relationship Id="rId4" Type="http://schemas.openxmlformats.org/officeDocument/2006/relationships/image" Target="../media/image502.png"/><Relationship Id="rId5" Type="http://schemas.openxmlformats.org/officeDocument/2006/relationships/image" Target="../media/image503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Relationship Id="rId3" Type="http://schemas.openxmlformats.org/officeDocument/2006/relationships/image" Target="../media/image506.png"/><Relationship Id="rId4" Type="http://schemas.openxmlformats.org/officeDocument/2006/relationships/image" Target="../media/image507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Relationship Id="rId3" Type="http://schemas.openxmlformats.org/officeDocument/2006/relationships/image" Target="../media/image510.png"/><Relationship Id="rId4" Type="http://schemas.openxmlformats.org/officeDocument/2006/relationships/image" Target="../media/image511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Relationship Id="rId3" Type="http://schemas.openxmlformats.org/officeDocument/2006/relationships/image" Target="../media/image51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Relationship Id="rId3" Type="http://schemas.openxmlformats.org/officeDocument/2006/relationships/image" Target="../media/image515.png"/><Relationship Id="rId4" Type="http://schemas.openxmlformats.org/officeDocument/2006/relationships/image" Target="../media/image516.png"/><Relationship Id="rId5" Type="http://schemas.openxmlformats.org/officeDocument/2006/relationships/image" Target="../media/image517.png"/><Relationship Id="rId6" Type="http://schemas.openxmlformats.org/officeDocument/2006/relationships/image" Target="../media/image51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Relationship Id="rId3" Type="http://schemas.openxmlformats.org/officeDocument/2006/relationships/image" Target="../media/image521.png"/><Relationship Id="rId4" Type="http://schemas.openxmlformats.org/officeDocument/2006/relationships/image" Target="../media/image494.png"/><Relationship Id="rId5" Type="http://schemas.openxmlformats.org/officeDocument/2006/relationships/image" Target="../media/image522.png"/><Relationship Id="rId6" Type="http://schemas.openxmlformats.org/officeDocument/2006/relationships/image" Target="../media/image52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Relationship Id="rId3" Type="http://schemas.openxmlformats.org/officeDocument/2006/relationships/image" Target="../media/image526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Relationship Id="rId3" Type="http://schemas.openxmlformats.org/officeDocument/2006/relationships/image" Target="../media/image529.png"/><Relationship Id="rId4" Type="http://schemas.openxmlformats.org/officeDocument/2006/relationships/image" Target="../media/image530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Relationship Id="rId3" Type="http://schemas.openxmlformats.org/officeDocument/2006/relationships/image" Target="../media/image533.png"/><Relationship Id="rId4" Type="http://schemas.openxmlformats.org/officeDocument/2006/relationships/image" Target="../media/image534.png"/><Relationship Id="rId5" Type="http://schemas.openxmlformats.org/officeDocument/2006/relationships/image" Target="../media/image535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5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538.png"/><Relationship Id="rId4" Type="http://schemas.openxmlformats.org/officeDocument/2006/relationships/image" Target="../media/image539.png"/><Relationship Id="rId5" Type="http://schemas.openxmlformats.org/officeDocument/2006/relationships/image" Target="../media/image540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Relationship Id="rId3" Type="http://schemas.openxmlformats.org/officeDocument/2006/relationships/image" Target="../media/image542.png"/><Relationship Id="rId4" Type="http://schemas.openxmlformats.org/officeDocument/2006/relationships/image" Target="../media/image543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Relationship Id="rId3" Type="http://schemas.openxmlformats.org/officeDocument/2006/relationships/image" Target="../media/image545.png"/><Relationship Id="rId4" Type="http://schemas.openxmlformats.org/officeDocument/2006/relationships/image" Target="../media/image546.png"/><Relationship Id="rId5" Type="http://schemas.openxmlformats.org/officeDocument/2006/relationships/image" Target="../media/image547.png"/><Relationship Id="rId6" Type="http://schemas.openxmlformats.org/officeDocument/2006/relationships/image" Target="../media/image548.png"/><Relationship Id="rId7" Type="http://schemas.openxmlformats.org/officeDocument/2006/relationships/image" Target="../media/image549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Relationship Id="rId3" Type="http://schemas.openxmlformats.org/officeDocument/2006/relationships/image" Target="../media/image551.png"/><Relationship Id="rId4" Type="http://schemas.openxmlformats.org/officeDocument/2006/relationships/image" Target="../media/image552.png"/><Relationship Id="rId5" Type="http://schemas.openxmlformats.org/officeDocument/2006/relationships/image" Target="../media/image553.png"/><Relationship Id="rId6" Type="http://schemas.openxmlformats.org/officeDocument/2006/relationships/image" Target="../media/image554.png"/><Relationship Id="rId7" Type="http://schemas.openxmlformats.org/officeDocument/2006/relationships/image" Target="../media/image75.png"/><Relationship Id="rId8" Type="http://schemas.openxmlformats.org/officeDocument/2006/relationships/image" Target="../media/image555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Relationship Id="rId3" Type="http://schemas.openxmlformats.org/officeDocument/2006/relationships/image" Target="../media/image557.png"/><Relationship Id="rId4" Type="http://schemas.openxmlformats.org/officeDocument/2006/relationships/image" Target="../media/image558.png"/><Relationship Id="rId5" Type="http://schemas.openxmlformats.org/officeDocument/2006/relationships/image" Target="../media/image332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Relationship Id="rId3" Type="http://schemas.openxmlformats.org/officeDocument/2006/relationships/image" Target="../media/image557.png"/><Relationship Id="rId4" Type="http://schemas.openxmlformats.org/officeDocument/2006/relationships/image" Target="../media/image558.png"/><Relationship Id="rId5" Type="http://schemas.openxmlformats.org/officeDocument/2006/relationships/image" Target="../media/image332.png"/><Relationship Id="rId6" Type="http://schemas.openxmlformats.org/officeDocument/2006/relationships/image" Target="../media/image559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Relationship Id="rId3" Type="http://schemas.openxmlformats.org/officeDocument/2006/relationships/image" Target="../media/image564.png"/><Relationship Id="rId4" Type="http://schemas.openxmlformats.org/officeDocument/2006/relationships/image" Target="../media/image565.png"/><Relationship Id="rId5" Type="http://schemas.openxmlformats.org/officeDocument/2006/relationships/image" Target="../media/image5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Relationship Id="rId3" Type="http://schemas.openxmlformats.org/officeDocument/2006/relationships/image" Target="../media/image568.png"/><Relationship Id="rId4" Type="http://schemas.openxmlformats.org/officeDocument/2006/relationships/image" Target="../media/image569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Relationship Id="rId3" Type="http://schemas.openxmlformats.org/officeDocument/2006/relationships/image" Target="../media/image572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Relationship Id="rId3" Type="http://schemas.openxmlformats.org/officeDocument/2006/relationships/image" Target="../media/image575.png"/><Relationship Id="rId4" Type="http://schemas.openxmlformats.org/officeDocument/2006/relationships/image" Target="../media/image576.png"/><Relationship Id="rId5" Type="http://schemas.openxmlformats.org/officeDocument/2006/relationships/image" Target="../media/image577.png"/><Relationship Id="rId6" Type="http://schemas.openxmlformats.org/officeDocument/2006/relationships/image" Target="../media/image578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0.png"/><Relationship Id="rId3" Type="http://schemas.openxmlformats.org/officeDocument/2006/relationships/image" Target="../media/image581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3.png"/><Relationship Id="rId3" Type="http://schemas.openxmlformats.org/officeDocument/2006/relationships/image" Target="../media/image584.png"/><Relationship Id="rId4" Type="http://schemas.openxmlformats.org/officeDocument/2006/relationships/image" Target="../media/image58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7.png"/><Relationship Id="rId3" Type="http://schemas.openxmlformats.org/officeDocument/2006/relationships/image" Target="../media/image588.png"/><Relationship Id="rId4" Type="http://schemas.openxmlformats.org/officeDocument/2006/relationships/image" Target="../media/image589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1.png"/><Relationship Id="rId3" Type="http://schemas.openxmlformats.org/officeDocument/2006/relationships/image" Target="../media/image592.png"/><Relationship Id="rId4" Type="http://schemas.openxmlformats.org/officeDocument/2006/relationships/image" Target="../media/image59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4.png"/><Relationship Id="rId3" Type="http://schemas.openxmlformats.org/officeDocument/2006/relationships/image" Target="../media/image595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4.png"/><Relationship Id="rId3" Type="http://schemas.openxmlformats.org/officeDocument/2006/relationships/image" Target="../media/image596.png"/><Relationship Id="rId4" Type="http://schemas.openxmlformats.org/officeDocument/2006/relationships/image" Target="../media/image597.png"/><Relationship Id="rId5" Type="http://schemas.openxmlformats.org/officeDocument/2006/relationships/image" Target="../media/image598.png"/><Relationship Id="rId6" Type="http://schemas.openxmlformats.org/officeDocument/2006/relationships/image" Target="../media/image599.png"/><Relationship Id="rId7" Type="http://schemas.openxmlformats.org/officeDocument/2006/relationships/image" Target="../media/image254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1.png"/><Relationship Id="rId3" Type="http://schemas.openxmlformats.org/officeDocument/2006/relationships/image" Target="../media/image602.png"/><Relationship Id="rId4" Type="http://schemas.openxmlformats.org/officeDocument/2006/relationships/image" Target="../media/image60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5.png"/><Relationship Id="rId3" Type="http://schemas.openxmlformats.org/officeDocument/2006/relationships/image" Target="../media/image606.png"/><Relationship Id="rId4" Type="http://schemas.openxmlformats.org/officeDocument/2006/relationships/image" Target="../media/image60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9.png"/><Relationship Id="rId3" Type="http://schemas.openxmlformats.org/officeDocument/2006/relationships/image" Target="../media/image610.png"/><Relationship Id="rId4" Type="http://schemas.openxmlformats.org/officeDocument/2006/relationships/image" Target="../media/image611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3.png"/><Relationship Id="rId3" Type="http://schemas.openxmlformats.org/officeDocument/2006/relationships/image" Target="../media/image614.png"/><Relationship Id="rId4" Type="http://schemas.openxmlformats.org/officeDocument/2006/relationships/image" Target="../media/image615.png"/><Relationship Id="rId5" Type="http://schemas.openxmlformats.org/officeDocument/2006/relationships/image" Target="../media/image61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617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618.png"/><Relationship Id="rId4" Type="http://schemas.openxmlformats.org/officeDocument/2006/relationships/image" Target="../media/image619.png"/><Relationship Id="rId5" Type="http://schemas.openxmlformats.org/officeDocument/2006/relationships/image" Target="../media/image62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1.png"/><Relationship Id="rId3" Type="http://schemas.openxmlformats.org/officeDocument/2006/relationships/image" Target="../media/image622.png"/><Relationship Id="rId4" Type="http://schemas.openxmlformats.org/officeDocument/2006/relationships/image" Target="../media/image62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4.png"/><Relationship Id="rId3" Type="http://schemas.openxmlformats.org/officeDocument/2006/relationships/image" Target="../media/image625.png"/><Relationship Id="rId4" Type="http://schemas.openxmlformats.org/officeDocument/2006/relationships/image" Target="../media/image623.png"/><Relationship Id="rId5" Type="http://schemas.openxmlformats.org/officeDocument/2006/relationships/image" Target="../media/image626.png"/><Relationship Id="rId6" Type="http://schemas.openxmlformats.org/officeDocument/2006/relationships/image" Target="../media/image627.png"/><Relationship Id="rId7" Type="http://schemas.openxmlformats.org/officeDocument/2006/relationships/image" Target="../media/image628.png"/><Relationship Id="rId8" Type="http://schemas.openxmlformats.org/officeDocument/2006/relationships/image" Target="../media/image629.png"/><Relationship Id="rId9" Type="http://schemas.openxmlformats.org/officeDocument/2006/relationships/image" Target="../media/image630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1.png"/><Relationship Id="rId3" Type="http://schemas.openxmlformats.org/officeDocument/2006/relationships/image" Target="../media/image632.png"/><Relationship Id="rId4" Type="http://schemas.openxmlformats.org/officeDocument/2006/relationships/image" Target="../media/image633.png"/><Relationship Id="rId5" Type="http://schemas.openxmlformats.org/officeDocument/2006/relationships/image" Target="../media/image634.png"/><Relationship Id="rId6" Type="http://schemas.openxmlformats.org/officeDocument/2006/relationships/image" Target="../media/image635.png"/><Relationship Id="rId7" Type="http://schemas.openxmlformats.org/officeDocument/2006/relationships/image" Target="../media/image75.png"/><Relationship Id="rId8" Type="http://schemas.openxmlformats.org/officeDocument/2006/relationships/image" Target="../media/image636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7.png"/><Relationship Id="rId3" Type="http://schemas.openxmlformats.org/officeDocument/2006/relationships/image" Target="../media/image638.png"/><Relationship Id="rId4" Type="http://schemas.openxmlformats.org/officeDocument/2006/relationships/image" Target="../media/image639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7.png"/><Relationship Id="rId3" Type="http://schemas.openxmlformats.org/officeDocument/2006/relationships/image" Target="../media/image638.png"/><Relationship Id="rId4" Type="http://schemas.openxmlformats.org/officeDocument/2006/relationships/image" Target="../media/image63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0.png"/><Relationship Id="rId3" Type="http://schemas.openxmlformats.org/officeDocument/2006/relationships/image" Target="../media/image641.png"/><Relationship Id="rId4" Type="http://schemas.openxmlformats.org/officeDocument/2006/relationships/image" Target="../media/image642.png"/><Relationship Id="rId5" Type="http://schemas.openxmlformats.org/officeDocument/2006/relationships/image" Target="../media/image643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4.png"/><Relationship Id="rId3" Type="http://schemas.openxmlformats.org/officeDocument/2006/relationships/image" Target="../media/image645.png"/><Relationship Id="rId4" Type="http://schemas.openxmlformats.org/officeDocument/2006/relationships/image" Target="../media/image646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7.png"/><Relationship Id="rId3" Type="http://schemas.openxmlformats.org/officeDocument/2006/relationships/image" Target="../media/image648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9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0.png"/><Relationship Id="rId3" Type="http://schemas.openxmlformats.org/officeDocument/2006/relationships/image" Target="../media/image651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2.png"/><Relationship Id="rId3" Type="http://schemas.openxmlformats.org/officeDocument/2006/relationships/image" Target="../media/image653.png"/><Relationship Id="rId4" Type="http://schemas.openxmlformats.org/officeDocument/2006/relationships/image" Target="../media/image654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5.png"/><Relationship Id="rId3" Type="http://schemas.openxmlformats.org/officeDocument/2006/relationships/image" Target="../media/image656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7.png"/><Relationship Id="rId3" Type="http://schemas.openxmlformats.org/officeDocument/2006/relationships/image" Target="../media/image658.png"/><Relationship Id="rId4" Type="http://schemas.openxmlformats.org/officeDocument/2006/relationships/image" Target="../media/image659.png"/><Relationship Id="rId5" Type="http://schemas.openxmlformats.org/officeDocument/2006/relationships/image" Target="../media/image660.png"/><Relationship Id="rId6" Type="http://schemas.openxmlformats.org/officeDocument/2006/relationships/image" Target="../media/image661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2.png"/><Relationship Id="rId3" Type="http://schemas.openxmlformats.org/officeDocument/2006/relationships/image" Target="../media/image663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4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5.png"/><Relationship Id="rId3" Type="http://schemas.openxmlformats.org/officeDocument/2006/relationships/image" Target="../media/image666.png"/><Relationship Id="rId4" Type="http://schemas.openxmlformats.org/officeDocument/2006/relationships/image" Target="../media/image667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8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9.png"/><Relationship Id="rId3" Type="http://schemas.openxmlformats.org/officeDocument/2006/relationships/image" Target="../media/image670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1.png"/><Relationship Id="rId3" Type="http://schemas.openxmlformats.org/officeDocument/2006/relationships/image" Target="../media/image672.png"/><Relationship Id="rId4" Type="http://schemas.openxmlformats.org/officeDocument/2006/relationships/image" Target="../media/image673.png"/><Relationship Id="rId5" Type="http://schemas.openxmlformats.org/officeDocument/2006/relationships/image" Target="../media/image67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5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6.png"/><Relationship Id="rId3" Type="http://schemas.openxmlformats.org/officeDocument/2006/relationships/image" Target="../media/image67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8.png"/><Relationship Id="rId3" Type="http://schemas.openxmlformats.org/officeDocument/2006/relationships/image" Target="../media/image679.png"/><Relationship Id="rId4" Type="http://schemas.openxmlformats.org/officeDocument/2006/relationships/image" Target="../media/image680.png"/><Relationship Id="rId5" Type="http://schemas.openxmlformats.org/officeDocument/2006/relationships/image" Target="../media/image681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2.png"/><Relationship Id="rId3" Type="http://schemas.openxmlformats.org/officeDocument/2006/relationships/image" Target="../media/image68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4.png"/><Relationship Id="rId3" Type="http://schemas.openxmlformats.org/officeDocument/2006/relationships/image" Target="../media/image685.png"/><Relationship Id="rId4" Type="http://schemas.openxmlformats.org/officeDocument/2006/relationships/image" Target="../media/image686.png"/><Relationship Id="rId5" Type="http://schemas.openxmlformats.org/officeDocument/2006/relationships/image" Target="../media/image687.png"/><Relationship Id="rId6" Type="http://schemas.openxmlformats.org/officeDocument/2006/relationships/image" Target="../media/image688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9.png"/><Relationship Id="rId3" Type="http://schemas.openxmlformats.org/officeDocument/2006/relationships/image" Target="../media/image690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1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2.png"/><Relationship Id="rId3" Type="http://schemas.openxmlformats.org/officeDocument/2006/relationships/image" Target="../media/image693.png"/><Relationship Id="rId4" Type="http://schemas.openxmlformats.org/officeDocument/2006/relationships/image" Target="../media/image694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5.png"/><Relationship Id="rId3" Type="http://schemas.openxmlformats.org/officeDocument/2006/relationships/image" Target="../media/image696.png"/><Relationship Id="rId4" Type="http://schemas.openxmlformats.org/officeDocument/2006/relationships/image" Target="../media/image697.png"/><Relationship Id="rId5" Type="http://schemas.openxmlformats.org/officeDocument/2006/relationships/image" Target="../media/image698.png"/><Relationship Id="rId6" Type="http://schemas.openxmlformats.org/officeDocument/2006/relationships/image" Target="../media/image69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0.png"/><Relationship Id="rId3" Type="http://schemas.openxmlformats.org/officeDocument/2006/relationships/image" Target="../media/image701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0.png"/><Relationship Id="rId3" Type="http://schemas.openxmlformats.org/officeDocument/2006/relationships/image" Target="../media/image702.png"/><Relationship Id="rId4" Type="http://schemas.openxmlformats.org/officeDocument/2006/relationships/image" Target="../media/image701.png"/><Relationship Id="rId5" Type="http://schemas.openxmlformats.org/officeDocument/2006/relationships/image" Target="../media/image70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4.png"/><Relationship Id="rId3" Type="http://schemas.openxmlformats.org/officeDocument/2006/relationships/image" Target="../media/image705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6.png"/><Relationship Id="rId3" Type="http://schemas.openxmlformats.org/officeDocument/2006/relationships/image" Target="../media/image707.png"/><Relationship Id="rId4" Type="http://schemas.openxmlformats.org/officeDocument/2006/relationships/image" Target="../media/image708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9.png"/><Relationship Id="rId3" Type="http://schemas.openxmlformats.org/officeDocument/2006/relationships/image" Target="../media/image710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1.png"/><Relationship Id="rId3" Type="http://schemas.openxmlformats.org/officeDocument/2006/relationships/image" Target="../media/image712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3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4.png"/><Relationship Id="rId3" Type="http://schemas.openxmlformats.org/officeDocument/2006/relationships/image" Target="../media/image715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6.png"/><Relationship Id="rId3" Type="http://schemas.openxmlformats.org/officeDocument/2006/relationships/image" Target="../media/image717.png"/><Relationship Id="rId4" Type="http://schemas.openxmlformats.org/officeDocument/2006/relationships/image" Target="../media/image71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9.png"/><Relationship Id="rId3" Type="http://schemas.openxmlformats.org/officeDocument/2006/relationships/image" Target="../media/image72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1.png"/><Relationship Id="rId3" Type="http://schemas.openxmlformats.org/officeDocument/2006/relationships/image" Target="../media/image722.png"/><Relationship Id="rId4" Type="http://schemas.openxmlformats.org/officeDocument/2006/relationships/image" Target="../media/image723.png"/><Relationship Id="rId5" Type="http://schemas.openxmlformats.org/officeDocument/2006/relationships/image" Target="../media/image724.png"/><Relationship Id="rId6" Type="http://schemas.openxmlformats.org/officeDocument/2006/relationships/image" Target="../media/image725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6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7.png"/><Relationship Id="rId3" Type="http://schemas.openxmlformats.org/officeDocument/2006/relationships/image" Target="../media/image728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9.png"/><Relationship Id="rId3" Type="http://schemas.openxmlformats.org/officeDocument/2006/relationships/image" Target="../media/image730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1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2.png"/><Relationship Id="rId3" Type="http://schemas.openxmlformats.org/officeDocument/2006/relationships/image" Target="../media/image733.png"/><Relationship Id="rId4" Type="http://schemas.openxmlformats.org/officeDocument/2006/relationships/image" Target="../media/image734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5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6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7.png"/><Relationship Id="rId3" Type="http://schemas.openxmlformats.org/officeDocument/2006/relationships/image" Target="../media/image738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9.png"/><Relationship Id="rId3" Type="http://schemas.openxmlformats.org/officeDocument/2006/relationships/image" Target="../media/image740.png"/><Relationship Id="rId4" Type="http://schemas.openxmlformats.org/officeDocument/2006/relationships/image" Target="../media/image741.png"/><Relationship Id="rId5" Type="http://schemas.openxmlformats.org/officeDocument/2006/relationships/image" Target="../media/image742.png"/><Relationship Id="rId6" Type="http://schemas.openxmlformats.org/officeDocument/2006/relationships/image" Target="../media/image743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4.png"/><Relationship Id="rId3" Type="http://schemas.openxmlformats.org/officeDocument/2006/relationships/image" Target="../media/image745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6.png"/><Relationship Id="rId3" Type="http://schemas.openxmlformats.org/officeDocument/2006/relationships/image" Target="../media/image747.png"/><Relationship Id="rId4" Type="http://schemas.openxmlformats.org/officeDocument/2006/relationships/image" Target="../media/image748.png"/><Relationship Id="rId5" Type="http://schemas.openxmlformats.org/officeDocument/2006/relationships/image" Target="../media/image749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0.png"/><Relationship Id="rId3" Type="http://schemas.openxmlformats.org/officeDocument/2006/relationships/image" Target="../media/image751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2.png"/><Relationship Id="rId3" Type="http://schemas.openxmlformats.org/officeDocument/2006/relationships/image" Target="../media/image753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4.png"/><Relationship Id="rId3" Type="http://schemas.openxmlformats.org/officeDocument/2006/relationships/image" Target="../media/image755.png"/><Relationship Id="rId4" Type="http://schemas.openxmlformats.org/officeDocument/2006/relationships/image" Target="../media/image741.png"/><Relationship Id="rId5" Type="http://schemas.openxmlformats.org/officeDocument/2006/relationships/image" Target="../media/image756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7.png"/><Relationship Id="rId3" Type="http://schemas.openxmlformats.org/officeDocument/2006/relationships/image" Target="../media/image758.png"/><Relationship Id="rId4" Type="http://schemas.openxmlformats.org/officeDocument/2006/relationships/image" Target="../media/image759.png"/><Relationship Id="rId5" Type="http://schemas.openxmlformats.org/officeDocument/2006/relationships/image" Target="../media/image760.png"/><Relationship Id="rId6" Type="http://schemas.openxmlformats.org/officeDocument/2006/relationships/image" Target="../media/image761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3.02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3.04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3.05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3.06–07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209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3.08</a:t>
            </a:r>
          </a:p>
        </p:txBody>
      </p: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277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3.09</a:t>
            </a:r>
          </a:p>
        </p:txBody>
      </p: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613e669cfd3b6d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194560"/>
            <a:ext cx="159105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c404630188da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707" y="2103120"/>
            <a:ext cx="1594104" cy="509016"/>
          </a:xfrm>
          <a:prstGeom prst="rect">
            <a:avLst/>
          </a:prstGeom>
        </p:spPr>
      </p:pic>
      <p:pic>
        <p:nvPicPr>
          <p:cNvPr id="9" name="Picture 8" descr="c7daae656677ec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308" y="2935224"/>
            <a:ext cx="5818632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86b323a5a1e49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94560"/>
            <a:ext cx="938784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9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70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a96c530649f2c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844" y="2103120"/>
            <a:ext cx="9418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669e1447e03fc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83" y="3505531"/>
            <a:ext cx="231648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4842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2ac5303067d16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98" y="2770963"/>
            <a:ext cx="169773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7434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3318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d92052160a3b4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8174" y="2679523"/>
            <a:ext cx="17007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8958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5256d7b7f99b4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417320" cy="265176"/>
          </a:xfrm>
          <a:prstGeom prst="rect">
            <a:avLst/>
          </a:prstGeom>
        </p:spPr>
      </p:pic>
      <p:pic>
        <p:nvPicPr>
          <p:cNvPr id="14" name="Picture 13" descr="5fe753b3272aa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2039"/>
            <a:ext cx="10180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(9 + (−3))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15b8f32e295ee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8041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9616" y="1851660"/>
            <a:ext cx="44628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7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c729c1ffc747c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83464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2664" y="1851660"/>
            <a:ext cx="44628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7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95b43b6c839910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075" y="3736052"/>
            <a:ext cx="2673096" cy="307848"/>
          </a:xfrm>
          <a:prstGeom prst="rect">
            <a:avLst/>
          </a:prstGeom>
        </p:spPr>
      </p:pic>
      <p:pic>
        <p:nvPicPr>
          <p:cNvPr id="14" name="Picture 13" descr="64ee76928545b3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075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343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565" y="1813560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6487e9973aa3b8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015" y="1645920"/>
            <a:ext cx="1783080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9095" y="1813560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b9bb78b1e21bea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8776" y="1645920"/>
            <a:ext cx="1155192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73968" y="18135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12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5517" y="1813560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11d10f7878f2ff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967" y="1645920"/>
            <a:ext cx="1786128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9095" y="1813560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dbd80c8d396a3c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8776" y="1645920"/>
            <a:ext cx="1158240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77016" y="18135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12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5969" y="3435427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466255709ad01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0420" y="3360751"/>
            <a:ext cx="1368552" cy="606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5969" y="413341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44267a0bd970c1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090" y="4058743"/>
            <a:ext cx="1761744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5969" y="4733875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7c74b884d49f45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558" y="4832935"/>
            <a:ext cx="697992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0537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345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fb17c489e50a3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536" y="2196083"/>
            <a:ext cx="223418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1720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56efae9f876bdc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020" y="2194560"/>
            <a:ext cx="19720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907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6505" y="2269236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aefdad52317ca8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584" y="2106168"/>
            <a:ext cx="2234184" cy="783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4768" y="2269236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405cad7d58f4a9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0068" y="2103120"/>
            <a:ext cx="196596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6028" y="22692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2015" y="3792043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fb99ef7e2271f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632" y="3863671"/>
            <a:ext cx="2023872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2015" y="4390975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ba4bf2d7c561be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6798" y="4317823"/>
            <a:ext cx="2054352" cy="603504"/>
          </a:xfrm>
          <a:prstGeom prst="rect">
            <a:avLst/>
          </a:prstGeom>
        </p:spPr>
      </p:pic>
      <p:pic>
        <p:nvPicPr>
          <p:cNvPr id="18" name="Picture 17" descr="45583768a555bd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6879" y="5060011"/>
            <a:ext cx="1338072" cy="316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4,096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2971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29712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f8e03137ad627c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0768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383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3837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0855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0951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09516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55592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3980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98008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3520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398008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05044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398008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05ed5994341d2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3e235a5ec086a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509016"/>
          </a:xfrm>
          <a:prstGeom prst="rect">
            <a:avLst/>
          </a:prstGeom>
        </p:spPr>
      </p:pic>
      <p:pic>
        <p:nvPicPr>
          <p:cNvPr id="9" name="Picture 8" descr="a99396db6bc2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159" y="2913888"/>
            <a:ext cx="2023872" cy="728472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59" y="3950207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8511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0b6efffc5fd5cf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584" y="3770375"/>
            <a:ext cx="1740408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924" y="48082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a899f6d16bb648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6163" y="4663440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cd97e5aee2cc52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960" y="2194560"/>
            <a:ext cx="609600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292c6252f152d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960" y="2103120"/>
            <a:ext cx="609600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46fd1892be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397327"/>
            <a:ext cx="1898904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1/49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fb7beb69be3a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94560"/>
            <a:ext cx="145084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5354deec5b025c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62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1de82c6fa4065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867" y="3449143"/>
            <a:ext cx="295351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70520fa2fb51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5084" y="2194560"/>
            <a:ext cx="911352" cy="9814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083a771fa167e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131" y="2103120"/>
            <a:ext cx="905256" cy="984504"/>
          </a:xfrm>
          <a:prstGeom prst="rect">
            <a:avLst/>
          </a:prstGeom>
        </p:spPr>
      </p:pic>
      <p:pic>
        <p:nvPicPr>
          <p:cNvPr id="9" name="Picture 8" descr="26bb29da2dcbe9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531" y="3389376"/>
            <a:ext cx="2999232" cy="713232"/>
          </a:xfrm>
          <a:prstGeom prst="rect">
            <a:avLst/>
          </a:prstGeom>
        </p:spPr>
      </p:pic>
      <p:pic>
        <p:nvPicPr>
          <p:cNvPr id="10" name="Picture 9" descr="657ab801421f25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7531" y="4230624"/>
            <a:ext cx="1435608" cy="661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2105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b831c282b463c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29200"/>
            <a:ext cx="691896" cy="91135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271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b511c60c185ded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13" y="2231136"/>
            <a:ext cx="670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8673" y="2171700"/>
            <a:ext cx="1681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−144.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271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1d6981f2fce93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13" y="2139696"/>
            <a:ext cx="670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8673" y="2080260"/>
            <a:ext cx="1681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−144.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aed21e693a3711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2066543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1/144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33a5614c6140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2194560"/>
            <a:ext cx="1722120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440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(7/10)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(−10/7)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(−7/10)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(10/7)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2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c8cc7f17e57404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2103120"/>
            <a:ext cx="1722120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4459" y="3903295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0f8381f78b3ba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860" y="3820999"/>
            <a:ext cx="2746248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(−10/7)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be0e3dab7c06c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2194560"/>
            <a:ext cx="29077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440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(9/2)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2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2209fde782f6b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2103120"/>
            <a:ext cx="29077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c530bb460efa1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112" y="3820999"/>
            <a:ext cx="5154168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(2/9)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f7df90f5a7cc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839" y="2194560"/>
            <a:ext cx="2529840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1606c5cb17b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839" y="2103120"/>
            <a:ext cx="2529840" cy="841248"/>
          </a:xfrm>
          <a:prstGeom prst="rect">
            <a:avLst/>
          </a:prstGeom>
        </p:spPr>
      </p:pic>
      <p:pic>
        <p:nvPicPr>
          <p:cNvPr id="9" name="Picture 8" descr="b66b632c66dd8f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020" y="3246120"/>
            <a:ext cx="1947672" cy="609600"/>
          </a:xfrm>
          <a:prstGeom prst="rect">
            <a:avLst/>
          </a:prstGeom>
        </p:spPr>
      </p:pic>
      <p:pic>
        <p:nvPicPr>
          <p:cNvPr id="10" name="Picture 9" descr="7f6a024804d01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020" y="3983736"/>
            <a:ext cx="35631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8783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511c6a209ecd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33544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8057" y="2298192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91c18cfbfd314a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223" y="2194560"/>
            <a:ext cx="1335024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8192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4ea189ef1afd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954023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334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5009" y="2208276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a601e11597070b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75" y="2103120"/>
            <a:ext cx="133807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08276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84af40a7a998b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95707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449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0123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6134488e04632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195903"/>
            <a:ext cx="2258568" cy="518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12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(−4/11)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(−11/4)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6e6b6af109cf88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7365b91e0a0f6b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40233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2420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7fd1db2cf8c506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420624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3326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5d60df96ac6a5d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40538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5468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01ba1addb14af4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420624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3326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f534f4da616d64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747" y="3812650"/>
            <a:ext cx="1005840" cy="301752"/>
          </a:xfrm>
          <a:prstGeom prst="rect">
            <a:avLst/>
          </a:prstGeom>
        </p:spPr>
      </p:pic>
      <p:pic>
        <p:nvPicPr>
          <p:cNvPr id="16" name="Picture 15" descr="32a554851bde61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747" y="4317094"/>
            <a:ext cx="33497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834fafe1e7c82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12" y="2194560"/>
            <a:ext cx="69189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89972c2e26fe7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2103120"/>
            <a:ext cx="694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3e0e696fae7cd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320" y="3450667"/>
            <a:ext cx="1030224" cy="304800"/>
          </a:xfrm>
          <a:prstGeom prst="rect">
            <a:avLst/>
          </a:prstGeom>
        </p:spPr>
      </p:pic>
      <p:pic>
        <p:nvPicPr>
          <p:cNvPr id="11" name="Picture 10" descr="addec46f494d81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956635"/>
            <a:ext cx="3340608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14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0d7aaeb31fb59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539" y="2194560"/>
            <a:ext cx="1996439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59f836e76d108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016" y="2103120"/>
            <a:ext cx="1999487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705f97336b48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875" y="3814903"/>
            <a:ext cx="2791968" cy="603504"/>
          </a:xfrm>
          <a:prstGeom prst="rect">
            <a:avLst/>
          </a:prstGeom>
        </p:spPr>
      </p:pic>
      <p:pic>
        <p:nvPicPr>
          <p:cNvPr id="11" name="Picture 10" descr="4967ca317ddbfd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1875" y="4601287"/>
            <a:ext cx="3587496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-13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56e9da10d728f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2194560"/>
            <a:ext cx="122529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aa3e79b08e350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064" y="2103120"/>
            <a:ext cx="1231392" cy="417576"/>
          </a:xfrm>
          <a:prstGeom prst="rect">
            <a:avLst/>
          </a:prstGeom>
        </p:spPr>
      </p:pic>
      <p:pic>
        <p:nvPicPr>
          <p:cNvPr id="9" name="Picture 8" descr="40efc5fe73000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535" y="2842259"/>
            <a:ext cx="2209800" cy="371856"/>
          </a:xfrm>
          <a:prstGeom prst="rect">
            <a:avLst/>
          </a:prstGeom>
        </p:spPr>
      </p:pic>
      <p:pic>
        <p:nvPicPr>
          <p:cNvPr id="10" name="Picture 9" descr="f47aa3c800adc4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9535" y="3415284"/>
            <a:ext cx="293522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2603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cb920e6a32bf9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44" y="4663440"/>
            <a:ext cx="57607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0239" y="2302764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664013df43bb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277" y="2194560"/>
            <a:ext cx="154533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0613" y="2302764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6d3dba428ef905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355" y="2197608"/>
            <a:ext cx="152704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12403" y="2302764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975" y="311962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5409fbe234c1f4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033" y="3179064"/>
            <a:ext cx="49682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1857" y="311962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56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c5660d2a81795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705" y="2103120"/>
            <a:ext cx="1548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089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3a7bdac80b14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831" y="2103120"/>
            <a:ext cx="153314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169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5451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8d9dc5c0e5cd5b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509" y="3086100"/>
            <a:ext cx="499871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3381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8448" y="3887724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b8f6ab93db3df89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06" y="3810000"/>
            <a:ext cx="3721608" cy="612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88448" y="4628388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12a68962e6720dc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991" y="4550664"/>
            <a:ext cx="3688080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00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-8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-9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27a1b65e2e808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94560"/>
            <a:ext cx="103022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b08eef5dde2a5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03120"/>
            <a:ext cx="1030224" cy="524256"/>
          </a:xfrm>
          <a:prstGeom prst="rect">
            <a:avLst/>
          </a:prstGeom>
        </p:spPr>
      </p:pic>
      <p:pic>
        <p:nvPicPr>
          <p:cNvPr id="9" name="Picture 8" descr="4ee0afac3f8991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083" y="2942844"/>
            <a:ext cx="2542032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755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a93a227db193e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9665619072acc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94560"/>
            <a:ext cx="1203960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fa028d663fe2f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82736" y="3378708"/>
            <a:ext cx="1710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c's:  </a:t>
            </a:r>
          </a:p>
        </p:txBody>
      </p:sp>
      <p:pic>
        <p:nvPicPr>
          <p:cNvPr id="10" name="Picture 9" descr="41cf13457f6ca2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5737" y="3454908"/>
            <a:ext cx="299008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82736" y="3918203"/>
            <a:ext cx="1746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d's:  </a:t>
            </a:r>
          </a:p>
        </p:txBody>
      </p:sp>
      <p:pic>
        <p:nvPicPr>
          <p:cNvPr id="12" name="Picture 11" descr="3cec43e7944d31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455" y="3994404"/>
            <a:ext cx="3386328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01183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c4c6f47ddd42ac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23" y="4663440"/>
            <a:ext cx="43891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2430" y="162306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0f4a528fb553ff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450" y="1647444"/>
            <a:ext cx="14935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9970" y="1623060"/>
            <a:ext cx="766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</a:t>
            </a:r>
          </a:p>
        </p:txBody>
      </p:sp>
      <p:pic>
        <p:nvPicPr>
          <p:cNvPr id="11" name="Picture 10" descr="e0c3dd1cea0c72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322" y="2392680"/>
            <a:ext cx="7485888" cy="289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210" y="23088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8298" y="299466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41b9ad3a73872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5111" y="3020568"/>
            <a:ext cx="180746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2575" y="299466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906" y="162306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a3dcfdf926345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926" y="1647444"/>
            <a:ext cx="149656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1494" y="1623060"/>
            <a:ext cx="766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</a:t>
            </a:r>
          </a:p>
        </p:txBody>
      </p:sp>
      <p:pic>
        <p:nvPicPr>
          <p:cNvPr id="11" name="Picture 10" descr="1584e3327bf07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846" y="2392680"/>
            <a:ext cx="7482840" cy="289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7686" y="23088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5250" y="299466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a051b135e4365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63" y="3017520"/>
            <a:ext cx="181356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5623" y="299466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a5dbe839110f56a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333" y="3825240"/>
            <a:ext cx="2798064" cy="313944"/>
          </a:xfrm>
          <a:prstGeom prst="rect">
            <a:avLst/>
          </a:prstGeom>
        </p:spPr>
      </p:pic>
      <p:pic>
        <p:nvPicPr>
          <p:cNvPr id="17" name="Picture 16" descr="cb303afaf851bbd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333" y="4366259"/>
            <a:ext cx="438607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57405" y="4293107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e58666b48c9703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4266" y="4369308"/>
            <a:ext cx="1761744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8646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2,744, nine a's make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b · b · b = 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b2f7ca41cd8de6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40151"/>
            <a:ext cx="856488" cy="3444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6674280269050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94560"/>
            <a:ext cx="66141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1db6ee3c3d8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528" y="2103120"/>
            <a:ext cx="664464" cy="417576"/>
          </a:xfrm>
          <a:prstGeom prst="rect">
            <a:avLst/>
          </a:prstGeom>
        </p:spPr>
      </p:pic>
      <p:pic>
        <p:nvPicPr>
          <p:cNvPr id="9" name="Picture 8" descr="d97f5e29590d28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215" y="2822448"/>
            <a:ext cx="118872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7656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32577d3055fb5c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896" y="4663440"/>
            <a:ext cx="505968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1b13ec9f58c18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91" y="2194560"/>
            <a:ext cx="70713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eacf3d693b1d7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03120"/>
            <a:ext cx="701040" cy="1018032"/>
          </a:xfrm>
          <a:prstGeom prst="rect">
            <a:avLst/>
          </a:prstGeom>
        </p:spPr>
      </p:pic>
      <p:pic>
        <p:nvPicPr>
          <p:cNvPr id="9" name="Picture 8" descr="6b87df3e62c7c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499" y="3422904"/>
            <a:ext cx="1222248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419" y="465124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552d05db14a864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60" y="4663440"/>
            <a:ext cx="472440" cy="52425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84926e2d69875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740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9114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59a0045a99994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82162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pic>
        <p:nvPicPr>
          <p:cNvPr id="15" name="Picture 14" descr="5c284e4651c465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884" y="3684236"/>
            <a:ext cx="1365504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5020" y="4577300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c75e225ddc1423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039" y="4680932"/>
            <a:ext cx="691896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41935" y="4577300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797e4763244917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243" y="4473668"/>
            <a:ext cx="902208" cy="664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81956" y="54185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cc84f7ce49a4b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2196" y="5275292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ffbc97436ffe1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388" y="2194560"/>
            <a:ext cx="138074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379041f8448abc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03120"/>
            <a:ext cx="1383792" cy="524256"/>
          </a:xfrm>
          <a:prstGeom prst="rect">
            <a:avLst/>
          </a:prstGeom>
        </p:spPr>
      </p:pic>
      <p:pic>
        <p:nvPicPr>
          <p:cNvPr id="9" name="Picture 8" descr="df4259ca5ca273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19" y="2929128"/>
            <a:ext cx="3486912" cy="7376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6384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e9b9921835656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624" y="4663440"/>
            <a:ext cx="1048512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fef075fd59914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9456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5fe40f55398ba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0312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a30cce62b615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635" y="3455239"/>
            <a:ext cx="3617976" cy="301752"/>
          </a:xfrm>
          <a:prstGeom prst="rect">
            <a:avLst/>
          </a:prstGeom>
        </p:spPr>
      </p:pic>
      <p:pic>
        <p:nvPicPr>
          <p:cNvPr id="11" name="Picture 10" descr="62056a37b2fbb2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635" y="3939871"/>
            <a:ext cx="139293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f3a56c40449a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a90fe1e36bfa0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fdbef022020a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144" y="3508579"/>
            <a:ext cx="3870960" cy="371856"/>
          </a:xfrm>
          <a:prstGeom prst="rect">
            <a:avLst/>
          </a:prstGeom>
        </p:spPr>
      </p:pic>
      <p:pic>
        <p:nvPicPr>
          <p:cNvPr id="11" name="Picture 10" descr="6b6d8bee23985d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144" y="4028263"/>
            <a:ext cx="163677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250187780958f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384" y="2194560"/>
            <a:ext cx="682752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0545a7c6c29eb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993648"/>
          </a:xfrm>
          <a:prstGeom prst="rect">
            <a:avLst/>
          </a:prstGeom>
        </p:spPr>
      </p:pic>
      <p:pic>
        <p:nvPicPr>
          <p:cNvPr id="9" name="Picture 8" descr="827875b902783b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5" y="3398520"/>
            <a:ext cx="2554224" cy="722376"/>
          </a:xfrm>
          <a:prstGeom prst="rect">
            <a:avLst/>
          </a:prstGeom>
        </p:spPr>
      </p:pic>
      <p:pic>
        <p:nvPicPr>
          <p:cNvPr id="10" name="Picture 9" descr="7f1840715d0010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035" y="4248912"/>
            <a:ext cx="1219200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5464" y="52349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bcbf103259ff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4" y="5050536"/>
            <a:ext cx="530352" cy="91744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e49da65f71bd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23418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0b08484e668b31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418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d6ec3cb3152693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14274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5ab217f46ae0a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274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5d03ae494c5143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181" y="3547872"/>
            <a:ext cx="1182624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36805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5a584fe5a654e3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624" y="3726180"/>
            <a:ext cx="33223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99317" y="441045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4336" y="4514088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08424" y="441045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3bf425c97d8d917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7732" y="4486656"/>
            <a:ext cx="1021080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8812" y="4410456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b22ccf291db4015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5674" y="4334256"/>
            <a:ext cx="1170432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81016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32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1/32.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c40b3e76d5e8f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1751"/>
            <a:ext cx="1033271" cy="332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from 26,000,000. to 2.6 is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5114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f1a9295d4f9c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53" y="2231136"/>
            <a:ext cx="14112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747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a611148313ce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919" y="2232660"/>
            <a:ext cx="135331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60231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511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1771eb862b5375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53" y="2138171"/>
            <a:ext cx="14112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7477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ee586f35845cd3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919" y="2141219"/>
            <a:ext cx="135331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6023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96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828e2ca31e32a7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816" y="2961132"/>
            <a:ext cx="148437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09696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ebbf9fd4a713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967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1f2c0dea7d4e8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560" y="3918203"/>
            <a:ext cx="210312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50,000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538" y="2171700"/>
            <a:ext cx="51377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70,000,000  as  </a:t>
            </a:r>
          </a:p>
        </p:txBody>
      </p:sp>
      <p:pic>
        <p:nvPicPr>
          <p:cNvPr id="9" name="Picture 8" descr="53cf5421affa4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163" y="2231136"/>
            <a:ext cx="132283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7995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70,000,000?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538" y="2080260"/>
            <a:ext cx="51377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70,000,000  as  </a:t>
            </a:r>
          </a:p>
        </p:txBody>
      </p:sp>
      <p:pic>
        <p:nvPicPr>
          <p:cNvPr id="9" name="Picture 8" descr="9e4c84b90592d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163" y="2138171"/>
            <a:ext cx="132283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7995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70,000,000? Is it scientific notation? Explain.</a:t>
            </a:r>
          </a:p>
        </p:txBody>
      </p:sp>
      <p:pic>
        <p:nvPicPr>
          <p:cNvPr id="12" name="Picture 11" descr="d769b2a64e8c73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813" y="3430524"/>
            <a:ext cx="2868168" cy="316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1981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949" y="3863339"/>
            <a:ext cx="9520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70 is not.</a:t>
            </a:r>
          </a:p>
        </p:txBody>
      </p:sp>
      <p:pic>
        <p:nvPicPr>
          <p:cNvPr id="15" name="Picture 14" descr="db40a7b92f09ec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813" y="4439412"/>
            <a:ext cx="2685288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70 is not less than 10.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88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7.4E8.  Write it in standard form.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from 0.0000672 to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4c6e3c9e0240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2194560"/>
            <a:ext cx="86868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f6df4192e8ef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2103120"/>
            <a:ext cx="868680" cy="420624"/>
          </a:xfrm>
          <a:prstGeom prst="rect">
            <a:avLst/>
          </a:prstGeom>
        </p:spPr>
      </p:pic>
      <p:pic>
        <p:nvPicPr>
          <p:cNvPr id="9" name="Picture 8" descr="bd3a4c29b92dda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832" y="2825496"/>
            <a:ext cx="581558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137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d2459244fa239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31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649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864747ff021804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584" y="2231136"/>
            <a:ext cx="156362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208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137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7aae94098e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31" y="2139696"/>
            <a:ext cx="157276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6499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f23f4cda83ccbf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584" y="2138171"/>
            <a:ext cx="15636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208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2ae882816ad8ae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596" y="2915412"/>
            <a:ext cx="3072384" cy="304800"/>
          </a:xfrm>
          <a:prstGeom prst="rect">
            <a:avLst/>
          </a:prstGeom>
        </p:spPr>
      </p:pic>
      <p:pic>
        <p:nvPicPr>
          <p:cNvPr id="14" name="Picture 13" descr="d1a7b376b364cf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96" y="3453383"/>
            <a:ext cx="3499104" cy="307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0784cf502c291e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83208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1823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