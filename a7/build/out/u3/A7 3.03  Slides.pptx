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39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340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1260"/>
            <a:ext cx="1351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639" y="2485644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77487" y="2461260"/>
            <a:ext cx="3249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73908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159252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2373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0990" y="3770376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39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340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11163" y="1760220"/>
            <a:ext cx="62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1260"/>
            <a:ext cx="1351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639" y="24856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77487" y="2461260"/>
            <a:ext cx="3249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8897" y="2461260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73908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159252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9592" y="3073908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2373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0990" y="3770376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72149" y="3686556"/>
            <a:ext cx="474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41700" y="2410968"/>
            <a:ext cx="183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91ef550cfca487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420" y="2340864"/>
            <a:ext cx="358140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33851" y="3334512"/>
            <a:ext cx="183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a2796b49829679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572" y="3212592"/>
            <a:ext cx="4197096" cy="701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519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51485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laws never cross a + or a −:  </a:t>
            </a:r>
          </a:p>
        </p:txBody>
      </p:sp>
      <p:pic>
        <p:nvPicPr>
          <p:cNvPr id="18" name="Picture 17" descr="242238f16d3c5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331" y="5084064"/>
            <a:ext cx="3118104" cy="3566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11436" y="5033771"/>
            <a:ext cx="1059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f236243b8e8aa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3455" y="5091683"/>
            <a:ext cx="32308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56544" y="5033771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527db45e5eea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b93d50c97978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8963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75632" y="1993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0842bd950265f7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40182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7824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c65b5ac1359742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868424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4423" y="37490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365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6f56e679f88043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583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9a5fe0063de0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1000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0" y="2017776"/>
            <a:ext cx="52882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b49b9488d8d503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46832"/>
            <a:ext cx="2529840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340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164833d7c90ff5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51504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362864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47d3e2574764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847d3e2574764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0312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94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0312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9456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43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01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0312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163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09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9456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0312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0312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83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300" y="2264664"/>
            <a:ext cx="282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620" y="219456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31916" y="2264664"/>
            <a:ext cx="3319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535" y="219456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3399" y="2264664"/>
            <a:ext cx="347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7300" y="2173224"/>
            <a:ext cx="282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620" y="210312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31916" y="2173224"/>
            <a:ext cx="3319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535" y="210312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3399" y="2173224"/>
            <a:ext cx="347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