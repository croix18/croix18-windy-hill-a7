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67120" y="17602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3180" y="246126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77128" y="3073908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87211" y="368655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4964" y="241096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91ef550cfca487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156" y="2340864"/>
            <a:ext cx="358140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7115" y="33345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a2796b49829679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308" y="3212592"/>
            <a:ext cx="4197096" cy="701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519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615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242238f16d3c5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932" y="5084064"/>
            <a:ext cx="3118104" cy="3566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78036" y="5033771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f236243b8e8aa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7696" y="5091683"/>
            <a:ext cx="32308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90784" y="5033771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527db45e5ee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b93d50c97978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8963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5632" y="1993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0842bd950265f7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40182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7824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c65b5ac1359742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868424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4423" y="37490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365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6f56e679f88043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583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9a5fe0063de0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1000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0" y="2017776"/>
            <a:ext cx="52882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b49b9488d8d503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46832"/>
            <a:ext cx="2529840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340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164833d7c90ff5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51504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362864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299" y="217170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236" y="222808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4972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72" y="2229612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804" y="217170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299" y="208026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236" y="213664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4972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72" y="2138171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804" y="208026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0312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9456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43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01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0312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16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09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9456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0312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0312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83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6466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9456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26466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9456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322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0312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17322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0312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