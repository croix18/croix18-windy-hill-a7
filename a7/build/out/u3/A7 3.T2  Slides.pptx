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3337560"/>
            <a:ext cx="1335024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6277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4725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0583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377440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2345436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432047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374392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422904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2352" y="2831592"/>
            <a:ext cx="6281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1704" y="2100072"/>
            <a:ext cx="61325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85032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52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68063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826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111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c414c4c741c77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