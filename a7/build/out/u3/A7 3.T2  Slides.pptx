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THREAD A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Exponents with Variable Bases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MA.8.AR.1.1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an algebraic expression with negative exponents using only positive exponents, and apply several laws of exponents to a monomial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every exponent on a letter was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x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-3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arrives — and it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2" name="Picture 11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4" name="Picture 13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17" name="Picture 16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5374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a single monomial:  </a:t>
            </a:r>
          </a:p>
        </p:txBody>
      </p:sp>
      <p:pic>
        <p:nvPicPr>
          <p:cNvPr id="10" name="Picture 9" descr="c0ecde76b6542ca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1821180"/>
            <a:ext cx="771144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31784" y="1760220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27x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Find the value:  </a:t>
            </a:r>
          </a:p>
        </p:txBody>
      </p:sp>
      <p:pic>
        <p:nvPicPr>
          <p:cNvPr id="13" name="Picture 12" descr="baf21e0fadb8b9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296" y="2461260"/>
            <a:ext cx="426720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64656" y="2372868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855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greater,  </a:t>
            </a:r>
          </a:p>
        </p:txBody>
      </p:sp>
      <p:pic>
        <p:nvPicPr>
          <p:cNvPr id="16" name="Picture 15" descr="57c771350ef6ea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080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281927" y="2985516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or  9?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8855" y="2985516"/>
            <a:ext cx="379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1212"/>
            <a:ext cx="5070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 </a:t>
            </a:r>
          </a:p>
        </p:txBody>
      </p:sp>
      <p:pic>
        <p:nvPicPr>
          <p:cNvPr id="20" name="Picture 19" descr="0c7f91282138ecd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8215" y="3621024"/>
            <a:ext cx="118872" cy="417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927087" y="3601212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pic>
        <p:nvPicPr>
          <p:cNvPr id="22" name="Picture 21" descr="5de87a3bb150246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2664" y="3621024"/>
            <a:ext cx="118872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pattern, with a letter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x·x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1/x</a:t>
                      </a:r>
                      <a:r>
                        <a:rPr sz="18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cd918de8f30fd6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039" y="3337560"/>
            <a:ext cx="1231392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10432" y="3364991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f0548fb3bce457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624" y="3337560"/>
            <a:ext cx="1191768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692392" y="3364991"/>
            <a:ext cx="2099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6" name="Picture 15" descr="5b8f4c33711ab8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4288" y="3424428"/>
            <a:ext cx="783336" cy="3383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437624" y="3364991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Moving factors across the fraction bar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881d449566ef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8348" y="2366772"/>
            <a:ext cx="1405128" cy="563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173476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42b2725f9793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3667" y="2340864"/>
            <a:ext cx="2008632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7230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9708bec074f1f4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2492" y="2346960"/>
            <a:ext cx="1630680" cy="603504"/>
          </a:xfrm>
          <a:prstGeom prst="rect">
            <a:avLst/>
          </a:prstGeom>
        </p:spPr>
      </p:pic>
      <p:pic>
        <p:nvPicPr>
          <p:cNvPr id="15" name="Picture 14" descr="4ff59d9fe39675b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04460" y="3230880"/>
            <a:ext cx="1752600" cy="6797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2489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Only the factor with the negative exponent moves. Its exponent turns positive.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5d61fc2d3f2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935" y="2362200"/>
            <a:ext cx="4352544" cy="5608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18479" y="2414016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fd6bca2366a074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672" y="2340864"/>
            <a:ext cx="3486912" cy="603504"/>
          </a:xfrm>
          <a:prstGeom prst="rect">
            <a:avLst/>
          </a:prstGeom>
        </p:spPr>
      </p:pic>
      <p:pic>
        <p:nvPicPr>
          <p:cNvPr id="13" name="Picture 12" descr="788d50e52115ac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499" y="3218688"/>
            <a:ext cx="3398520" cy="618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175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Apply the law. Then rewrite so that every exponent is positive.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Multiplying monomials with negative exponents.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284a92747d139e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016" y="2103120"/>
            <a:ext cx="2761488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961ccca56090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172200" cy="423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1903476"/>
            <a:ext cx="292607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coefficients; add exponents</a:t>
            </a:r>
          </a:p>
        </p:txBody>
      </p:sp>
      <p:pic>
        <p:nvPicPr>
          <p:cNvPr id="11" name="Picture 10" descr="882ac73fb41e44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18232"/>
            <a:ext cx="2593848" cy="661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79847" y="27203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move y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down; the 12 and the x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stay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12x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/y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6181856cce005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79" y="2194560"/>
            <a:ext cx="310896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97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 · a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b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58511" y="458571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0dd0202a585c5c6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8751" y="4480560"/>
            <a:ext cx="524256" cy="7589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Several laws in one expression — the state guide's item.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71ad78b318f89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67" y="2103120"/>
            <a:ext cx="1091184" cy="6004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64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positive exponents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2a48cb8d3da119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307336" cy="609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336" y="19964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raise every factor: a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, 4,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-7</a:t>
            </a:r>
          </a:p>
        </p:txBody>
      </p:sp>
      <p:pic>
        <p:nvPicPr>
          <p:cNvPr id="11" name="Picture 10" descr="90b862fc293b55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04160"/>
            <a:ext cx="1082040" cy="606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368040" y="2878835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1,024;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-35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moves up as b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15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b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/1,024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0e364db61a9bd15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8007" y="2194560"/>
            <a:ext cx="1365504" cy="8260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406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27y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move the y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91455" y="459486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417f826d00b01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696" y="4480560"/>
            <a:ext cx="658368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9456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49cdf5a8f688d8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59" y="2103120"/>
            <a:ext cx="68580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7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x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1476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01c065afbed7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663440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9456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4904bc54085166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7776" y="2103120"/>
            <a:ext cx="505968" cy="777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5467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65277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6f79c957ad2d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5273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1040" y="217170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200" y="2229612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5624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1040" y="2080260"/>
            <a:ext cx="48463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model's scale factor is  </a:t>
            </a:r>
          </a:p>
        </p:txBody>
      </p:sp>
      <p:pic>
        <p:nvPicPr>
          <p:cNvPr id="10" name="Picture 9" descr="270dca7efd9a29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0200" y="2138171"/>
            <a:ext cx="72542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75624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model is 12 centimeters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using only positive exponents.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only the x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1476" y="479211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3dda12ba15c79c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4715918"/>
            <a:ext cx="338328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9456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positive exponents.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42962fa6a8bfc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4103" y="2103120"/>
            <a:ext cx="1353312" cy="5303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90779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factors move 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123" y="477469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cdd5e9c452dd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364" y="4663440"/>
            <a:ext cx="637032" cy="7711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9456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950663683f0a3a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480" y="2103120"/>
            <a:ext cx="1432560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9456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d9c5622a19be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8383" y="2103120"/>
            <a:ext cx="144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4/x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4/x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1/(4x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4/x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9456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with a positive exponent.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62f170bfccaf5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8924" y="2103120"/>
            <a:ext cx="423672" cy="7528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1302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then rewrite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08804" y="473963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b3e5b771f1656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9044" y="4663440"/>
            <a:ext cx="423672" cy="701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17170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30886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1717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91236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law applies?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408" y="2080260"/>
            <a:ext cx="33009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Find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4232" y="22174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36256" y="20802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:</a:t>
            </a:r>
          </a:p>
        </p:txBody>
      </p:sp>
      <p:pic>
        <p:nvPicPr>
          <p:cNvPr id="12" name="Picture 11" descr="768d523c6bd8c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212" y="2820924"/>
            <a:ext cx="1911095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+ n =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17170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22808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22808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17170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85750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94589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85750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6920" y="2080260"/>
            <a:ext cx="17556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are  </a:t>
            </a:r>
          </a:p>
        </p:txBody>
      </p:sp>
      <p:pic>
        <p:nvPicPr>
          <p:cNvPr id="10" name="Picture 9" descr="cc078cbc81823c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408" y="2136648"/>
            <a:ext cx="344424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5983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and  </a:t>
            </a:r>
          </a:p>
        </p:txBody>
      </p:sp>
      <p:pic>
        <p:nvPicPr>
          <p:cNvPr id="12" name="Picture 11" descr="d31e0d1421614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4912" y="2136648"/>
            <a:ext cx="53949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74408" y="2080260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related?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4304" y="2766060"/>
            <a:ext cx="742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Explain, and give the value of each when  </a:t>
            </a:r>
          </a:p>
        </p:txBody>
      </p:sp>
      <p:pic>
        <p:nvPicPr>
          <p:cNvPr id="15" name="Picture 14" descr="118dd4b796dc85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9024" y="2854452"/>
            <a:ext cx="783336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2360" y="2766060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204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reciprocals: 8 and 1/8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is the reciprocal of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. When x = 2: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 and x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1/8.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Thread A · Day 2 — Negative Exponents with Variable Bases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Variables with negative exponents — 2NL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Multiply and divide powers: variable bases — 85P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