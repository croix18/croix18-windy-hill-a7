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bdde8a8975ae9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205" y="3337560"/>
            <a:ext cx="1341120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79325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c4f6df0ed7877f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317" y="3337560"/>
            <a:ext cx="1362456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7773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5b8f4c33711ab8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295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3631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012134975606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088" y="2377440"/>
            <a:ext cx="1514856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4ce7c2dcb3c68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2340864"/>
            <a:ext cx="2218944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79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e22c042699683e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6871" y="2345436"/>
            <a:ext cx="1813560" cy="807720"/>
          </a:xfrm>
          <a:prstGeom prst="rect">
            <a:avLst/>
          </a:prstGeom>
        </p:spPr>
      </p:pic>
      <p:pic>
        <p:nvPicPr>
          <p:cNvPr id="15" name="Picture 14" descr="139d981e7ff2f1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7091" y="3432047"/>
            <a:ext cx="2307336" cy="9174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8782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1fbd5a0dc453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916" y="2375916"/>
            <a:ext cx="446227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51764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56b677d6cac8c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2340864"/>
            <a:ext cx="3773424" cy="810768"/>
          </a:xfrm>
          <a:prstGeom prst="rect">
            <a:avLst/>
          </a:prstGeom>
        </p:spPr>
      </p:pic>
      <p:pic>
        <p:nvPicPr>
          <p:cNvPr id="13" name="Picture 12" descr="630ef586624fdd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3425952"/>
            <a:ext cx="3511296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7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961ccca56090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9fd087882e95b8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25496" cy="890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11496" y="2834640"/>
            <a:ext cx="627278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0895fac28ab58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71800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800" y="2100072"/>
            <a:ext cx="61264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2620027e86f81e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408176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4176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37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481" y="2171700"/>
            <a:ext cx="4251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78" y="2229612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5602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481" y="2080260"/>
            <a:ext cx="4251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78" y="2138171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5602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1372" y="49079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1f960ddecd24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715918"/>
            <a:ext cx="478536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0312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7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0312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0312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82092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85445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