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exponent on a letter was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x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-3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arrives — and it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4" name="Picture 13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17" name="Picture 16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48746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as a single monomial:  </a:t>
            </a:r>
          </a:p>
        </p:txBody>
      </p:sp>
      <p:pic>
        <p:nvPicPr>
          <p:cNvPr id="10" name="Picture 9" descr="c0ecde76b6542c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992" y="1821180"/>
            <a:ext cx="771144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1776" y="1760220"/>
            <a:ext cx="8417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27x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baf21e0fadb8b9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461260"/>
            <a:ext cx="426720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77659" y="2372868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341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greater,  </a:t>
            </a:r>
          </a:p>
        </p:txBody>
      </p:sp>
      <p:pic>
        <p:nvPicPr>
          <p:cNvPr id="16" name="Picture 15" descr="57c771350ef6ea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06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67854" y="2985516"/>
            <a:ext cx="11565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or  9?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5878" y="298551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668268"/>
            <a:ext cx="4395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 </a:t>
            </a:r>
          </a:p>
        </p:txBody>
      </p:sp>
      <p:pic>
        <p:nvPicPr>
          <p:cNvPr id="20" name="Picture 19" descr="e8022fa09c25c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08" y="3621024"/>
            <a:ext cx="170688" cy="5516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3096" y="36682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pic>
        <p:nvPicPr>
          <p:cNvPr id="22" name="Picture 21" descr="0ea9c861f6451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431" y="3621024"/>
            <a:ext cx="170688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pattern, with a letter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1/x</a:t>
                      </a:r>
                      <a:r>
                        <a:rPr sz="18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566883ffdb2567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53" y="3337560"/>
            <a:ext cx="1335024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76277" y="344728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bdac5bab61ffd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69" y="3337560"/>
            <a:ext cx="1362456" cy="676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84725" y="344728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6" name="Picture 15" descr="3202774bcb053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247" y="3506724"/>
            <a:ext cx="783336" cy="338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30583" y="344728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7d04d8cca97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184" y="2377440"/>
            <a:ext cx="1508760" cy="743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75944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4816a7a2bcf2f2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35" y="2340864"/>
            <a:ext cx="2209800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5206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0f65a6bfbd89b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27" y="2345436"/>
            <a:ext cx="1816608" cy="807720"/>
          </a:xfrm>
          <a:prstGeom prst="rect">
            <a:avLst/>
          </a:prstGeom>
        </p:spPr>
      </p:pic>
      <p:pic>
        <p:nvPicPr>
          <p:cNvPr id="15" name="Picture 14" descr="70bc6e0f1b3eca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432047"/>
            <a:ext cx="2304288" cy="9204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908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aaf26d66cf98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12" y="2374392"/>
            <a:ext cx="4456176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2188" y="25161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1fc48e462d92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179" y="2340864"/>
            <a:ext cx="3767328" cy="807720"/>
          </a:xfrm>
          <a:prstGeom prst="rect">
            <a:avLst/>
          </a:prstGeom>
        </p:spPr>
      </p:pic>
      <p:pic>
        <p:nvPicPr>
          <p:cNvPr id="13" name="Picture 12" descr="92a6d22e61379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9" y="3422904"/>
            <a:ext cx="3505200" cy="819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58114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monomials with negative exponents.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284a92747d139e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103120"/>
            <a:ext cx="2761488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99ce65e5c8ec57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1722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58200" y="1903476"/>
            <a:ext cx="2926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pic>
        <p:nvPicPr>
          <p:cNvPr id="11" name="Picture 10" descr="52caabd3337864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2816352" cy="883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02352" y="2831592"/>
            <a:ext cx="6281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move y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down; the 12 and the x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stay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12x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6181856cce00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5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6f4e119bf12e31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194560"/>
            <a:ext cx="310896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260" y="47122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fcfdcd223fa6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99" y="4480560"/>
            <a:ext cx="746760" cy="10119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Several laws in one expression — the state guide's item.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061639b8c49f6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03120"/>
            <a:ext cx="1417320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c62f1bbbc7a81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1704" y="2100072"/>
            <a:ext cx="613257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raise every factor: a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, 4,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-7</a:t>
            </a:r>
          </a:p>
        </p:txBody>
      </p:sp>
      <p:pic>
        <p:nvPicPr>
          <p:cNvPr id="11" name="Picture 10" descr="d55cada8037b33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1399032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85032" y="318668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4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= 1,024;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-35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moves up as b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/1,024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42f4571630d5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194560"/>
            <a:ext cx="1773936" cy="1112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5018b9c2dda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67" y="2194560"/>
            <a:ext cx="1776984" cy="1112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2711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27y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move the y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772" y="472592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636f909b16359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11" y="4480560"/>
            <a:ext cx="935736" cy="10393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49cdf5a8f688d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94560"/>
            <a:ext cx="68580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299b72688be4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59" y="2103120"/>
            <a:ext cx="68580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372" y="485393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4033d6f9e46bb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663440"/>
            <a:ext cx="478536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70a7739fb7946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20" y="2194560"/>
            <a:ext cx="716280" cy="103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1b19adcea2f05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103120"/>
            <a:ext cx="713232" cy="10332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107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804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66f79c957ad2d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44" y="4663440"/>
            <a:ext cx="423672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481" y="217170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270dca7efd9a2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78" y="2229612"/>
            <a:ext cx="72542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5602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3957" y="2080260"/>
            <a:ext cx="4251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model's scale factor is  </a:t>
            </a:r>
          </a:p>
        </p:txBody>
      </p:sp>
      <p:pic>
        <p:nvPicPr>
          <p:cNvPr id="10" name="Picture 9" descr="678b4dee4b21d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54" y="2138171"/>
            <a:ext cx="72847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7126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model is 12 centimeters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using only positive exponents.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only the x moves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1372" y="490794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71f960ddecd24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611" y="4715918"/>
            <a:ext cx="478536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2962fa6a8bfc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positive exponents.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c896e7a3b1e79b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80" y="2103120"/>
            <a:ext cx="1356360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factors move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9536" y="49042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532a74f60c6c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4663440"/>
            <a:ext cx="902208" cy="10302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950663683f0a3a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94560"/>
            <a:ext cx="1432560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1b7d9d459c285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2103120"/>
            <a:ext cx="142951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cd9c5622a19be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3" y="2194560"/>
            <a:ext cx="1444752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768e3b0aaa3b8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03120"/>
            <a:ext cx="1447800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2/x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4/x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1/(4x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4/x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61aec65184b6be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7" y="2194560"/>
            <a:ext cx="603504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with a positive exponent.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0d9c35b01c5d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55" y="2103120"/>
            <a:ext cx="597408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832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then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74f00062d590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7" y="4663440"/>
            <a:ext cx="60350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768d523c6bd8c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2912364"/>
            <a:ext cx="1911095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06d7fcaebeec00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687" y="2820924"/>
            <a:ext cx="1914144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+ n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17170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cc078cbc81823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22808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17170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d31e0d1421614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22808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17170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5540" y="285750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118dd4b796dc85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208" y="2945892"/>
            <a:ext cx="783336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5544" y="28575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774" y="2080260"/>
            <a:ext cx="17572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are  </a:t>
            </a:r>
          </a:p>
        </p:txBody>
      </p:sp>
      <p:pic>
        <p:nvPicPr>
          <p:cNvPr id="10" name="Picture 9" descr="3da309422df21a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899" y="2136648"/>
            <a:ext cx="344424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71323" y="2080260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50a3dff9085ab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30" y="2136648"/>
            <a:ext cx="5394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2526" y="2080260"/>
            <a:ext cx="17093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4016" y="2766060"/>
            <a:ext cx="7013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Explain, and give the value of each when  </a:t>
            </a:r>
          </a:p>
        </p:txBody>
      </p:sp>
      <p:pic>
        <p:nvPicPr>
          <p:cNvPr id="15" name="Picture 14" descr="2cebf16dedade3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684" y="2854452"/>
            <a:ext cx="78638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27068" y="27660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reciprocals: 8 and 1/8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is the reciprocal of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 When x = 2: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8 and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1/8.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2 — Negative Exponents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Variables with negative exponents — 2NL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