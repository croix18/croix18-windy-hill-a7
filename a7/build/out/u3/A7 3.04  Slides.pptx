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1368"/>
            <a:ext cx="339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06233e172283d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340" y="1783080"/>
            <a:ext cx="557784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55164"/>
            <a:ext cx="3542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389" y="2479548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68237" y="2455164"/>
            <a:ext cx="1351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67812"/>
            <a:ext cx="193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840" y="3180588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86556"/>
            <a:ext cx="47104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7790" y="3703320"/>
            <a:ext cx="118872" cy="4236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66662" y="3686556"/>
            <a:ext cx="41262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5732" y="3703320"/>
            <a:ext cx="118872" cy="4236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674604" y="3686556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1368"/>
            <a:ext cx="339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06233e172283d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340" y="1783080"/>
            <a:ext cx="557784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39763" y="1760220"/>
            <a:ext cx="474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55164"/>
            <a:ext cx="3542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389" y="2479548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68237" y="2455164"/>
            <a:ext cx="1351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0997" y="2455164"/>
            <a:ext cx="62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067812"/>
            <a:ext cx="193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840" y="3180588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58383" y="3067812"/>
            <a:ext cx="1059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6556"/>
            <a:ext cx="47104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7790" y="3703320"/>
            <a:ext cx="118872" cy="4236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66662" y="3686556"/>
            <a:ext cx="41262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5732" y="3703320"/>
            <a:ext cx="118872" cy="4236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74604" y="3686556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8d23dc14b63dd9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74236"/>
            <a:ext cx="118872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24912" y="4155948"/>
            <a:ext cx="12052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4b934b392ff3216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2982" y="4172712"/>
            <a:ext cx="329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6cbce014b248a9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747" y="3337560"/>
            <a:ext cx="1216152" cy="5577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17899" y="3387852"/>
            <a:ext cx="1503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d209911ff92163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420" y="3337560"/>
            <a:ext cx="1804416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88836" y="3387852"/>
            <a:ext cx="1503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d6f1aa59b536704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356" y="3339083"/>
            <a:ext cx="1804416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5dd58ae1bd119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400" y="2340864"/>
            <a:ext cx="1252728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18128" y="2368296"/>
            <a:ext cx="1833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9ca8c41edb3ea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848" y="2340864"/>
            <a:ext cx="1222248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37096" y="2368296"/>
            <a:ext cx="1998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8916" y="2427732"/>
            <a:ext cx="78638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85300" y="2368296"/>
            <a:ext cx="347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b09711952520d9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79" y="3127248"/>
            <a:ext cx="1944623" cy="5608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851404" y="3179064"/>
            <a:ext cx="2659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69eb437d43f904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624" y="3236976"/>
            <a:ext cx="1679448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3072" y="3179064"/>
            <a:ext cx="2659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a57d7c8c14814cc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5292" y="3203448"/>
            <a:ext cx="1679448" cy="408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814316"/>
            <a:ext cx="4564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de35ec2a93f452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4772" y="4739639"/>
            <a:ext cx="3791712" cy="6065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da8c7406de94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528" y="2340864"/>
            <a:ext cx="4474464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50184" y="3159252"/>
            <a:ext cx="1503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d704a80cfc434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704" y="3214116"/>
            <a:ext cx="4294632" cy="347472"/>
          </a:xfrm>
          <a:prstGeom prst="rect">
            <a:avLst/>
          </a:prstGeom>
        </p:spPr>
      </p:pic>
      <p:pic>
        <p:nvPicPr>
          <p:cNvPr id="13" name="Picture 12" descr="422af91a2bdf78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116" y="3867912"/>
            <a:ext cx="344728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280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881682f42a0c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115" y="2103120"/>
            <a:ext cx="399288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cdab3b408eff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06424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92424" y="199948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eaa3f2ff650e40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10256"/>
            <a:ext cx="2529840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15840" y="2884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5d1f1a56c863e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5d1f1a56c863e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6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5354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b159c0c0e4997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480560"/>
            <a:ext cx="18288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2b7195ac5d381c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115" y="2103120"/>
            <a:ext cx="399288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2a2089fe601026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55392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41392" y="1993392"/>
            <a:ext cx="6342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13fd534ad27a8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8064"/>
            <a:ext cx="202996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15968" y="28712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21e65f32b13ec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8"/>
            <a:ext cx="153009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36195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f36c3e55cedc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808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af36c3e55cedc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0312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47411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df17a659aa3058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663440"/>
            <a:ext cx="329184" cy="7040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ed8f496d86b9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94560"/>
            <a:ext cx="661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eced8f496d86b9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67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1c405a7ecee3a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6f2a054c76947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704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36f2a054c76947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704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815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0704" y="47152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16582afbfccd27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943" y="4663440"/>
            <a:ext cx="499871" cy="6522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0312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4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24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fd352ebb6672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741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fd352ebb6672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03120"/>
            <a:ext cx="499871" cy="7741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516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474421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be52152533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663440"/>
            <a:ext cx="329184" cy="71018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2137" y="2171700"/>
            <a:ext cx="4310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35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2661" y="2171700"/>
            <a:ext cx="1833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2137" y="2080260"/>
            <a:ext cx="4310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357" y="2138171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2661" y="2080260"/>
            <a:ext cx="1833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