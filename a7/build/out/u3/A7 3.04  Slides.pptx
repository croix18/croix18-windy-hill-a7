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power with a negative exponent using a positive exponent, and evaluate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stopped at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keep going — and 5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-2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2" name="Picture 11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7" name="Picture 16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19" name="Picture 18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0262" y="1760220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3" name="Picture 12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5878" y="2625852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4912" y="3238500"/>
            <a:ext cx="11302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−7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20" name="Picture 19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22" name="Picture 21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4" name="Picture 23" descr="c947c2e93b2d3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474464"/>
            <a:ext cx="170688" cy="5547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76728" y="4523232"/>
            <a:ext cx="1173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 and  </a:t>
            </a:r>
          </a:p>
        </p:txBody>
      </p:sp>
      <p:pic>
        <p:nvPicPr>
          <p:cNvPr id="26" name="Picture 25" descr="a339c6c78254d9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149" y="4474464"/>
            <a:ext cx="37795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keeps going past zero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81375e471a1972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60" y="3337560"/>
            <a:ext cx="1316736" cy="734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18696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4" name="Picture 13" descr="e662eafaba09aa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3337560"/>
            <a:ext cx="1969008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39128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6" name="Picture 15" descr="97a68c5b0d6f07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551" y="3337560"/>
            <a:ext cx="1969008" cy="734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The negative exponent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b26dd1c4f061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25" y="2340864"/>
            <a:ext cx="1362456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0181" y="24490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d3322f317e3cda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173" y="2340864"/>
            <a:ext cx="1395984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2157" y="244906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4" name="Picture 13" descr="6a9975e145b437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679" y="2508504"/>
            <a:ext cx="789432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4111" y="244906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6" name="Picture 15" descr="01a1e8399ce2f9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7114" y="3288792"/>
            <a:ext cx="2170176" cy="7406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67290" y="3430524"/>
            <a:ext cx="19223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but      </a:t>
            </a:r>
          </a:p>
        </p:txBody>
      </p:sp>
      <p:pic>
        <p:nvPicPr>
          <p:cNvPr id="18" name="Picture 17" descr="4d0780cba10826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83" y="3488436"/>
            <a:ext cx="1682496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4979" y="3430524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20" name="Picture 19" descr="06d6b57bc03862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957" y="3456432"/>
            <a:ext cx="1679448" cy="4053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7552" y="43677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means reciprocal. It never means a negative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256275"/>
            <a:ext cx="44334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base keeps its own sign:  </a:t>
            </a:r>
          </a:p>
        </p:txBody>
      </p:sp>
      <p:pic>
        <p:nvPicPr>
          <p:cNvPr id="23" name="Picture 22" descr="6487353c74996e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880" y="5081015"/>
            <a:ext cx="4267200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still work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f5217f7eb4021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19" y="2340864"/>
            <a:ext cx="4831080" cy="752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38293" y="3345180"/>
            <a:ext cx="11244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or      </a:t>
            </a:r>
          </a:p>
        </p:txBody>
      </p:sp>
      <p:pic>
        <p:nvPicPr>
          <p:cNvPr id="12" name="Picture 11" descr="9ad19008f4436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46" y="3400044"/>
            <a:ext cx="4297680" cy="347472"/>
          </a:xfrm>
          <a:prstGeom prst="rect">
            <a:avLst/>
          </a:prstGeom>
        </p:spPr>
      </p:pic>
      <p:pic>
        <p:nvPicPr>
          <p:cNvPr id="13" name="Picture 12" descr="986b589c42d285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955" y="4053839"/>
            <a:ext cx="3721608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15128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Add, subtract and multiply exponents exactly as before — the exponents are just integers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Negative exponents top and bottom.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55e053ce9247b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29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6e883f301281d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380744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66744" y="210007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each power swaps sides and loses the minus</a:t>
            </a:r>
          </a:p>
        </p:txBody>
      </p:sp>
      <p:pic>
        <p:nvPicPr>
          <p:cNvPr id="11" name="Picture 10" descr="bdb5dbd5190fc4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11423"/>
            <a:ext cx="276453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50536" y="3185159"/>
            <a:ext cx="633374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81/8 = 10.125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04c00c9d3a9d2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395fcf61f0d867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94560"/>
            <a:ext cx="704088" cy="1014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295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swap sides, positive exponents: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64515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8b652a33b6da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480560"/>
            <a:ext cx="259080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quotient law crossing zero.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ffd0e25f89e0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8b0ea9280595c6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9128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5128" y="2093976"/>
            <a:ext cx="616915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0 − (−4) = 4</a:t>
            </a:r>
          </a:p>
        </p:txBody>
      </p:sp>
      <p:pic>
        <p:nvPicPr>
          <p:cNvPr id="11" name="Picture 10" descr="a0522eb547e4ba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9232"/>
            <a:ext cx="2368296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4296" y="31729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exponent, then move 7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up</a:t>
            </a:r>
          </a:p>
        </p:txBody>
      </p:sp>
      <p:pic>
        <p:nvPicPr>
          <p:cNvPr id="13" name="Picture 12" descr="f5e46e308b616f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78224"/>
            <a:ext cx="1530096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16096" y="40233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2,401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3d867da857833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94560"/>
            <a:ext cx="139598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bd647a6f29dfd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291" y="2194560"/>
            <a:ext cx="1392936" cy="1185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0027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−4 − (−6) = 2, so (−8)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2d36713d8b059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194560"/>
            <a:ext cx="63093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745cde1f9722bf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243" y="2103120"/>
            <a:ext cx="637032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e3379378f6437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116" y="2171700"/>
            <a:ext cx="4236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pollen grain's mass is  </a:t>
            </a:r>
          </a:p>
        </p:txBody>
      </p:sp>
      <p:pic>
        <p:nvPicPr>
          <p:cNvPr id="10" name="Picture 9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234184"/>
            <a:ext cx="521207" cy="33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7087" y="2171700"/>
            <a:ext cx="2265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microgram.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width is 25 micrometers.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3866" y="3432379"/>
            <a:ext cx="36439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 </a:t>
            </a:r>
          </a:p>
        </p:txBody>
      </p:sp>
      <p:pic>
        <p:nvPicPr>
          <p:cNvPr id="14" name="Picture 13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617" y="3494863"/>
            <a:ext cx="521207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1825" y="3432379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4592" y="2080260"/>
            <a:ext cx="4236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pollen grain's mass is  </a:t>
            </a:r>
          </a:p>
        </p:txBody>
      </p:sp>
      <p:pic>
        <p:nvPicPr>
          <p:cNvPr id="10" name="Picture 9" descr="afdbc5b48ef25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355" y="2142744"/>
            <a:ext cx="524256" cy="33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8611" y="2080260"/>
            <a:ext cx="2265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microgram.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width is 25 micrometers.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2342" y="3340939"/>
            <a:ext cx="36439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 </a:t>
            </a:r>
          </a:p>
        </p:txBody>
      </p:sp>
      <p:pic>
        <p:nvPicPr>
          <p:cNvPr id="14" name="Picture 13" descr="afdbc5b48ef250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093" y="3403423"/>
            <a:ext cx="524256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3349" y="3340939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8116" y="4982287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b025bbe2352d11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356" y="4826839"/>
            <a:ext cx="7650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229e5926a19b9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94560"/>
            <a:ext cx="963167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8f039f30161276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699" y="2103120"/>
            <a:ext cx="960120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101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up: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42b51e1e2a0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94560"/>
            <a:ext cx="131978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79a5e9e14577308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03120"/>
            <a:ext cx="132588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925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 over −8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2603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c4ffcbfe2b29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4663440"/>
            <a:ext cx="57607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2f69500044ec6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5" y="2194560"/>
            <a:ext cx="658368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39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0b09890174e136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052" y="2103120"/>
            <a:ext cx="661416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9e50adf1c8369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9456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c950f888df2a10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0312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6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e37e6585587b7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94560"/>
            <a:ext cx="14112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3a37a698b11c2b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03120"/>
            <a:ext cx="1411224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d5e2dc9bfa32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with a positive exponent.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4d44fa8d60938d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2103120"/>
            <a:ext cx="704088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04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600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17cb56101b516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1600" y="217170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b9af177cb680b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7" y="2229612"/>
            <a:ext cx="52730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6631" y="217170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0076" y="208026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04a54a40cd0eb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803" y="2138171"/>
            <a:ext cx="53035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8155" y="208026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reciprocal, not opposite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negative exponents — YBB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with negative exponents — WGS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