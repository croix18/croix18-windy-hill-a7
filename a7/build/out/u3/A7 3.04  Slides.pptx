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3337560"/>
            <a:ext cx="1316736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8696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3337560"/>
            <a:ext cx="196900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3912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3337560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2340864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2340864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50850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3288792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488436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456432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6275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2340864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400044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4053839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51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66744" y="21000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0536" y="3185159"/>
            <a:ext cx="63337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5128" y="2093976"/>
            <a:ext cx="616915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54296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116" y="2171700"/>
            <a:ext cx="4236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879" y="2234184"/>
            <a:ext cx="521207" cy="332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7087" y="2171700"/>
            <a:ext cx="2265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3866" y="3432379"/>
            <a:ext cx="36439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617" y="3494863"/>
            <a:ext cx="52120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31825" y="3432379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4592" y="2080260"/>
            <a:ext cx="4236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afdbc5b48ef25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355" y="2142744"/>
            <a:ext cx="524256" cy="332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8611" y="2080260"/>
            <a:ext cx="2265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2342" y="3340939"/>
            <a:ext cx="36439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afdbc5b48ef25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093" y="3403423"/>
            <a:ext cx="524256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33349" y="3340939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8116" y="498228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025bbe2352d11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356" y="4826839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4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