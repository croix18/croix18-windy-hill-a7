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3344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2c83e1be945e2c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224" y="2395728"/>
            <a:ext cx="524256" cy="454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7776" y="2985516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37720568f3db2a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47" y="3621024"/>
            <a:ext cx="524256" cy="4511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3d7aaea0752b01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900" y="3357372"/>
            <a:ext cx="15270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9948" y="338632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8a5f87d8cdcc77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139" y="3337560"/>
            <a:ext cx="3078480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3062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dcfc288503f7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740" y="2369820"/>
            <a:ext cx="323088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3620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7b3fe6dab4e4a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812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70daac2f9fe77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bb840de36f2f9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803" y="2342388"/>
            <a:ext cx="405993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474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e2228e38dc4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932" y="2340864"/>
            <a:ext cx="2081784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29488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0189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31e5d72e296a9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85816" y="1988820"/>
            <a:ext cx="59984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c34df051b1925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88920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735580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1684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140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4067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460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63276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e5666fbbaf7f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996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82696" y="195072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72980b121f0369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3486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2785872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27d67e5cd95e27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0544"/>
            <a:ext cx="2450592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56006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133599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0.0000988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0.0000988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133599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13207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13207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1717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8575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8575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13512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0802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7660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82092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7660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Also consider: 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