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Writing Small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write very small numbers in scientific notation, read them back, and find how many times larger or smaller one number is than another.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exponents on the 10 were positive.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are negative — and the numbers get very small.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24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4,300,000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372868"/>
            <a:ext cx="17005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 </a:t>
            </a:r>
          </a:p>
        </p:txBody>
      </p:sp>
      <p:pic>
        <p:nvPicPr>
          <p:cNvPr id="11" name="Picture 10" descr="fc19434018fde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904" y="2461260"/>
            <a:ext cx="55778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95688" y="2372868"/>
            <a:ext cx="2239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as a fraction.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85516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4" name="Picture 13" descr="c7ed55c1b21389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3009900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153019" y="2985516"/>
            <a:ext cx="58196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is between which two whole numbers?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98164"/>
            <a:ext cx="45040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 0.007  as a fraction.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24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4,300,000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35754" y="1760220"/>
            <a:ext cx="14594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4.3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372868"/>
            <a:ext cx="17005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 </a:t>
            </a:r>
          </a:p>
        </p:txBody>
      </p:sp>
      <p:pic>
        <p:nvPicPr>
          <p:cNvPr id="12" name="Picture 11" descr="fc19434018fde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904" y="2461260"/>
            <a:ext cx="557784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95688" y="2372868"/>
            <a:ext cx="2239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as a fraction.</a:t>
            </a:r>
          </a:p>
        </p:txBody>
      </p:sp>
      <p:pic>
        <p:nvPicPr>
          <p:cNvPr id="14" name="Picture 13" descr="357ee64ca77eb3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6246" y="2395728"/>
            <a:ext cx="746760" cy="6004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2985516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6" name="Picture 15" descr="c7ed55c1b21389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3009900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153019" y="2985516"/>
            <a:ext cx="58196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is between which two whole numbers?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4153" y="2985516"/>
            <a:ext cx="1529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 and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598164"/>
            <a:ext cx="45040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 0.007  as a fraction.</a:t>
            </a:r>
          </a:p>
        </p:txBody>
      </p:sp>
      <p:pic>
        <p:nvPicPr>
          <p:cNvPr id="20" name="Picture 19" descr="0d671d8905812b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0058" y="3621024"/>
            <a:ext cx="746760" cy="5974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Negative powers of ten name the decimal places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142999" y="2340864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655d8151b1ce1e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2496" y="3363468"/>
            <a:ext cx="1697736" cy="6797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30232" y="3474720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fbb93d80bc2542b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23" y="3337560"/>
            <a:ext cx="3352800" cy="731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4074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 negative exponent puts the 1 in that decimal place: 10</a:t>
            </a:r>
            <a:r>
              <a:rPr sz="2300" b="1" i="0" baseline="30000">
                <a:solidFill>
                  <a:srgbClr val="1A1A1A"/>
                </a:solidFill>
                <a:latin typeface="Century Schoolbook"/>
              </a:rPr>
              <a:t>-4</a:t>
            </a:r>
            <a:r>
              <a:rPr sz="2300" b="1" i="0">
                <a:solidFill>
                  <a:srgbClr val="1A1A1A"/>
                </a:solidFill>
                <a:latin typeface="Century Schoolbook"/>
              </a:rPr>
              <a:t> is a 1 in the fourth place.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Small numbers in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3dcfc288503f7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4840" y="2369820"/>
            <a:ext cx="323088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05720" y="23180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97b3fe6dab4e4a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711" y="2369820"/>
            <a:ext cx="3934968" cy="353568"/>
          </a:xfrm>
          <a:prstGeom prst="rect">
            <a:avLst/>
          </a:prstGeom>
        </p:spPr>
      </p:pic>
      <p:pic>
        <p:nvPicPr>
          <p:cNvPr id="13" name="Picture 12" descr="370daac2f9fe772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9915" y="3058668"/>
            <a:ext cx="4361688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coefficient is still at least 1 and less than 10. The exponent is negative for a number less than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9834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exponent is how many places the point moves: 0.0000672 → 6.72 is five places right,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How many times larger — or smaller?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e65c605f1bd92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324" y="2342388"/>
            <a:ext cx="4553712" cy="822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91036" y="252526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a0ca7da1486902b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027" y="2340864"/>
            <a:ext cx="2487168" cy="8260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505199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Divide the powers of 10 — subtract the exponents. Multiply the results.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122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Which is bigger,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or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-8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? The one with the larger exponent: −5 &gt; −8,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quantity in words, to scientific notation.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The density of oxygen is 1,332 millionths of a gram per cubic centimeter.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715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as a decimal, then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98ef0913c0fc6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587496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73496" y="2086356"/>
            <a:ext cx="551078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1,332 millionths, as a decimal</a:t>
            </a:r>
          </a:p>
        </p:txBody>
      </p:sp>
      <p:pic>
        <p:nvPicPr>
          <p:cNvPr id="11" name="Picture 10" descr="c34df051b1925e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3992"/>
            <a:ext cx="3934968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20968" y="2930652"/>
            <a:ext cx="516331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1 is in the 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0.001332 = 1.332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human hair is about 67 hundred-thousandths of an inch thick.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human hair is about 67 hundred-thousandths of an inch thick.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727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0.00067 — the 6 is in the ten-thousandths 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How many times larger?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9191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ee4e609945ec82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096" y="2133599"/>
            <a:ext cx="162153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163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dee1eef8fb06ad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0684" y="2136648"/>
            <a:ext cx="157581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336500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42e61c73ee7164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149096" cy="6827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35096" y="203301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coefficients</a:t>
            </a:r>
          </a:p>
        </p:txBody>
      </p:sp>
      <p:pic>
        <p:nvPicPr>
          <p:cNvPr id="11" name="Picture 10" descr="e3fbb572cebb1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7312"/>
            <a:ext cx="3718560" cy="8107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04560" y="3054096"/>
            <a:ext cx="53797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powers of 10: −4 − (−7) = 3</a:t>
            </a:r>
          </a:p>
        </p:txBody>
      </p:sp>
      <p:pic>
        <p:nvPicPr>
          <p:cNvPr id="13" name="Picture 12" descr="27d67e5cd95e277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62399"/>
            <a:ext cx="2450592" cy="396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6592" y="393192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the two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158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4,000 times larger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235" y="2185415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496ffc9a205d25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0140" y="2196083"/>
            <a:ext cx="2005584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5724" y="2185415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a82e6bba98260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4776" y="2194560"/>
            <a:ext cx="2011680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746456" y="2185415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235" y="2185415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496ffc9a205d25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0140" y="2196083"/>
            <a:ext cx="2005584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5724" y="2185415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a82e6bba98260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4776" y="2194560"/>
            <a:ext cx="2011680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746456" y="2185415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200,000 times larger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1f36aa11b2dfcf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371" y="2194560"/>
            <a:ext cx="874776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a decimal.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1f36aa11b2dfcf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371" y="2103120"/>
            <a:ext cx="874776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102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 1 in the fourth decimal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0.003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place is the 3 in?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0.003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thousandths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36153" y="217170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f7e39139daee10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0034" y="2225040"/>
            <a:ext cx="161848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8522" y="217170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Move the point four places left.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36153" y="208026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f7e39139daee10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0034" y="2133599"/>
            <a:ext cx="161848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8522" y="208026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2 lands in the ten-thousandths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machine's cutting tolerance is  0.0000988  inch.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part it cuts is 4 inches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431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tolerance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Every nonzero digit stays in the coefficient.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machine's cutting tolerance is  0.0000988  inch.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part it cuts is 4 inches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5287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tolerance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87347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9 is in the hundred-thousandths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9.88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0.00081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0.00081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8.1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8.1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7895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6343b50271775d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8800" y="2225040"/>
            <a:ext cx="129844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7248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c3e8fbaa365da3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300" y="2223516"/>
            <a:ext cx="1301496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03779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7895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6343b50271775d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8800" y="2133599"/>
            <a:ext cx="129844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7248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c3e8fbaa365da3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300" y="2132076"/>
            <a:ext cx="1301496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037796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300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00756" y="217170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746391bb3aa38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658" y="2223516"/>
            <a:ext cx="160020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29858" y="217170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9027aa45f8c13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2544" y="2225040"/>
            <a:ext cx="161239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3493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Compare the exponents first.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00756" y="208026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746391bb3aa38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658" y="2132076"/>
            <a:ext cx="160020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29858" y="208026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9027aa45f8c13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2544" y="2133599"/>
            <a:ext cx="161239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34936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−5 &gt; −8, so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is the larger power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3.9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4.2E−6.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E−6 means × 10</a:t>
            </a:r>
            <a:r>
              <a:rPr sz="1900" b="0" i="1" baseline="30000">
                <a:solidFill>
                  <a:srgbClr val="6B6B6B"/>
                </a:solidFill>
                <a:latin typeface="Century Schoolbook"/>
              </a:rPr>
              <a:t>-6</a:t>
            </a:r>
            <a:r>
              <a:rPr sz="1900" b="0" i="1">
                <a:solidFill>
                  <a:srgbClr val="6B6B6B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4.2E−6.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85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4.2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0.0000042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7665" y="217170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A is  </a:t>
            </a:r>
          </a:p>
        </p:txBody>
      </p:sp>
      <p:pic>
        <p:nvPicPr>
          <p:cNvPr id="10" name="Picture 9" descr="24f5c2a7f64db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3499" y="2226564"/>
            <a:ext cx="1313688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17187" y="217170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9189" y="285750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B is  </a:t>
            </a:r>
          </a:p>
        </p:txBody>
      </p:sp>
      <p:pic>
        <p:nvPicPr>
          <p:cNvPr id="13" name="Picture 12" descr="66c17032647eb85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023" y="2912364"/>
            <a:ext cx="1310640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15663" y="285750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Which is thicker, and how many times? Name a thickness between them.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Same power of 10 — compare the coefficients.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7665" y="208026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A is  </a:t>
            </a:r>
          </a:p>
        </p:txBody>
      </p:sp>
      <p:pic>
        <p:nvPicPr>
          <p:cNvPr id="10" name="Picture 9" descr="24f5c2a7f64db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3499" y="2135124"/>
            <a:ext cx="1313688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17187" y="208026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9189" y="276606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B is  </a:t>
            </a:r>
          </a:p>
        </p:txBody>
      </p:sp>
      <p:pic>
        <p:nvPicPr>
          <p:cNvPr id="13" name="Picture 12" descr="66c17032647eb85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023" y="2820924"/>
            <a:ext cx="1310640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15663" y="276606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Which is thicker, and how many times? Name a thickness between them.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4164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0.02 in and 0.06 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731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B; 3 times; e.g. 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in.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Convert between standard and scientific notation: small numbers — 85M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Compare small numbers — KDR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ten with negative exponents — SKD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