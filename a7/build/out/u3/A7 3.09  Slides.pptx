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very small numbers in scientific notation, read them back, and find how many times larger or smaller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on the 10 were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are negative — and the numbers get very small.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1" name="Picture 10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c7ed55c1b2138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5754" y="176022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4.3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2" name="Picture 11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pic>
        <p:nvPicPr>
          <p:cNvPr id="14" name="Picture 13" descr="357ee64ca77eb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46" y="2395728"/>
            <a:ext cx="746760" cy="6004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c7ed55c1b21389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4153" y="2985516"/>
            <a:ext cx="1529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 and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  <p:pic>
        <p:nvPicPr>
          <p:cNvPr id="20" name="Picture 19" descr="0d671d8905812b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058" y="3621024"/>
            <a:ext cx="746760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Negative powers of ten name the decimal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87b97c2695b4b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020" y="3364991"/>
            <a:ext cx="1691640" cy="6797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25660" y="347624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9756d439c25d70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651" y="3337560"/>
            <a:ext cx="3355848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104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puts the 1 in that decimal place: 10</a:t>
            </a:r>
            <a:r>
              <a:rPr sz="2300" b="1" i="0" baseline="30000">
                <a:solidFill>
                  <a:srgbClr val="1A1A1A"/>
                </a:solidFill>
                <a:latin typeface="Century Schoolbook"/>
              </a:rPr>
              <a:t>-4</a:t>
            </a:r>
            <a:r>
              <a:rPr sz="2300" b="1" i="0">
                <a:solidFill>
                  <a:srgbClr val="1A1A1A"/>
                </a:solidFill>
                <a:latin typeface="Century Schoolbook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b164213b9232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792" y="2369820"/>
            <a:ext cx="323392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0572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5d136b823d619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711" y="2369820"/>
            <a:ext cx="3938016" cy="353568"/>
          </a:xfrm>
          <a:prstGeom prst="rect">
            <a:avLst/>
          </a:prstGeom>
        </p:spPr>
      </p:pic>
      <p:pic>
        <p:nvPicPr>
          <p:cNvPr id="13" name="Picture 12" descr="40f6cd0eb0ebc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8391" y="3058668"/>
            <a:ext cx="436473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point moves: 0.0000672 → 6.72 is five places right,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960a542aafe9c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276" y="2340864"/>
            <a:ext cx="45567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91036" y="252374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13ef6adfb19a5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27" y="2340864"/>
            <a:ext cx="2490216" cy="822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502151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091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bigger,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or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-8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? The one with the larger exponent: −5 &gt; −8,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quantity in words,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The density of oxygen is 1,332 millionths of a gram per cubic centimeter.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795759730f8e3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90544" cy="792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76544" y="2087880"/>
            <a:ext cx="55077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1,332 millionths, as a decimal</a:t>
            </a:r>
          </a:p>
        </p:txBody>
      </p:sp>
      <p:pic>
        <p:nvPicPr>
          <p:cNvPr id="11" name="Picture 10" descr="e86600eaee99c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93801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24016" y="2933700"/>
            <a:ext cx="51602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1 is in the 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0.001332 = 1.332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0.00067 — the 6 is in the ten-thousandths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19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e4e609945ec82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096" y="2133599"/>
            <a:ext cx="162153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163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dee1eef8fb06ad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684" y="2136648"/>
            <a:ext cx="157581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3650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59c7818cbaac33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52144" cy="685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38144" y="20345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6b497f46afc4e7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0360"/>
            <a:ext cx="3721608" cy="810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07608" y="3057144"/>
            <a:ext cx="53766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−4 − (−7) = 3</a:t>
            </a:r>
          </a:p>
        </p:txBody>
      </p:sp>
      <p:pic>
        <p:nvPicPr>
          <p:cNvPr id="13" name="Picture 12" descr="60571d6036a338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5448"/>
            <a:ext cx="2450592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6592" y="39364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19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235" y="2185415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140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5724" y="2185415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776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6456" y="2185415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7711" y="2183892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2496b86a47380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616" y="2194560"/>
            <a:ext cx="2008632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83892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8ceadc81776217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194560"/>
            <a:ext cx="2011680" cy="435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7980" y="2183892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04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9456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decimal.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043ff5c9055650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03120"/>
            <a:ext cx="8747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1 in the fourth decimal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3 in?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thousandths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225040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 left.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33d0b83fdac28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132076"/>
            <a:ext cx="161848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2 lands in the ten-thousandths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Every nonzero digit stays in the coefficient.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9 is in the hundred-thousandths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9.88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8.1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8.1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7895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800" y="2225040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22351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377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3323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98b31f32f5b09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228" y="2133599"/>
            <a:ext cx="1304544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caef7e81c683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3045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42368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075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658" y="222351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29858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544" y="2225040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493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Compare the exponents first.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7708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df917c83e179d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610" y="2132076"/>
            <a:ext cx="160629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32906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1a294302f9ade9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5592" y="2133599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798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&gt; −8, so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the larger 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3.9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E−6 means ×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665" y="21717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499" y="222656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7187" y="21717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9189" y="28575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023" y="291236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5663" y="28575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 of 10 — compare the coefficients.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6141" y="20802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77a4d57c92c152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975" y="2135124"/>
            <a:ext cx="13167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8711" y="20802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6141" y="27660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ecebfbd77cf00b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975" y="2820924"/>
            <a:ext cx="131673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8711" y="27660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0.02 in and 0.06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B; 3 times; e.g.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small numbers — 85M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small numbers — KDR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