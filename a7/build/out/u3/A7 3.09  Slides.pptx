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Small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very small numbers in scientific notation, read them back, and find how many times larger or smaller one number is than another.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exponents on the 10 were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are negative — and the numbers get very small.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1" name="Picture 10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461260"/>
            <a:ext cx="55778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95688" y="237286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8551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4" name="Picture 13" descr="c7ed55c1b21389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3009900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3019" y="298551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9816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24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4,300,000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5754" y="1760220"/>
            <a:ext cx="14594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4.3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17005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 </a:t>
            </a:r>
          </a:p>
        </p:txBody>
      </p:sp>
      <p:pic>
        <p:nvPicPr>
          <p:cNvPr id="12" name="Picture 11" descr="fc19434018fde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04" y="2461260"/>
            <a:ext cx="557784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5688" y="2372868"/>
            <a:ext cx="2239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as a fraction.</a:t>
            </a:r>
          </a:p>
        </p:txBody>
      </p:sp>
      <p:pic>
        <p:nvPicPr>
          <p:cNvPr id="14" name="Picture 13" descr="357ee64ca77eb3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246" y="2395728"/>
            <a:ext cx="746760" cy="600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2985516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6" name="Picture 15" descr="c7ed55c1b21389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009900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3019" y="2985516"/>
            <a:ext cx="58196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is between which two whole numbers?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4153" y="2985516"/>
            <a:ext cx="1529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 and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598164"/>
            <a:ext cx="45040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 0.007  as a fraction.</a:t>
            </a:r>
          </a:p>
        </p:txBody>
      </p:sp>
      <p:pic>
        <p:nvPicPr>
          <p:cNvPr id="20" name="Picture 19" descr="0d671d8905812b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058" y="3621024"/>
            <a:ext cx="746760" cy="597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Negative powers of ten name the decimal places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142999" y="2340864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0.00001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87b97c2695b4b3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20" y="3364991"/>
            <a:ext cx="1691640" cy="679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25660" y="347624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9756d439c25d70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51" y="3337560"/>
            <a:ext cx="3355848" cy="734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1045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puts the 1 in that decimal place: 10</a:t>
            </a:r>
            <a:r>
              <a:rPr sz="2300" b="1" i="0" baseline="30000">
                <a:solidFill>
                  <a:srgbClr val="1A1A1A"/>
                </a:solidFill>
                <a:latin typeface="Century Schoolbook"/>
              </a:rPr>
              <a:t>-4</a:t>
            </a:r>
            <a:r>
              <a:rPr sz="2300" b="1" i="0">
                <a:solidFill>
                  <a:srgbClr val="1A1A1A"/>
                </a:solidFill>
                <a:latin typeface="Century Schoolbook"/>
              </a:rPr>
              <a:t> is a 1 in the fourth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Small numbers in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b164213b9232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792" y="2369820"/>
            <a:ext cx="323392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05720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5d136b823d619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711" y="2369820"/>
            <a:ext cx="3938016" cy="353568"/>
          </a:xfrm>
          <a:prstGeom prst="rect">
            <a:avLst/>
          </a:prstGeom>
        </p:spPr>
      </p:pic>
      <p:pic>
        <p:nvPicPr>
          <p:cNvPr id="13" name="Picture 12" descr="40f6cd0eb0ebc8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391" y="3058668"/>
            <a:ext cx="436473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still at least 1 and less than 10. The exponent is negative for a number less than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9834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point moves: 0.0000672 → 6.72 is five places right,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 — or smaller?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960a542aafe9c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276" y="2340864"/>
            <a:ext cx="45567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91036" y="252374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a13ef6adfb19a5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27" y="2340864"/>
            <a:ext cx="2490216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502151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 — subtract the exponents. Multiply the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70916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Which is bigger,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 or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-8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? The one with the larger exponent: −5 &gt; −8,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-5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quantity in words, to scientific notation.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The density of oxygen is 1,332 millionths of a gram per cubic centimeter.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715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as a decimal, then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3795759730f8e3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590544" cy="792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6544" y="2087880"/>
            <a:ext cx="550773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1,332 millionths, as a decimal</a:t>
            </a:r>
          </a:p>
        </p:txBody>
      </p:sp>
      <p:pic>
        <p:nvPicPr>
          <p:cNvPr id="11" name="Picture 10" descr="e86600eaee99cc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93801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24016" y="2933700"/>
            <a:ext cx="51602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1 is in the 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0.001332 = 1.332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human hair is about 67 hundred-thousandths of an inch thick.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36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Write this value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27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0.00067 — the 6 is in the ten-thousandths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How many times larger?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19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ee4e609945ec82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96" y="2133599"/>
            <a:ext cx="162153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163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dee1eef8fb06ad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684" y="2136648"/>
            <a:ext cx="157581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650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59c7818cbaac33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152144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8144" y="203454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coefficients</a:t>
            </a:r>
          </a:p>
        </p:txBody>
      </p:sp>
      <p:pic>
        <p:nvPicPr>
          <p:cNvPr id="11" name="Picture 10" descr="6b497f46afc4e7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0360"/>
            <a:ext cx="3721608" cy="810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07608" y="3057144"/>
            <a:ext cx="537667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powers of 10: −4 − (−7) = 3</a:t>
            </a:r>
          </a:p>
        </p:txBody>
      </p:sp>
      <p:pic>
        <p:nvPicPr>
          <p:cNvPr id="13" name="Picture 12" descr="60571d6036a338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5448"/>
            <a:ext cx="2450592" cy="3992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6592" y="393649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two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19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4,000 times larger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235" y="2185415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496ffc9a205d25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140" y="2196083"/>
            <a:ext cx="2005584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5724" y="2185415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a82e6bba98260e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776" y="2194560"/>
            <a:ext cx="2011680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46456" y="2185415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7711" y="2183892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2496b86a47380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16" y="2194560"/>
            <a:ext cx="2008632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7248" y="2183892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8ceadc81776217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194560"/>
            <a:ext cx="2011680" cy="4358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47980" y="2183892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04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200,000 times larger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1f36aa11b2dfcf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94560"/>
            <a:ext cx="874776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a decimal.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043ff5c9055650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371" y="2103120"/>
            <a:ext cx="8747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1 in the fourth decimal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place is the 3 in?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0.003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thousandths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153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f7e39139daee10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225040"/>
            <a:ext cx="161848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8522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Move the point four places left.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153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10" name="Picture 9" descr="533d0b83fdac28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034" y="2132076"/>
            <a:ext cx="1618488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8522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2 lands in the ten-thousandths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431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Every nonzero digit stays in the coefficient.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machine's cutting tolerance is  0.0000988  inch.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part it cuts is 4 inches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5287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tolerance in scientific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347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9 is in the hundred-thousandths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9.88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0.00081 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8.1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8.1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7895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6343b50271775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800" y="2225040"/>
            <a:ext cx="129844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7248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c3e8fbaa365da3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00" y="2223516"/>
            <a:ext cx="1301496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377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3323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10" name="Picture 9" descr="e98b31f32f5b09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228" y="2133599"/>
            <a:ext cx="1304544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2" name="Picture 11" descr="ccaef7e81c6839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30454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42368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300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075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746391bb3aa389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58" y="2223516"/>
            <a:ext cx="160020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29858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9027aa45f8c13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544" y="2225040"/>
            <a:ext cx="16123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3493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Compare the exponents first.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7708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10" name="Picture 9" descr="df917c83e179d4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610" y="2132076"/>
            <a:ext cx="160629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32906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2" name="Picture 11" descr="1a294302f9ade9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592" y="2133599"/>
            <a:ext cx="1612392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3798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−5 &gt; −8, so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the larger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3.9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E−6 means × 10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-6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4.2E−6.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85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4.2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0.0000042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7665" y="21717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10" name="Picture 9" descr="24f5c2a7f64db6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499" y="2226564"/>
            <a:ext cx="131368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7187" y="21717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9189" y="285750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3" name="Picture 12" descr="66c17032647eb8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23" y="2912364"/>
            <a:ext cx="1310640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5663" y="285750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Same power of 10 — compare the coefficients.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6141" y="20802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A is  </a:t>
            </a:r>
          </a:p>
        </p:txBody>
      </p:sp>
      <p:pic>
        <p:nvPicPr>
          <p:cNvPr id="10" name="Picture 9" descr="77a4d57c92c152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975" y="2135124"/>
            <a:ext cx="131673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8711" y="20802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6141" y="2766060"/>
            <a:ext cx="3062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Fishing line B is  </a:t>
            </a:r>
          </a:p>
        </p:txBody>
      </p:sp>
      <p:pic>
        <p:nvPicPr>
          <p:cNvPr id="13" name="Picture 12" descr="ecebfbd77cf00b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975" y="2820924"/>
            <a:ext cx="131673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18711" y="2766060"/>
            <a:ext cx="2103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inch thick.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Which is thicker, and how many times? Name a thickness between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0.02 in and 0.06 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B; 3 times; e.g.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9 — Writing Small Numbers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small numbers — 85M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small numbers — KDR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with negative exponents — SKD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