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Writing Small Numbers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write very small numbers in scientific notation, read them back, and find how many times larger or smaller one number is than another.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exponents on the 10 were positive.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they are negative — and the numbers get very small.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197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 4,300,000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372868"/>
            <a:ext cx="20330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 </a:t>
            </a:r>
          </a:p>
        </p:txBody>
      </p:sp>
      <p:pic>
        <p:nvPicPr>
          <p:cNvPr id="11" name="Picture 10" descr="fc19434018fde6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0375" y="2461260"/>
            <a:ext cx="557784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28160" y="2372868"/>
            <a:ext cx="2640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as a fraction.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985516"/>
            <a:ext cx="969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4" name="Picture 13" descr="c7ed55c1b21389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7132" y="3009900"/>
            <a:ext cx="688848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395980" y="2985516"/>
            <a:ext cx="58303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is between which two whole numbers?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598164"/>
            <a:ext cx="52227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 0.007  as a fraction.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197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 4,300,000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83344" y="1760220"/>
            <a:ext cx="17350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4.3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372868"/>
            <a:ext cx="20330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 </a:t>
            </a:r>
          </a:p>
        </p:txBody>
      </p:sp>
      <p:pic>
        <p:nvPicPr>
          <p:cNvPr id="12" name="Picture 11" descr="fc19434018fde6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0375" y="2461260"/>
            <a:ext cx="557784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28160" y="2372868"/>
            <a:ext cx="2640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as a fraction.</a:t>
            </a:r>
          </a:p>
        </p:txBody>
      </p:sp>
      <p:pic>
        <p:nvPicPr>
          <p:cNvPr id="14" name="Picture 13" descr="2c83e1be945e2c3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0224" y="2395728"/>
            <a:ext cx="524256" cy="4541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2985516"/>
            <a:ext cx="969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6" name="Picture 15" descr="c7ed55c1b213895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7132" y="3009900"/>
            <a:ext cx="688848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395980" y="2985516"/>
            <a:ext cx="58303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is between which two whole numbers?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37776" y="2985516"/>
            <a:ext cx="15656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 and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598164"/>
            <a:ext cx="52227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 0.007  as a fraction.</a:t>
            </a:r>
          </a:p>
        </p:txBody>
      </p:sp>
      <p:pic>
        <p:nvPicPr>
          <p:cNvPr id="20" name="Picture 19" descr="37720568f3db2af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8747" y="3621024"/>
            <a:ext cx="524256" cy="45110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Negative powers of ten name the decimal places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142999" y="2340864"/>
          <a:ext cx="987552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0.00001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2" name="Picture 11" descr="3d7aaea0752b01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2900" y="3357372"/>
            <a:ext cx="1527048" cy="5151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409948" y="3386328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4" name="Picture 13" descr="8a5f87d8cdcc77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0139" y="3337560"/>
            <a:ext cx="3078480" cy="5547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230624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 negative exponent puts the 1 in that decimal place: 10</a:t>
            </a:r>
            <a:r>
              <a:rPr sz="2300" b="1" i="0" baseline="30000">
                <a:solidFill>
                  <a:srgbClr val="1A1A1A"/>
                </a:solidFill>
                <a:latin typeface="Century Schoolbook"/>
              </a:rPr>
              <a:t>-4</a:t>
            </a:r>
            <a:r>
              <a:rPr sz="2300" b="1" i="0">
                <a:solidFill>
                  <a:srgbClr val="1A1A1A"/>
                </a:solidFill>
                <a:latin typeface="Century Schoolbook"/>
              </a:rPr>
              <a:t> is a 1 in the fourth place.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Small numbers in scientific notation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3dcfc288503f7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740" y="2369820"/>
            <a:ext cx="323088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33620" y="2318004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97b3fe6dab4e4a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3812" y="2369820"/>
            <a:ext cx="3934968" cy="353568"/>
          </a:xfrm>
          <a:prstGeom prst="rect">
            <a:avLst/>
          </a:prstGeom>
        </p:spPr>
      </p:pic>
      <p:pic>
        <p:nvPicPr>
          <p:cNvPr id="13" name="Picture 12" descr="370daac2f9fe772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9915" y="3058668"/>
            <a:ext cx="4361688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77647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coefficient is still at least 1 and less than 10. The exponent is negative for a number less than 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98348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 exponent is how many places the point moves: 0.0000672 → 6.72 is five places right, so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-5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How many times larger — or smaller?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fbb840de36f2f9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4803" y="2342388"/>
            <a:ext cx="4059936" cy="6126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74740" y="2420112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8fe2228e38dc4f3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932" y="2340864"/>
            <a:ext cx="2081784" cy="61569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294887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Divide the coefficients. Divide the powers of 10 — subtract the exponents. Multiply the results.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501896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Which is bigger,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-5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or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-8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? The one with the larger exponent: −5 &gt; −8, so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-5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quantity in words, to scientific notation.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The density of oxygen is 1,332 millionths of a gram per cubic centimeter.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715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Write this value as a decimal, then in scientific notation.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731e5d72e296a9a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099816" cy="594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85816" y="1988820"/>
            <a:ext cx="5998463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1,332 millionths, as a decimal</a:t>
            </a:r>
          </a:p>
        </p:txBody>
      </p:sp>
      <p:pic>
        <p:nvPicPr>
          <p:cNvPr id="11" name="Picture 10" descr="c34df051b1925e5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788920"/>
            <a:ext cx="3934968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20968" y="2735580"/>
            <a:ext cx="5163311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1 is in the thousandths place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0.001332 = 1.332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human hair is about 67 hundred-thousandths of an inch thick.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33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Write this value in scientific notation.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human hair is about 67 hundred-thousandths of an inch thick.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33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Write this value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727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0.00067 — the 6 is in the ten-thousandths place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6.7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How many times larger?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1684" y="2080260"/>
            <a:ext cx="4674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ee4e609945ec82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9140" y="2133599"/>
            <a:ext cx="1621536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40676" y="2080260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dee1eef8fb06ad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7460" y="2136648"/>
            <a:ext cx="157581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463276" y="2080260"/>
            <a:ext cx="553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1e5666fbbaf7f2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996696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282696" y="195072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coefficients</a:t>
            </a:r>
          </a:p>
        </p:txBody>
      </p:sp>
      <p:pic>
        <p:nvPicPr>
          <p:cNvPr id="11" name="Picture 10" descr="72980b121f03697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712720"/>
            <a:ext cx="3486912" cy="603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72912" y="2785872"/>
            <a:ext cx="561136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powers of 10: −4 − (−7) = 3</a:t>
            </a:r>
          </a:p>
        </p:txBody>
      </p:sp>
      <p:pic>
        <p:nvPicPr>
          <p:cNvPr id="13" name="Picture 12" descr="27d67e5cd95e277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590544"/>
            <a:ext cx="2450592" cy="3962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36592" y="3560064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the two results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4,000 times larger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1727" y="2185415"/>
            <a:ext cx="4674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496ffc9a205d25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9183" y="2196083"/>
            <a:ext cx="2005584" cy="435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14767" y="2185415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a82e6bba98260e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1552" y="2194560"/>
            <a:ext cx="2011680" cy="438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873232" y="2185415"/>
            <a:ext cx="553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1727" y="2185415"/>
            <a:ext cx="4674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496ffc9a205d25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9183" y="2196083"/>
            <a:ext cx="2005584" cy="435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14767" y="2185415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a82e6bba98260e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1552" y="2194560"/>
            <a:ext cx="2011680" cy="438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873232" y="2185415"/>
            <a:ext cx="553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535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200,000 times larger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1f36aa11b2dfcf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3371" y="2194560"/>
            <a:ext cx="874776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a decimal.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1f36aa11b2dfcf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3371" y="2103120"/>
            <a:ext cx="874776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1025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a 1 in the fourth decimal place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0.003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place is the 3 in?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0.003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237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 thousandths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66212" y="2171700"/>
            <a:ext cx="141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0" name="Picture 9" descr="f7e39139daee10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1292" y="2225040"/>
            <a:ext cx="161848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59780" y="2171700"/>
            <a:ext cx="34726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Move the point four places left.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66212" y="2080260"/>
            <a:ext cx="141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0" name="Picture 9" descr="f7e39139daee10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1292" y="2133599"/>
            <a:ext cx="161848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59780" y="2080260"/>
            <a:ext cx="34726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2 lands in the ten-thousandths place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machine's cutting tolerance is  0.0000988  inch.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part it cuts is 4 inches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4431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tolerance in scientific notation.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Every nonzero digit stays in the coefficient.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machine's cutting tolerance is  0.0000988  inch.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part it cuts is 4 inches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5287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tolerance in scientific notation.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87347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9 is in the hundred-thousandths place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9.88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0.00081 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0.00081 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8.1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8.1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0387" y="2171700"/>
            <a:ext cx="4674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6343b50271775d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7844" y="2225040"/>
            <a:ext cx="129844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16292" y="2171700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c3e8fbaa365da3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076" y="2223516"/>
            <a:ext cx="1301496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164572" y="2171700"/>
            <a:ext cx="553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0387" y="2080260"/>
            <a:ext cx="4674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6343b50271775d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7844" y="2133599"/>
            <a:ext cx="129844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16292" y="2080260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c3e8fbaa365da3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076" y="2132076"/>
            <a:ext cx="1301496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164572" y="2080260"/>
            <a:ext cx="553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300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300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46731" y="2171700"/>
            <a:ext cx="34726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10" name="Picture 9" descr="746391bb3aa389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2260" y="2223516"/>
            <a:ext cx="160020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82460" y="2171700"/>
            <a:ext cx="12405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2" name="Picture 11" descr="9027aa45f8c131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5836" y="2225040"/>
            <a:ext cx="1612392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98228" y="2171700"/>
            <a:ext cx="553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Compare the exponents first.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46731" y="2080260"/>
            <a:ext cx="34726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10" name="Picture 9" descr="746391bb3aa389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2260" y="2132076"/>
            <a:ext cx="160020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82460" y="2080260"/>
            <a:ext cx="12405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2" name="Picture 11" descr="9027aa45f8c131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5836" y="2133599"/>
            <a:ext cx="1612392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98228" y="2080260"/>
            <a:ext cx="553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−5 &gt; −8, so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is the larger power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3.9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4.2E−6.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E−6 means × 10</a:t>
            </a:r>
            <a:r>
              <a:rPr sz="1900" b="0" i="1" baseline="30000">
                <a:solidFill>
                  <a:srgbClr val="6B6B6B"/>
                </a:solidFill>
                <a:latin typeface="Century Schoolbook"/>
              </a:rPr>
              <a:t>-6</a:t>
            </a:r>
            <a:r>
              <a:rPr sz="1900" b="0" i="1">
                <a:solidFill>
                  <a:srgbClr val="6B6B6B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4.2E−6.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2985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4.2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0.0000042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3499" y="2171700"/>
            <a:ext cx="34726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A is  </a:t>
            </a:r>
          </a:p>
        </p:txBody>
      </p:sp>
      <p:pic>
        <p:nvPicPr>
          <p:cNvPr id="10" name="Picture 9" descr="24f5c2a7f64db6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9027" y="2226564"/>
            <a:ext cx="1313688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52715" y="2171700"/>
            <a:ext cx="24424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5024" y="2857500"/>
            <a:ext cx="34726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B is  </a:t>
            </a:r>
          </a:p>
        </p:txBody>
      </p:sp>
      <p:pic>
        <p:nvPicPr>
          <p:cNvPr id="13" name="Picture 12" descr="66c17032647eb85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0551" y="2912364"/>
            <a:ext cx="1310640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51192" y="2857500"/>
            <a:ext cx="24424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661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Which is thicker, and how many times? Name a thickness between them.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Same power of 10 — compare the coefficients.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3499" y="2080260"/>
            <a:ext cx="34726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A is  </a:t>
            </a:r>
          </a:p>
        </p:txBody>
      </p:sp>
      <p:pic>
        <p:nvPicPr>
          <p:cNvPr id="10" name="Picture 9" descr="24f5c2a7f64db6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9027" y="2135124"/>
            <a:ext cx="1313688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52715" y="2080260"/>
            <a:ext cx="24424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5024" y="2766060"/>
            <a:ext cx="34726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B is  </a:t>
            </a:r>
          </a:p>
        </p:txBody>
      </p:sp>
      <p:pic>
        <p:nvPicPr>
          <p:cNvPr id="13" name="Picture 12" descr="66c17032647eb85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0551" y="2820924"/>
            <a:ext cx="1310640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51192" y="2766060"/>
            <a:ext cx="24424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747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Which is thicker, and how many times? Name a thickness between them.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4164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0.02 in and 0.06 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77316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B; 3 times; e.g. 4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in.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Convert between standard and scientific notation: small numbers — 85M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Compare small numbers — KDR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Also consider: Powers of ten with negative exponents — SKD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