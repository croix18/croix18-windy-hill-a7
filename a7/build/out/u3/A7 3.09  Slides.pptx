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24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5754" y="1760220"/>
            <a:ext cx="14594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17005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904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688" y="2372868"/>
            <a:ext cx="2239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357ee64ca77eb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46" y="2395728"/>
            <a:ext cx="746760" cy="6004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2985516"/>
            <a:ext cx="58196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4153" y="2985516"/>
            <a:ext cx="1529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45040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0d671d8905812b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0058" y="3621024"/>
            <a:ext cx="746760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d6ecddef6320c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448" y="3363468"/>
            <a:ext cx="1700784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30232" y="34762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6b31b16b9344b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23" y="3337560"/>
            <a:ext cx="335584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104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3fded137bde5d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4840" y="2368296"/>
            <a:ext cx="3230880" cy="3566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0572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70fccb69fb9794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711" y="2369820"/>
            <a:ext cx="3934968" cy="353568"/>
          </a:xfrm>
          <a:prstGeom prst="rect">
            <a:avLst/>
          </a:prstGeom>
        </p:spPr>
      </p:pic>
      <p:pic>
        <p:nvPicPr>
          <p:cNvPr id="13" name="Picture 12" descr="3d3d81b8cf9d7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5" y="3058668"/>
            <a:ext cx="4361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0fa18e698f1b9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132" y="2340864"/>
            <a:ext cx="4565904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91036" y="252374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302afd80ef14e6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7027" y="2340864"/>
            <a:ext cx="2499360" cy="822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502151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0916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f75d1e7d211726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99688" cy="792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85688" y="2087880"/>
            <a:ext cx="549859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0cf3cd97d6d483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93496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0968" y="2933700"/>
            <a:ext cx="51633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191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096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1632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0684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33650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b7530658f265bf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61288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47288" y="20345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eccf3b9fe29a56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3730752" cy="810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16752" y="3057144"/>
            <a:ext cx="53675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b9ef527417c277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65448"/>
            <a:ext cx="2450592" cy="3992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9364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19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9235" y="2185415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0140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5724" y="2185415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776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6456" y="2185415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7711" y="2183892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ff84bfaa36d96a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8616" y="2194560"/>
            <a:ext cx="2008632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83892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33867c58a31fde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94560"/>
            <a:ext cx="2011680" cy="435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747980" y="2183892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04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ae3f706710593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17170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17170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153" y="2080260"/>
            <a:ext cx="13110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60482b8afbb0c2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0034" y="2132076"/>
            <a:ext cx="161848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28522" y="2080260"/>
            <a:ext cx="32340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7895" y="217170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800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17170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3779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94847" y="2080260"/>
            <a:ext cx="4558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b2cf78744edd12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5752" y="2133599"/>
            <a:ext cx="130149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248" y="2080260"/>
            <a:ext cx="13562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3fbccf964ceba4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300" y="2132076"/>
            <a:ext cx="1304544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040844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00756" y="217170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658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29858" y="217170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2544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4936" y="217170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9232" y="2080260"/>
            <a:ext cx="3166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62873e535fa7f6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8134" y="2132076"/>
            <a:ext cx="1603248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31382" y="2080260"/>
            <a:ext cx="9298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e51f94f16afd5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4068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36460" y="20802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665" y="21717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3499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7187" y="21717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9189" y="285750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023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5663" y="285750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6141" y="20802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8b4c071bf2cc2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1975" y="2135124"/>
            <a:ext cx="131673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18711" y="20802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7665" y="2766060"/>
            <a:ext cx="3062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5966f77beb213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3499" y="2820924"/>
            <a:ext cx="1313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7187" y="2766060"/>
            <a:ext cx="21038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