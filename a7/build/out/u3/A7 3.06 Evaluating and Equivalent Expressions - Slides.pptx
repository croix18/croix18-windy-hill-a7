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and Equivalent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with integer exponents using the laws, and decide whether two expressions with different bases are equivalent.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1180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9" name="Picture 8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463040"/>
            <a:ext cx="795528" cy="5547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29362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1" name="Picture 10" descr="a4522c3024ca65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218944"/>
            <a:ext cx="463296" cy="60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13182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574a5d3a612aa1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26664"/>
            <a:ext cx="469392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872484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1180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9" name="Picture 8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463040"/>
            <a:ext cx="795528" cy="554736"/>
          </a:xfrm>
          <a:prstGeom prst="rect">
            <a:avLst/>
          </a:prstGeom>
        </p:spPr>
      </p:pic>
      <p:pic>
        <p:nvPicPr>
          <p:cNvPr id="10" name="Picture 9" descr="b2f9cb953a93e9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063496"/>
            <a:ext cx="1152144" cy="5577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89712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a4522c3024ca65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2822448"/>
            <a:ext cx="463296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4235" y="279958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3532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574a5d3a612aa1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299" y="3630168"/>
            <a:ext cx="469392" cy="667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20331" y="3607308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475988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  <p:pic>
        <p:nvPicPr>
          <p:cNvPr id="18" name="Picture 17" descr="b2c477a7a0fb52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654" y="4567428"/>
            <a:ext cx="268224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97878" y="4475988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0" name="Picture 19" descr="555a2ab77fff0f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4" y="4567428"/>
            <a:ext cx="265176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00030" y="4475988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2" name="Picture 21" descr="f2c3dde86c5203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005" y="4564380"/>
            <a:ext cx="259080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Two students, two plans, one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2836" y="2144268"/>
            <a:ext cx="18116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Melanie:  </a:t>
            </a:r>
          </a:p>
        </p:txBody>
      </p:sp>
      <p:pic>
        <p:nvPicPr>
          <p:cNvPr id="11" name="Picture 10" descr="071da3cb12a3a9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283" y="1993392"/>
            <a:ext cx="3581400" cy="758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90638" y="3346704"/>
            <a:ext cx="17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Adonis:   </a:t>
            </a:r>
          </a:p>
        </p:txBody>
      </p:sp>
      <p:pic>
        <p:nvPicPr>
          <p:cNvPr id="13" name="Picture 12" descr="76734bcd012bfd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65" y="3026664"/>
            <a:ext cx="5004816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4622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laws first, evaluate last. The value is the same; the arithmetic is smaller.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Every law, one expression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59ee1a209667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28" y="1993392"/>
            <a:ext cx="5388864" cy="880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1259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Find the step that broke:</a:t>
            </a:r>
          </a:p>
        </p:txBody>
      </p:sp>
      <p:pic>
        <p:nvPicPr>
          <p:cNvPr id="12" name="Picture 11" descr="6c3d06b279be60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925823"/>
            <a:ext cx="3535680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3232" y="4040123"/>
            <a:ext cx="4614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multiplied; should be </a:t>
            </a:r>
          </a:p>
        </p:txBody>
      </p:sp>
      <p:pic>
        <p:nvPicPr>
          <p:cNvPr id="14" name="Picture 13" descr="e9e6240f6a5ac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245" y="3925823"/>
            <a:ext cx="792480" cy="685800"/>
          </a:xfrm>
          <a:prstGeom prst="rect">
            <a:avLst/>
          </a:prstGeom>
        </p:spPr>
      </p:pic>
      <p:pic>
        <p:nvPicPr>
          <p:cNvPr id="15" name="Picture 14" descr="b45588bb7e9f07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867656"/>
            <a:ext cx="1965960" cy="804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53512" y="5041392"/>
            <a:ext cx="6270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flipped, kept the minus; should be </a:t>
            </a:r>
          </a:p>
        </p:txBody>
      </p:sp>
      <p:pic>
        <p:nvPicPr>
          <p:cNvPr id="17" name="Picture 16" descr="d631bf12f968ff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772" y="4928616"/>
            <a:ext cx="777240" cy="682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bases, same value — rewrite to a common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77439" y="1993392"/>
          <a:ext cx="74066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Square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Cube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Fourth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c34f90c6fc7d4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96" y="3758184"/>
            <a:ext cx="242316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056" y="373532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3" name="Picture 12" descr="9053d689824c5c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79" y="3758184"/>
            <a:ext cx="2295144" cy="411480"/>
          </a:xfrm>
          <a:prstGeom prst="rect">
            <a:avLst/>
          </a:prstGeom>
        </p:spPr>
      </p:pic>
      <p:pic>
        <p:nvPicPr>
          <p:cNvPr id="14" name="Picture 13" descr="a561d3e29393bc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4443984"/>
            <a:ext cx="487375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Testing equivalence: Xavier's claim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fba7ecf87f384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84" y="1993392"/>
            <a:ext cx="4294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4716" y="210312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505da5ea0c261b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707" y="1993392"/>
            <a:ext cx="43007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00837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Same base, then compare exponents.</a:t>
            </a:r>
          </a:p>
        </p:txBody>
      </p:sp>
      <p:pic>
        <p:nvPicPr>
          <p:cNvPr id="14" name="Picture 13" descr="5954d94571e7e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726179"/>
            <a:ext cx="1487424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74976" y="3698747"/>
            <a:ext cx="34041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— so Xavier is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2d16e4daaa9b6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23" y="2103120"/>
            <a:ext cx="1414272" cy="676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1ca1397ffa03d4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12008" cy="688848"/>
          </a:xfrm>
          <a:prstGeom prst="rect">
            <a:avLst/>
          </a:prstGeom>
        </p:spPr>
      </p:pic>
      <p:pic>
        <p:nvPicPr>
          <p:cNvPr id="9" name="Picture 8" descr="f25419565ed35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3408"/>
            <a:ext cx="1697736" cy="697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16/3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b5586861463d6b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194560"/>
            <a:ext cx="1792224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60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4ba5d3554b7f4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2194560"/>
            <a:ext cx="1798320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60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7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3a56cc9ab8e3bb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6109" y="2313432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9" name="Picture 8" descr="67df2d652c1a7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54" y="2369819"/>
            <a:ext cx="920495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27450" y="2313432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69969edd9de468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156" y="2103120"/>
            <a:ext cx="1082040" cy="8778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81196" y="2313432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838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both with the bases 3 and 2, then compare.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9dc7ad07cd91fb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67200" cy="347472"/>
          </a:xfrm>
          <a:prstGeom prst="rect">
            <a:avLst/>
          </a:prstGeom>
        </p:spPr>
      </p:pic>
      <p:pic>
        <p:nvPicPr>
          <p:cNvPr id="9" name="Picture 8" descr="77d3b6258368a7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3883152" cy="874776"/>
          </a:xfrm>
          <a:prstGeom prst="rect">
            <a:avLst/>
          </a:prstGeom>
        </p:spPr>
      </p:pic>
      <p:pic>
        <p:nvPicPr>
          <p:cNvPr id="10" name="Picture 9" descr="4af5e130ae69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91127"/>
            <a:ext cx="229514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are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1944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6633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9" name="Picture 8" descr="9b99919743149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478" y="2528315"/>
            <a:ext cx="1411224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8702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e566d1e7830f89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408" y="2194560"/>
            <a:ext cx="1350264" cy="1100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672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8157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9" name="Picture 8" descr="7788e03876974c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02" y="2529840"/>
            <a:ext cx="1411224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40226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b7201d2b15f8c8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32" y="2194560"/>
            <a:ext cx="1347216" cy="1100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59148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4000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61e8ec21e00a89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8" name="Picture 7" descr="956b769eca71d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8" name="Picture 7" descr="5a81991eb38a0b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43" y="2194560"/>
            <a:ext cx="2694432" cy="1865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425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8" name="Picture 7" descr="b34bc56ecccd0f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067" y="2103120"/>
            <a:ext cx="2691384" cy="1871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9110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6d9a31f1d02f31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663440"/>
            <a:ext cx="25908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8" name="Picture 7" descr="2f8b87745f5bc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75" y="2194560"/>
            <a:ext cx="2868168" cy="1432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48df33e2a7e48c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3" y="2103120"/>
            <a:ext cx="2862072" cy="1429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91100" y="481431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2bb7fdb900ba42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663440"/>
            <a:ext cx="25908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7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One flash drive holds  </a:t>
            </a:r>
          </a:p>
        </p:txBody>
      </p:sp>
      <p:pic>
        <p:nvPicPr>
          <p:cNvPr id="9" name="Picture 8" descr="c5917418503255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432" y="1943100"/>
            <a:ext cx="377952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2384" y="1851660"/>
            <a:ext cx="2063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4877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Another holds  </a:t>
            </a:r>
          </a:p>
        </p:txBody>
      </p:sp>
      <p:pic>
        <p:nvPicPr>
          <p:cNvPr id="12" name="Picture 11" descr="1d8988fc9968dd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036" y="2552700"/>
            <a:ext cx="252984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38020" y="2464308"/>
            <a:ext cx="6509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 The first one costs 45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Which holds more — or is it the same? Show why.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7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One flash drive holds  </a:t>
            </a:r>
          </a:p>
        </p:txBody>
      </p:sp>
      <p:pic>
        <p:nvPicPr>
          <p:cNvPr id="9" name="Picture 8" descr="b4b5a35a336421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432" y="1943100"/>
            <a:ext cx="38100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5432" y="1851660"/>
            <a:ext cx="2063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4877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Another holds  </a:t>
            </a:r>
          </a:p>
        </p:txBody>
      </p:sp>
      <p:pic>
        <p:nvPicPr>
          <p:cNvPr id="12" name="Picture 11" descr="e7e94afbdd4008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036" y="2552700"/>
            <a:ext cx="25603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1068" y="2464308"/>
            <a:ext cx="6509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 The first one costs 45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Which holds more — or is it the same? Show why.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The same: 8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(2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39fbeb40e62d1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6207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2003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2a82b5b2f64aa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971" y="2103120"/>
            <a:ext cx="417576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78733fd3b94c8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94560"/>
            <a:ext cx="1965960" cy="85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4ef405027ff61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03120"/>
            <a:ext cx="1965960" cy="850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8211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4007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11b1cae12f4ad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94560"/>
            <a:ext cx="11582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8" name="Picture 7" descr="9a83df8a23e939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4900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474833020a9714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663440"/>
            <a:ext cx="411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8" name="Picture 7" descr="cd86dc37fd0c05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051" y="2194560"/>
            <a:ext cx="1423416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8" name="Picture 7" descr="a58ef65a72479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7" y="2103120"/>
            <a:ext cx="1426464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21935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c9101e99983c70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176" y="4663440"/>
            <a:ext cx="597408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294" y="230428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9" name="Picture 8" descr="928a3b4f052209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146" y="2194560"/>
            <a:ext cx="1569720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3866" y="230428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b84e4faf309355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94560"/>
            <a:ext cx="1557528" cy="676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43100" y="230428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3296" y="3122675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4" name="Picture 13" descr="c9adefc290aa5b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75" y="3185159"/>
            <a:ext cx="521207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41183" y="3122675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4246" y="221284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9" name="Picture 8" descr="5cc8e379c9f0fb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098" y="2103120"/>
            <a:ext cx="1572768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3866" y="221284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3544f9e4eb8bbb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03120"/>
            <a:ext cx="1560576" cy="676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46148" y="221284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1772" y="3031236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4" name="Picture 13" descr="afdbc5b48ef25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451" y="3093720"/>
            <a:ext cx="524256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42707" y="3031236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the second is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not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6T7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II — QDM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