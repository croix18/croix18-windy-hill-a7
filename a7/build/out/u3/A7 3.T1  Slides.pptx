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857a6ff2cfd8f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548" y="2340864"/>
            <a:ext cx="424281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8364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60da0631a38069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355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4b863a17877190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1588" y="3026664"/>
            <a:ext cx="5038344" cy="4145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95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5988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ec6e02736f5aa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92752"/>
            <a:ext cx="2615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2321aacc5af3d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912" y="2340864"/>
            <a:ext cx="4224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67b291b8947b8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89176" cy="347472"/>
          </a:xfrm>
          <a:prstGeom prst="rect">
            <a:avLst/>
          </a:prstGeom>
        </p:spPr>
      </p:pic>
      <p:pic>
        <p:nvPicPr>
          <p:cNvPr id="13" name="Picture 12" descr="bf16b88015f459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48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8452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34c65761c567d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443" y="3026664"/>
            <a:ext cx="338632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9d46370b5095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76" y="2340864"/>
            <a:ext cx="4267200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4876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491f7c608f410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867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47105fda582f1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556" y="3419856"/>
            <a:ext cx="1810512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a171748372531a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19856"/>
            <a:ext cx="3041904" cy="810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cdcb68f6e6dc2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151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87511" y="1903476"/>
            <a:ext cx="309676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96f6e768b7d39e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d1502d738698f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94560"/>
            <a:ext cx="290474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f4723f2aadc8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1898904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4747b1c9061c5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550408" cy="819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36408" y="2790443"/>
            <a:ext cx="35478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9e02ef50b5c5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964" y="2194560"/>
            <a:ext cx="1307592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84fc34933096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9934c5774a372f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03120"/>
            <a:ext cx="938784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474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17170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22808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17170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85750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91236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85750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08026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d5b036b87b982f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13664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08026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76606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3d798f50b853a7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82092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76606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7689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826839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248a5ef36392b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5f877ce397a50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68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31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8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4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3799839d08455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508" y="2103120"/>
            <a:ext cx="98450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9b8fc61a2c5e1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71" y="2103120"/>
            <a:ext cx="1103376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40cfb839fb05e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835" y="2822448"/>
            <a:ext cx="1831848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94481d89f14e9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4b5d1eb2e4e078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0a18efbc23f658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79806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