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2340864"/>
            <a:ext cx="4245864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9888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6664"/>
            <a:ext cx="5041392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2940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89704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2340864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3026664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2340864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419856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21379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7320" y="1897380"/>
            <a:ext cx="6156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263" y="2785872"/>
            <a:ext cx="355701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