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THREAD A ·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Exponent Laws with Variable Bases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MA.8.AR.1.1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multiply and divide monomials, and raise a monomial to a power, by applying the laws of exponents to variable bases.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bases were all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base is a letter. Every law still works.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d93a40084748b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21180"/>
            <a:ext cx="126796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499360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2" name="Picture 11" descr="9d90cf2f49ecc8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395728"/>
            <a:ext cx="304800" cy="664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238500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4" name="Picture 13" descr="697434924d454a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3262884"/>
            <a:ext cx="688848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53019" y="3238500"/>
            <a:ext cx="5733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is between which two whole numbers?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851147"/>
            <a:ext cx="4347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with an exponent:  </a:t>
            </a:r>
          </a:p>
        </p:txBody>
      </p:sp>
      <p:pic>
        <p:nvPicPr>
          <p:cNvPr id="17" name="Picture 16" descr="2cd7015fba8991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28" y="3973068"/>
            <a:ext cx="1499616" cy="213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d93a40084748b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21180"/>
            <a:ext cx="126796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2702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499360"/>
            <a:ext cx="37048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3" name="Picture 12" descr="9d90cf2f49ecc8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165" y="2395728"/>
            <a:ext cx="304800" cy="664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95605" y="2372868"/>
            <a:ext cx="1215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2300" b="1" i="0">
                <a:solidFill>
                  <a:srgbClr val="9E1B32"/>
                </a:solidFill>
                <a:latin typeface="Century Schoolbook"/>
              </a:rPr>
              <a:t> =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38500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</a:t>
            </a:r>
          </a:p>
        </p:txBody>
      </p:sp>
      <p:pic>
        <p:nvPicPr>
          <p:cNvPr id="16" name="Picture 15" descr="697434924d454a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71" y="3262884"/>
            <a:ext cx="688848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53019" y="3238500"/>
            <a:ext cx="5733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is between which two whole numbers?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8069" y="3238500"/>
            <a:ext cx="13513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7 and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51147"/>
            <a:ext cx="43476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with an exponent:  </a:t>
            </a:r>
          </a:p>
        </p:txBody>
      </p:sp>
      <p:pic>
        <p:nvPicPr>
          <p:cNvPr id="20" name="Picture 19" descr="2cd7015fba8991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028" y="3973068"/>
            <a:ext cx="1499616" cy="213360"/>
          </a:xfrm>
          <a:prstGeom prst="rect">
            <a:avLst/>
          </a:prstGeom>
        </p:spPr>
      </p:pic>
      <p:pic>
        <p:nvPicPr>
          <p:cNvPr id="21" name="Picture 20" descr="cb1e58e5201185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284" y="3909059"/>
            <a:ext cx="280416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Product of powers — the base is a letter now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7f4dc7bb52f349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24" y="2340864"/>
            <a:ext cx="4245864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49888" y="23180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3" name="Picture 12" descr="4bb1e456c94b13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879" y="2391156"/>
            <a:ext cx="2261616" cy="310896"/>
          </a:xfrm>
          <a:prstGeom prst="rect">
            <a:avLst/>
          </a:prstGeom>
        </p:spPr>
      </p:pic>
      <p:pic>
        <p:nvPicPr>
          <p:cNvPr id="14" name="Picture 13" descr="a285865d99a08f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064" y="3026664"/>
            <a:ext cx="5041392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37764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Multiply the coefficients. Add the exponents of like bases.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472940"/>
            <a:ext cx="5144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Different variables stay separate:  </a:t>
            </a:r>
          </a:p>
        </p:txBody>
      </p:sp>
      <p:pic>
        <p:nvPicPr>
          <p:cNvPr id="17" name="Picture 16" descr="2a950411e1004b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632" y="4489704"/>
            <a:ext cx="2618232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Power of a power, power of a product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e72c58bfa2a95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864" y="2340864"/>
            <a:ext cx="4227576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75440" y="231800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f6f2fe1277a80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431" y="2372868"/>
            <a:ext cx="1792224" cy="347472"/>
          </a:xfrm>
          <a:prstGeom prst="rect">
            <a:avLst/>
          </a:prstGeom>
        </p:spPr>
      </p:pic>
      <p:pic>
        <p:nvPicPr>
          <p:cNvPr id="13" name="Picture 12" descr="783225cb699ff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224" y="3026664"/>
            <a:ext cx="3727704" cy="4236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26928" y="300990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1389c559d7859c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919" y="3026664"/>
            <a:ext cx="3389376" cy="423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788664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Power of a power: multiply the exponents.  Power of a product: raise every factor.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Quotient of powers — dividing monomials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3942cbc98c315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152" y="2340864"/>
            <a:ext cx="4270248" cy="8046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36400" y="251460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90de12726cf0d0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391" y="2406396"/>
            <a:ext cx="1712976" cy="673608"/>
          </a:xfrm>
          <a:prstGeom prst="rect">
            <a:avLst/>
          </a:prstGeom>
        </p:spPr>
      </p:pic>
      <p:pic>
        <p:nvPicPr>
          <p:cNvPr id="13" name="Picture 12" descr="56477ae8447c46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700" y="3419856"/>
            <a:ext cx="1801368" cy="8107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42068" y="3596640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7b39cdb0ef566bc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059" y="3421379"/>
            <a:ext cx="3032760" cy="807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56895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Subtract the exponents of like bases.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Multiplying two monomials.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a0894cd9a5ccf6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843" y="2103120"/>
            <a:ext cx="2465832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de63dedae86b58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004560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90560" y="1903476"/>
            <a:ext cx="30937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regroup: coefficients, x's, y's</a:t>
            </a:r>
          </a:p>
        </p:txBody>
      </p:sp>
      <p:pic>
        <p:nvPicPr>
          <p:cNvPr id="11" name="Picture 10" descr="2f53120bf9dfff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18232"/>
            <a:ext cx="3581400" cy="423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67399" y="2601468"/>
            <a:ext cx="55168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coefficients; add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−8x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83ae14ddaf39e7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1" y="2194560"/>
            <a:ext cx="2901696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28700badd3bdf0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11" y="2194560"/>
            <a:ext cx="2901696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5 · 3,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15a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b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power of a product, then a quotient.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b9dec83acdd34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03120"/>
            <a:ext cx="1325880" cy="8900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960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as a single monomial.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d5a2c92467f9be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4132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27320" y="1897380"/>
            <a:ext cx="615695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product: raise all three factors</a:t>
            </a:r>
          </a:p>
        </p:txBody>
      </p:sp>
      <p:pic>
        <p:nvPicPr>
          <p:cNvPr id="11" name="Picture 10" descr="8affb1101a179d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5541264" cy="8168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27263" y="2785872"/>
            <a:ext cx="3557016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coefficients; subtract exponents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3m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n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c61e723e73851e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83" y="2194560"/>
            <a:ext cx="1292352" cy="12161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192ab9962e6dc8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107" y="2194560"/>
            <a:ext cx="1289304" cy="1213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2770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16p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8p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2p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d4d3158a21a48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94560"/>
            <a:ext cx="11795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power.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20123ea625216e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971" y="2103120"/>
            <a:ext cx="11795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like bases: add the exponents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7363" y="4604003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ea1790c6884cea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603" y="4663440"/>
            <a:ext cx="606552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df024cff5e9ce1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2194560"/>
            <a:ext cx="932688" cy="530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power.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00e7a99be8e12d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891" y="2103120"/>
            <a:ext cx="935736" cy="5242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0169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power of a power: multiply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2791" y="465429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5d59527968cea4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032" y="4663440"/>
            <a:ext cx="615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9313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cube has edges  </a:t>
            </a:r>
          </a:p>
        </p:txBody>
      </p:sp>
      <p:pic>
        <p:nvPicPr>
          <p:cNvPr id="10" name="Picture 9" descr="1df02a95485ce3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51" y="1941575"/>
            <a:ext cx="423672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52323" y="1851660"/>
            <a:ext cx="29578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30661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surface area is  </a:t>
            </a:r>
          </a:p>
        </p:txBody>
      </p:sp>
      <p:pic>
        <p:nvPicPr>
          <p:cNvPr id="13" name="Picture 12" descr="84641c90e2ee91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429" y="2554224"/>
            <a:ext cx="597408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0837" y="2464308"/>
            <a:ext cx="3331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square centimeters.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Write its volume as a single monomial.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9313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cube has edges  </a:t>
            </a:r>
          </a:p>
        </p:txBody>
      </p:sp>
      <p:pic>
        <p:nvPicPr>
          <p:cNvPr id="10" name="Picture 9" descr="a28e2ea3731f9d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651" y="1941575"/>
            <a:ext cx="423672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52323" y="1851660"/>
            <a:ext cx="29578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30661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surface area is  </a:t>
            </a:r>
          </a:p>
        </p:txBody>
      </p:sp>
      <p:pic>
        <p:nvPicPr>
          <p:cNvPr id="13" name="Picture 12" descr="627f906189b40b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429" y="2554224"/>
            <a:ext cx="600456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3885" y="2464308"/>
            <a:ext cx="3331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square centimeters.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Write its volume as a single monomial.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3035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(2x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: raise the 2 as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7551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8" name="Picture 17" descr="b5d97e94079cb0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791" y="4663440"/>
            <a:ext cx="646176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f0d74218b39c7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1" y="2194560"/>
            <a:ext cx="2642616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monomial.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20518fcef0388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928" y="2103120"/>
            <a:ext cx="2645664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559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· 4, a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a, b · b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1979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53df2d82dfc942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19" y="4663440"/>
            <a:ext cx="1417320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6cf649989ec0d5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5" y="2194560"/>
            <a:ext cx="1344168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413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076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10m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93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9927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b63f3b3a75f7bb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152" y="2103120"/>
            <a:ext cx="1347216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498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25m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61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10m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199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07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25m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a9b3bfaec72a6e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7" y="2194560"/>
            <a:ext cx="969264" cy="1011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3509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1014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1014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7872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78721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57f74e63f18b45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651" y="2103120"/>
            <a:ext cx="966216" cy="1011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4365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0099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099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4x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957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9x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9577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4x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4x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85c3b95db630c6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692" y="2194560"/>
            <a:ext cx="1088136" cy="1021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as a single monomial.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b4ec42ed5af64d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215" y="2103120"/>
            <a:ext cx="1085088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9242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m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n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and n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0224" y="460552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33514adb2311b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463" y="4663440"/>
            <a:ext cx="560832" cy="43281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17170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30886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6af21d554c0d03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312" y="2913888"/>
            <a:ext cx="18348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law applies?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343" y="2080260"/>
            <a:ext cx="3047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Find the value of </a:t>
            </a:r>
          </a:p>
        </p:txBody>
      </p:sp>
      <p:pic>
        <p:nvPicPr>
          <p:cNvPr id="10" name="Picture 9" descr="ce9b607ea85ce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16" y="2217420"/>
            <a:ext cx="19202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6740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:</a:t>
            </a:r>
          </a:p>
        </p:txBody>
      </p:sp>
      <p:pic>
        <p:nvPicPr>
          <p:cNvPr id="12" name="Picture 11" descr="9b87377120470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312" y="2822448"/>
            <a:ext cx="1834896" cy="344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+ n =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7268" y="2176272"/>
            <a:ext cx="26152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Rachel writes  </a:t>
            </a:r>
          </a:p>
        </p:txBody>
      </p:sp>
      <p:pic>
        <p:nvPicPr>
          <p:cNvPr id="10" name="Picture 9" descr="a6080467761327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333" y="2194560"/>
            <a:ext cx="1335024" cy="420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0357" y="2176272"/>
            <a:ext cx="956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 </a:t>
            </a:r>
          </a:p>
        </p:txBody>
      </p:sp>
      <p:pic>
        <p:nvPicPr>
          <p:cNvPr id="12" name="Picture 11" descr="300f952ef0d53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335" y="2225040"/>
            <a:ext cx="5364480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93815" y="2176272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0629" y="2872739"/>
            <a:ext cx="3534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Justina writes it as  </a:t>
            </a:r>
          </a:p>
        </p:txBody>
      </p:sp>
      <p:pic>
        <p:nvPicPr>
          <p:cNvPr id="15" name="Picture 14" descr="7c47cd9abe6657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159" y="2889503"/>
            <a:ext cx="1603248" cy="423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31407" y="2872739"/>
            <a:ext cx="4436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Who is correct? Explain.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each of them did.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744" y="2084831"/>
            <a:ext cx="26152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Rachel writes  </a:t>
            </a:r>
          </a:p>
        </p:txBody>
      </p:sp>
      <p:pic>
        <p:nvPicPr>
          <p:cNvPr id="10" name="Picture 9" descr="c182d5e9af3001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09" y="2103120"/>
            <a:ext cx="1338072" cy="4206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1881" y="2084831"/>
            <a:ext cx="956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as  </a:t>
            </a:r>
          </a:p>
        </p:txBody>
      </p:sp>
      <p:pic>
        <p:nvPicPr>
          <p:cNvPr id="12" name="Picture 11" descr="633192d31288b5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859" y="2133599"/>
            <a:ext cx="5364480" cy="359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95339" y="2084831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9105" y="2781299"/>
            <a:ext cx="35346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Justina writes it as  </a:t>
            </a:r>
          </a:p>
        </p:txBody>
      </p:sp>
      <p:pic>
        <p:nvPicPr>
          <p:cNvPr id="15" name="Picture 14" descr="9c1cc680a1f0e7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635" y="2798063"/>
            <a:ext cx="1606296" cy="423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32931" y="2781299"/>
            <a:ext cx="4436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Who is correct? Explain.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5417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— Justina's is Rachel's product, multiplied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Both are correct; 15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3,375, x · x · x = x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, and six y's make y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Thread A · Day 1 — Exponent Laws with Variable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powers: variable bases — TR9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a power: variable bases — 2CU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Divide monomials with positive exponents — C8L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