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Exponent Laws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multiply and divide monomials, and raise a monomial to a power, by applying the laws of exponents to variable bases.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bases were all numbers.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letter. Every law still works.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1401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2" name="Picture 11" descr="0e4bbceb5e1157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64" y="2395728"/>
            <a:ext cx="216408" cy="4937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067812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3092196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95980" y="3067812"/>
            <a:ext cx="5678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8046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17" name="Picture 16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432" y="3802380"/>
            <a:ext cx="1499616" cy="21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d93a40084748b6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296" y="1821180"/>
            <a:ext cx="1267968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5904" y="1760220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14016"/>
            <a:ext cx="4159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as one power:  </a:t>
            </a:r>
          </a:p>
        </p:txBody>
      </p:sp>
      <p:pic>
        <p:nvPicPr>
          <p:cNvPr id="13" name="Picture 12" descr="0e4bbceb5e1157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64" y="2395728"/>
            <a:ext cx="216408" cy="4937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61911" y="2372868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2300" b="1" i="0">
                <a:solidFill>
                  <a:srgbClr val="9E1B32"/>
                </a:solidFill>
                <a:latin typeface="Century Schoolbook"/>
              </a:rPr>
              <a:t>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067812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697434924d454a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3092196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95980" y="3067812"/>
            <a:ext cx="5678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5884" y="3067812"/>
            <a:ext cx="13962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7 and 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80460"/>
            <a:ext cx="47670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with an exponent:  </a:t>
            </a:r>
          </a:p>
        </p:txBody>
      </p:sp>
      <p:pic>
        <p:nvPicPr>
          <p:cNvPr id="20" name="Picture 19" descr="2cd7015fba8991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4432" y="3802380"/>
            <a:ext cx="1499616" cy="213360"/>
          </a:xfrm>
          <a:prstGeom prst="rect">
            <a:avLst/>
          </a:prstGeom>
        </p:spPr>
      </p:pic>
      <p:pic>
        <p:nvPicPr>
          <p:cNvPr id="21" name="Picture 20" descr="cb1e58e52011854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2688" y="3738372"/>
            <a:ext cx="28041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both lines.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Product of powers — the base is a letter now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6c79f54b1c7572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924" y="2340864"/>
            <a:ext cx="4245864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7788" y="231952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3" name="Picture 12" descr="dd1cb7111c0c43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7980" y="2394204"/>
            <a:ext cx="2261616" cy="307848"/>
          </a:xfrm>
          <a:prstGeom prst="rect">
            <a:avLst/>
          </a:prstGeom>
        </p:spPr>
      </p:pic>
      <p:pic>
        <p:nvPicPr>
          <p:cNvPr id="14" name="Picture 13" descr="70e3a362881c59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0064" y="3029711"/>
            <a:ext cx="5041392" cy="4145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3782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Multiply the coefficients. Add the exponents of like bases.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479035"/>
            <a:ext cx="5678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Different variables stay separate:  </a:t>
            </a:r>
          </a:p>
        </p:txBody>
      </p:sp>
      <p:pic>
        <p:nvPicPr>
          <p:cNvPr id="17" name="Picture 16" descr="255a243b3b0d185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495799"/>
            <a:ext cx="2618232" cy="4236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power, power of a product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679aec6529a1b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288" y="2340864"/>
            <a:ext cx="422452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1816" y="23180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c55ac5754a9719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008" y="2372868"/>
            <a:ext cx="1792224" cy="347472"/>
          </a:xfrm>
          <a:prstGeom prst="rect">
            <a:avLst/>
          </a:prstGeom>
        </p:spPr>
      </p:pic>
      <p:pic>
        <p:nvPicPr>
          <p:cNvPr id="13" name="Picture 12" descr="6a71b95af9942a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648" y="3026664"/>
            <a:ext cx="3727704" cy="4236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56352" y="30099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fd1a8388b368e1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6544" y="3026664"/>
            <a:ext cx="338632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7886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multiply the exponents.  Power of a product: raise every factor.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Quotient of powers — dividing monomials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bddf10174d673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783" y="2340864"/>
            <a:ext cx="3355848" cy="600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72631" y="241249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22d0399b0effe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823" y="2385060"/>
            <a:ext cx="1581912" cy="512064"/>
          </a:xfrm>
          <a:prstGeom prst="rect">
            <a:avLst/>
          </a:prstGeom>
        </p:spPr>
      </p:pic>
      <p:pic>
        <p:nvPicPr>
          <p:cNvPr id="13" name="Picture 12" descr="4d617de5ab5dff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0060" y="3215640"/>
            <a:ext cx="1560576" cy="609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80636" y="329184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5" name="Picture 14" descr="bd4bc4141429a35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0828" y="3218688"/>
            <a:ext cx="2770632" cy="6035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1635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Subtract the exponents of like bases.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two monomials.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a0894cd9a5ccf6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7843" y="2103120"/>
            <a:ext cx="2465832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096cf6a78ea74f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00456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90560" y="1903476"/>
            <a:ext cx="30937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regroup: coefficients, x's, y's</a:t>
            </a:r>
          </a:p>
        </p:txBody>
      </p:sp>
      <p:pic>
        <p:nvPicPr>
          <p:cNvPr id="11" name="Picture 10" descr="e9baf7b90d4047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3581400" cy="423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67399" y="2601468"/>
            <a:ext cx="55168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83ae14ddaf39e7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9911" y="2194560"/>
            <a:ext cx="2901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5 · 3,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15a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power of a product, then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ab16b599b13e6c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939" y="2103120"/>
            <a:ext cx="929640" cy="658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644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as a single monomial.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eea818d6e8453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3827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24272" y="1898904"/>
            <a:ext cx="6160008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product: raise all three factors</a:t>
            </a:r>
          </a:p>
        </p:txBody>
      </p:sp>
      <p:pic>
        <p:nvPicPr>
          <p:cNvPr id="11" name="Picture 10" descr="a6abded2336caf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5157216" cy="609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43216" y="2685288"/>
            <a:ext cx="39410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coefficients; subtract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n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6060cb0885c65d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607" y="2194560"/>
            <a:ext cx="908304" cy="899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6060cb0885c65d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607" y="2194560"/>
            <a:ext cx="908304" cy="89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16p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8p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2p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d4d3158a21a48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like bases: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7363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a1790c6884cea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603" y="4663440"/>
            <a:ext cx="606552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9456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df024cff5e9ce1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4416" y="2103120"/>
            <a:ext cx="932688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7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791" y="465429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d59527968cea4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032" y="4663440"/>
            <a:ext cx="615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4067" y="217170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7234be0b0114c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6188" y="222808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00444" y="2171700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4539" y="285750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cf9ea632c4320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476" y="291236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8044" y="285750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84067" y="2080260"/>
            <a:ext cx="31292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cube has edge  </a:t>
            </a:r>
          </a:p>
        </p:txBody>
      </p:sp>
      <p:pic>
        <p:nvPicPr>
          <p:cNvPr id="10" name="Picture 9" descr="7234be0b0114cb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6188" y="2136648"/>
            <a:ext cx="524256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600444" y="2080260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4539" y="276606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Its surface area is  </a:t>
            </a:r>
          </a:p>
        </p:txBody>
      </p:sp>
      <p:pic>
        <p:nvPicPr>
          <p:cNvPr id="13" name="Picture 12" descr="cf9ea632c43208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476" y="2820924"/>
            <a:ext cx="73456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8044" y="2766060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square centimeters.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cube's volume as a single monomial.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: raise the 2 as well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7551" y="4768927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8" name="Picture 17" descr="b5d97e94079cb0b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7791" y="4826839"/>
            <a:ext cx="64617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9456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4f0d74218b39c7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451" y="2103120"/>
            <a:ext cx="2642616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· 4,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a, b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1979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53df2d82dfc942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19" y="4663440"/>
            <a:ext cx="1417320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9456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6cf649989ec0d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5" y="2103120"/>
            <a:ext cx="134416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25m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10m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5m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25m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3cbc9462cebf8a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907" y="2194560"/>
            <a:ext cx="679704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3cbc9462cebf8a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907" y="2103120"/>
            <a:ext cx="679704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93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760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760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4458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4458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4516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b7f37a3c9e4308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36" y="2194560"/>
            <a:ext cx="76504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as a single monomial.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b7f37a3c9e4308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8236" y="2103120"/>
            <a:ext cx="765048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944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and n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0224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3514adb2311b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0463" y="4663440"/>
            <a:ext cx="560832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91388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6af21d554c0d037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3312" y="2822448"/>
            <a:ext cx="18348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+ n = 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536" y="2176272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248" y="219456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16272" y="2176272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648" y="2225040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84128" y="2176272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235" y="2872739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9876" y="288950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53124" y="287273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of them did.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536" y="2084831"/>
            <a:ext cx="27858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Rachel writes  </a:t>
            </a:r>
          </a:p>
        </p:txBody>
      </p:sp>
      <p:pic>
        <p:nvPicPr>
          <p:cNvPr id="10" name="Picture 9" descr="a6080467761327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248" y="2103120"/>
            <a:ext cx="13350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16272" y="2084831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as  </a:t>
            </a:r>
          </a:p>
        </p:txBody>
      </p:sp>
      <p:pic>
        <p:nvPicPr>
          <p:cNvPr id="12" name="Picture 11" descr="300f952ef0d53b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9648" y="2133599"/>
            <a:ext cx="5364480" cy="3596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184128" y="208483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9235" y="2781299"/>
            <a:ext cx="39878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Justina writes it as  </a:t>
            </a:r>
          </a:p>
        </p:txBody>
      </p:sp>
      <p:pic>
        <p:nvPicPr>
          <p:cNvPr id="15" name="Picture 14" descr="7c47cd9abe6657c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9876" y="2798063"/>
            <a:ext cx="1603248" cy="42367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53124" y="2781299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Who is correct? Explain.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417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— Justina's is Rachel's product, multiplied 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are correct; 15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3,375, x · x · x =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, and six y's make 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1 — Exponent Laws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powers: variable bases — TR9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a power: variable bases — 2CU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Divide monomials with positive exponents — C8L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