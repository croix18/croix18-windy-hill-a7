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140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0e4bbceb5e1157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216408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67812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92196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95980" y="3067812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8046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432" y="3802380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5904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140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0e4bbceb5e1157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216408" cy="4937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1911" y="237286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67812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92196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80" y="3067812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5884" y="3067812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046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432" y="3802380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688" y="3738372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c79f54b1c757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24" y="2340864"/>
            <a:ext cx="4245864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7788" y="231952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dd1cb7111c0c43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980" y="2394204"/>
            <a:ext cx="2261616" cy="307848"/>
          </a:xfrm>
          <a:prstGeom prst="rect">
            <a:avLst/>
          </a:prstGeom>
        </p:spPr>
      </p:pic>
      <p:pic>
        <p:nvPicPr>
          <p:cNvPr id="14" name="Picture 13" descr="70e3a362881c59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9711"/>
            <a:ext cx="5041392" cy="414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82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9035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55a243b3b0d18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495799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679aec6529a1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288" y="2340864"/>
            <a:ext cx="4224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1816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c55ac5754a9719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008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6a71b95af9942a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648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56352" y="30099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fd1a8388b368e1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544" y="3026664"/>
            <a:ext cx="338632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ddf10174d673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783" y="2340864"/>
            <a:ext cx="3355848" cy="600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72631" y="241249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2d0399b0effe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823" y="2385060"/>
            <a:ext cx="1581912" cy="512064"/>
          </a:xfrm>
          <a:prstGeom prst="rect">
            <a:avLst/>
          </a:prstGeom>
        </p:spPr>
      </p:pic>
      <p:pic>
        <p:nvPicPr>
          <p:cNvPr id="13" name="Picture 12" descr="4d617de5ab5dff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0060" y="3215640"/>
            <a:ext cx="1560576" cy="60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0636" y="329184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d4bc4141429a3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828" y="3218688"/>
            <a:ext cx="2770632" cy="603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63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096cf6a78ea74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e9baf7b90d4047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ab16b599b13e6c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939" y="2103120"/>
            <a:ext cx="92964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644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ea818d6e8453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1898904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a6abded2336caf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15721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43216" y="2685288"/>
            <a:ext cx="3941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6060cb0885c65d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07" y="2194560"/>
            <a:ext cx="908304" cy="899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060cb0885c65d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07" y="2194560"/>
            <a:ext cx="908304" cy="89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d3892a12ffc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d3892a12ffc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raise the 2 as well: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181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d30d4f0938b22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051" y="4663440"/>
            <a:ext cx="105765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0312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0312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cbc9462cebf8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907" y="2194560"/>
            <a:ext cx="67970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cbc9462cebf8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907" y="2103120"/>
            <a:ext cx="67970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93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60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60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458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458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516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b7f37a3c9e4308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36" y="2194560"/>
            <a:ext cx="76504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7f37a3c9e4308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36" y="2103120"/>
            <a:ext cx="76504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536" y="2176272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248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6272" y="2176272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648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84128" y="217627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235" y="287273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876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53124" y="28727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536" y="2084831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248" y="210312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6272" y="2084831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648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84128" y="208483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235" y="278129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876" y="279806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53124" y="278129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