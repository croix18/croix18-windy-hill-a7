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12702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9936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395728"/>
            <a:ext cx="304800" cy="664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95605" y="237286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3850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3262884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53019" y="323850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8069" y="323850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851147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973068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909059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2340864"/>
            <a:ext cx="4245864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49888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391156"/>
            <a:ext cx="2261616" cy="310896"/>
          </a:xfrm>
          <a:prstGeom prst="rect">
            <a:avLst/>
          </a:prstGeom>
        </p:spPr>
      </p:pic>
      <p:pic>
        <p:nvPicPr>
          <p:cNvPr id="14" name="Picture 13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6664"/>
            <a:ext cx="5041392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7647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2940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489704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2340864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2318004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30099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3026664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2340864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51460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406396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419856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596640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421379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5689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7320" y="1897380"/>
            <a:ext cx="6156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263" y="2785872"/>
            <a:ext cx="3557016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2770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1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17170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22808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17170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85750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91236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85750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56587" y="2080260"/>
            <a:ext cx="2996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8f127f99c88fb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479" y="213664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39735" y="2080260"/>
            <a:ext cx="24023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2791" y="2766060"/>
            <a:ext cx="33039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8ee8aed49f7b7aa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627" y="282092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04195" y="2766060"/>
            <a:ext cx="3591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7689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826839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242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