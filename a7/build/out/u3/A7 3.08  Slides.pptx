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a large number in scientific notation, read one back into standard form, and find how many times larger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 laws finished — numbers and letters.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go to work on twenty-digit numbers.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33828"/>
            <a:ext cx="774192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9816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42209" y="1760220"/>
            <a:ext cx="769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33828"/>
            <a:ext cx="774192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5131" y="2372868"/>
            <a:ext cx="2426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1,000,000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4379" y="298551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9816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3604" y="3598164"/>
            <a:ext cx="15117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millions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Powers of ten name the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87552" y="34015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a362daa5aca8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840" y="2403348"/>
            <a:ext cx="1124712" cy="286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3552" y="2318004"/>
            <a:ext cx="1524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2" name="Picture 11" descr="24588923a2e411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247" y="2388108"/>
            <a:ext cx="1551432" cy="316992"/>
          </a:xfrm>
          <a:prstGeom prst="rect">
            <a:avLst/>
          </a:prstGeom>
        </p:spPr>
      </p:pic>
      <p:pic>
        <p:nvPicPr>
          <p:cNvPr id="13" name="Picture 12" descr="8e6cc14ac5e461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8388" y="3031236"/>
            <a:ext cx="3136392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04780" y="30038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067fcc93f2b9d5f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771" y="3037332"/>
            <a:ext cx="3642360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decimal point moves: 26,000,000. → 2.6, seven places,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7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8462689543fb1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320" y="2348484"/>
            <a:ext cx="2103120" cy="810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0440" y="25252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23b76398c3e7ac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431" y="2340864"/>
            <a:ext cx="3477768" cy="826008"/>
          </a:xfrm>
          <a:prstGeom prst="rect">
            <a:avLst/>
          </a:prstGeom>
        </p:spPr>
      </p:pic>
      <p:pic>
        <p:nvPicPr>
          <p:cNvPr id="13" name="Picture 12" descr="a006e1f5dbf8305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316" y="3441192"/>
            <a:ext cx="4056888" cy="8260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6055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5337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On a screen, 8.4E6 means 8.4 ×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Standard form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 2018, funding for education in Florida totaled 30,100,000,000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c33cd551852111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03064" cy="3992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89064" y="1891284"/>
            <a:ext cx="43952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3 is in the ten-billions place</a:t>
            </a:r>
          </a:p>
        </p:txBody>
      </p:sp>
      <p:pic>
        <p:nvPicPr>
          <p:cNvPr id="11" name="Picture 10" descr="826a198efbf96e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3848"/>
            <a:ext cx="6544056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30056" y="2532887"/>
            <a:ext cx="255422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630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1 is in the hundred-millions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1.105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8167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dc6640317f68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072" y="2133599"/>
            <a:ext cx="140512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4200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7f651d263392d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3252" y="2136648"/>
            <a:ext cx="1414272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4752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ea7fbd33ef479e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38656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24656" y="203758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ecf3b7ddda2003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2386584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72583" y="30617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subtract the exponents</a:t>
            </a:r>
          </a:p>
        </p:txBody>
      </p:sp>
      <p:pic>
        <p:nvPicPr>
          <p:cNvPr id="13" name="Picture 12" descr="8a1e664f4b4116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8496"/>
            <a:ext cx="2026920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2920" y="388467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152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4952" y="2185415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b3b23388699e71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24165" y="2945892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33ace73c84f9ae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3512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4952" y="2186940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9213e17c268194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4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24165" y="2948940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c0aa154a2b895b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6560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8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57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0.75 × 10 = 7.5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796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4 in?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millions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0641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f1494d210188d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4522" y="2225040"/>
            <a:ext cx="142951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4034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2165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2d884c0ec37c9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6046" y="2132076"/>
            <a:ext cx="142646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2510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7.2 × 10,000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72,000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583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3.56 hundred-thousands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49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1ab45d017fce8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6622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d99a9851995ad5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9308" y="2223516"/>
            <a:ext cx="138988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291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Look at the powers first.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496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8380355eb5e91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132076"/>
            <a:ext cx="1414272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9670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7abd88142838d7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2356" y="2132076"/>
            <a:ext cx="1386840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291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950,000 versus 1,200,000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5.2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5.2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9919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cb3383a0ac489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824" y="2225040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20296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136c380adf2ac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9348" y="2223516"/>
            <a:ext cx="110642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45772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8395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f5c1556a2a4007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300" y="2133599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877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e6a3bddbc4c7da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824" y="2132076"/>
            <a:ext cx="1109472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472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1,000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79023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9dfa88f60f7695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928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1152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441501d81b57e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225040"/>
            <a:ext cx="142646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56668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Coefficients, then powers, then multiply.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07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f4de1fd42bbb2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976" y="2132076"/>
            <a:ext cx="140817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115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f8ac844b491820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132076"/>
            <a:ext cx="142341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5362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 is not an error.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3,500,000,000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26" y="217170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8eae714437c97e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6417" y="2223516"/>
            <a:ext cx="131064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7057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definition.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2502" y="208026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b1be6639231b1d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4893" y="2132076"/>
            <a:ext cx="131368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581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3558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equal, yes — scientific notation, 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Equal, yes. Scientific notation, no: 20 is not less than 10.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large numbers — 2AL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large numbers — WEZ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— LJQ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