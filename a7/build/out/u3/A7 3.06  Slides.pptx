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4360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d20078542d535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807" y="2340864"/>
            <a:ext cx="3578352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692652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c465db9a1afbef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374136"/>
            <a:ext cx="5004816" cy="1094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669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c45ea5ac81fe3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804" y="2340864"/>
            <a:ext cx="5391912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a4f17c6e045bd6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2653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4088" y="4386071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8f1aef55fede7e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101" y="4273296"/>
            <a:ext cx="789432" cy="682752"/>
          </a:xfrm>
          <a:prstGeom prst="rect">
            <a:avLst/>
          </a:prstGeom>
        </p:spPr>
      </p:pic>
      <p:pic>
        <p:nvPicPr>
          <p:cNvPr id="16" name="Picture 15" descr="9177811477d4a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2080"/>
            <a:ext cx="1969008" cy="807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56560" y="5387340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be9511aed8c2056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820" y="5277612"/>
            <a:ext cx="774192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cc456d7f9f528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420" y="4105656"/>
            <a:ext cx="2423160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0580" y="4084320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ddf63c5a3e0903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003" y="4107180"/>
            <a:ext cx="2292096" cy="411480"/>
          </a:xfrm>
          <a:prstGeom prst="rect">
            <a:avLst/>
          </a:prstGeom>
        </p:spPr>
      </p:pic>
      <p:pic>
        <p:nvPicPr>
          <p:cNvPr id="14" name="Picture 13" descr="5659a59a4bcb8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4504"/>
            <a:ext cx="4873752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440dcda272973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132" y="2340864"/>
            <a:ext cx="4291584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05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bb6220d5ac80be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297680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58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52910b7ab3954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2127"/>
            <a:ext cx="148742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6219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42a049a840fefc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05912" cy="6797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1912" y="2031492"/>
            <a:ext cx="5992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b6b18b3ca56125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4264"/>
            <a:ext cx="1700784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6784" y="299313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52db5fe1644c8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415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0152" y="1865376"/>
            <a:ext cx="483412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e94dc10860a25c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0104" cy="8778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6104" y="2752344"/>
            <a:ext cx="52181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72a96a3676b38c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4176"/>
            <a:ext cx="228904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5048" y="363931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4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0312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0312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2816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267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74336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0312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99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934" y="217170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911" y="222656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4807" y="217170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878" y="343237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759" y="348724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7655" y="343237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power of 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85934" y="2080260"/>
            <a:ext cx="2535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drive holds  </a:t>
            </a:r>
          </a:p>
        </p:txBody>
      </p:sp>
      <p:pic>
        <p:nvPicPr>
          <p:cNvPr id="10" name="Picture 9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911" y="2135124"/>
            <a:ext cx="310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94807" y="2080260"/>
            <a:ext cx="221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878" y="3340939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326fb02d0e36fa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759" y="3395803"/>
            <a:ext cx="310896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447655" y="3340939"/>
            <a:ext cx="28881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76435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826839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7063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6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22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8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0312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0312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093720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5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