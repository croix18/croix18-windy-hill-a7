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5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Quotient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quotient of powers, power of a quotient and zero exponent laws to rewrite and evaluate a numerical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same base, add the exponents.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same base, subtract — and exponent 0 is not 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10" name="Picture 9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848611"/>
            <a:ext cx="74676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38e9b447bed4dd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91440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73f8d0478760fc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3720"/>
            <a:ext cx="1405128" cy="2407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67741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6" name="Picture 15" descr="18ea63a1522c26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084" y="3621024"/>
            <a:ext cx="880872" cy="569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10" name="Picture 9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848611"/>
            <a:ext cx="746760" cy="280416"/>
          </a:xfrm>
          <a:prstGeom prst="rect">
            <a:avLst/>
          </a:prstGeom>
        </p:spPr>
      </p:pic>
      <p:pic>
        <p:nvPicPr>
          <p:cNvPr id="11" name="Picture 10" descr="fe5bb28ba59f7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360" y="1848611"/>
            <a:ext cx="25908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38e9b447bed4dd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2397252"/>
            <a:ext cx="91440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7211" y="2372868"/>
            <a:ext cx="5756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−3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73f8d0478760fc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368" y="3093720"/>
            <a:ext cx="1405128" cy="240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3136" y="298551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&lt;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67741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9" name="Picture 18" descr="18ea63a1522c26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084" y="3621024"/>
            <a:ext cx="880872" cy="5699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66596" y="359816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Where the rule comes from.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Quotient of powers — same base, subtract the exponents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9415792fd44314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3" y="2340864"/>
            <a:ext cx="5468112" cy="816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584447"/>
            <a:ext cx="35344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Quotient of powers:  </a:t>
            </a:r>
          </a:p>
        </p:txBody>
      </p:sp>
      <p:pic>
        <p:nvPicPr>
          <p:cNvPr id="13" name="Picture 12" descr="caa5aae58594f0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871" y="3477767"/>
            <a:ext cx="1758696" cy="67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43567" y="3584447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5" name="Picture 14" descr="e9238f2ad6182a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751" y="3643883"/>
            <a:ext cx="786384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90135" y="3584447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584191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8" name="Picture 17" descr="b00c7f4311e4c7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404360"/>
            <a:ext cx="3630168" cy="816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quotient — the exponent goes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a3e08171df6b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2340864"/>
            <a:ext cx="6364224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585972"/>
            <a:ext cx="36134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quotient:  </a:t>
            </a:r>
          </a:p>
        </p:txBody>
      </p:sp>
      <p:pic>
        <p:nvPicPr>
          <p:cNvPr id="12" name="Picture 11" descr="5fe28a02304572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855" y="3471672"/>
            <a:ext cx="1700784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64639" y="3585972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4" name="Picture 13" descr="9747b1c84bea2b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4" y="3643884"/>
            <a:ext cx="786384" cy="34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11208" y="3585972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90288"/>
            <a:ext cx="20337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Either way:  </a:t>
            </a:r>
          </a:p>
        </p:txBody>
      </p:sp>
      <p:pic>
        <p:nvPicPr>
          <p:cNvPr id="17" name="Picture 16" descr="bf6d891ffc7ec2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121" y="4413504"/>
            <a:ext cx="3197352" cy="810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81473" y="4590288"/>
            <a:ext cx="1265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9" name="Picture 18" descr="0e96d85d3f75c2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235" y="4613148"/>
            <a:ext cx="2228088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zero exponent — two roads to the same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60" y="2340864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6af6beffc833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741" y="3337560"/>
            <a:ext cx="1639824" cy="7985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48565" y="3508248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13" name="Picture 12" descr="048259f86d8f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543" y="3337560"/>
            <a:ext cx="2359152" cy="798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57695" y="3508248"/>
            <a:ext cx="171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so      </a:t>
            </a:r>
          </a:p>
        </p:txBody>
      </p:sp>
      <p:pic>
        <p:nvPicPr>
          <p:cNvPr id="15" name="Picture 14" descr="61848e244d08c5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330" y="3567683"/>
            <a:ext cx="917448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433315"/>
            <a:ext cx="2787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Zero exponent:  </a:t>
            </a:r>
          </a:p>
        </p:txBody>
      </p:sp>
      <p:pic>
        <p:nvPicPr>
          <p:cNvPr id="17" name="Picture 16" descr="62b15dcf7a5053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835" y="4491228"/>
            <a:ext cx="941832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9667" y="4433315"/>
            <a:ext cx="3406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for every nonzero </a:t>
            </a:r>
          </a:p>
        </p:txBody>
      </p:sp>
      <p:pic>
        <p:nvPicPr>
          <p:cNvPr id="19" name="Picture 18" descr="1e04812740d92f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992" y="4570476"/>
            <a:ext cx="188976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negative base.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66659ac1f0ea04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88" y="2103120"/>
            <a:ext cx="923544" cy="947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53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b017d83f1787b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995928" cy="947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1928" y="2165604"/>
            <a:ext cx="510235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subtract</a:t>
            </a:r>
          </a:p>
        </p:txBody>
      </p:sp>
      <p:pic>
        <p:nvPicPr>
          <p:cNvPr id="11" name="Picture 10" descr="bd5827372e353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42488"/>
            <a:ext cx="1755648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41648" y="311962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three negative factors</a:t>
            </a:r>
          </a:p>
        </p:txBody>
      </p:sp>
      <p:pic>
        <p:nvPicPr>
          <p:cNvPr id="13" name="Picture 12" descr="90139498d34b0b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28288"/>
            <a:ext cx="2350008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36008" y="3774947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evaluate each, then divide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360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309fc1c6c87d6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12c4018d49220c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967" y="2194560"/>
            <a:ext cx="481583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3263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subtract: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decimal base inside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43cc8ad2e0ea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03120"/>
            <a:ext cx="1097280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7fb29aeb756b1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64279" cy="813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0280" y="2098548"/>
            <a:ext cx="533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quotient</a:t>
            </a:r>
          </a:p>
        </p:txBody>
      </p:sp>
      <p:pic>
        <p:nvPicPr>
          <p:cNvPr id="11" name="Picture 10" descr="29d5e070652e76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8376"/>
            <a:ext cx="3496056" cy="69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82056" y="3127248"/>
            <a:ext cx="560222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by 10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: four places left</a:t>
            </a:r>
          </a:p>
        </p:txBody>
      </p:sp>
      <p:pic>
        <p:nvPicPr>
          <p:cNvPr id="13" name="Picture 12" descr="2c170b8a20c6ab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77639"/>
            <a:ext cx="344424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30240" y="3954779"/>
            <a:ext cx="5654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divide first, then raise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0.00000016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e60d4cb6647bee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94560"/>
            <a:ext cx="966216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fadd35982984b8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4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numerator and denominator both cubed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90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78fdb0141a7d8d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5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858f7499cc3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095" y="2194560"/>
            <a:ext cx="71932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19204332be55fa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476" y="2103120"/>
            <a:ext cx="73456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242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subtract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5172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677a7c7565446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412" y="4663440"/>
            <a:ext cx="63093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736" y="2171700"/>
            <a:ext cx="28268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server stores  </a:t>
            </a:r>
          </a:p>
        </p:txBody>
      </p:sp>
      <p:pic>
        <p:nvPicPr>
          <p:cNvPr id="10" name="Picture 9" descr="6211579d9db5cb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59" y="2228088"/>
            <a:ext cx="323088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47" y="2171700"/>
            <a:ext cx="1682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files in  </a:t>
            </a:r>
          </a:p>
        </p:txBody>
      </p:sp>
      <p:pic>
        <p:nvPicPr>
          <p:cNvPr id="12" name="Picture 11" descr="849ea0a036ce86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4" y="2228088"/>
            <a:ext cx="298704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78" y="2171700"/>
            <a:ext cx="27807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folders, evenly.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has been running for 30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files are in each folder?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736" y="2080260"/>
            <a:ext cx="28268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server stores  </a:t>
            </a:r>
          </a:p>
        </p:txBody>
      </p:sp>
      <p:pic>
        <p:nvPicPr>
          <p:cNvPr id="10" name="Picture 9" descr="58f046902f2dbd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59" y="2135124"/>
            <a:ext cx="32308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47" y="2080260"/>
            <a:ext cx="1682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files in  </a:t>
            </a:r>
          </a:p>
        </p:txBody>
      </p:sp>
      <p:pic>
        <p:nvPicPr>
          <p:cNvPr id="12" name="Picture 11" descr="35dbe0b6d97f96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4" y="2136648"/>
            <a:ext cx="298704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78" y="2080260"/>
            <a:ext cx="27807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folders, evenly.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has been running for 30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files are in each folder?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1252d608a8797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1197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6c228046c0fb44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067" y="2103120"/>
            <a:ext cx="1167384" cy="1194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722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(−6)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615f3e719211e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94560"/>
            <a:ext cx="1331976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Apply the power of a quotient law. Do not simplify.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a064d235ef414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03120"/>
            <a:ext cx="1331976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916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goes to both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49331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55647924d788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663440"/>
            <a:ext cx="1152144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b00c54b2f2476e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90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698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eea3c0844d5cda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7" y="2103120"/>
            <a:ext cx="4206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4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30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30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66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66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24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ad177fa159bf9a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02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68a50808a2a5ff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967" y="2103120"/>
            <a:ext cx="481583" cy="9997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314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7fd8a7336ddfa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088" y="2194560"/>
            <a:ext cx="847344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9e83a171821809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467" y="2103120"/>
            <a:ext cx="862584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242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0.125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41e42a07b25976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94560"/>
            <a:ext cx="1240536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1683127c150174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103120"/>
            <a:ext cx="1243584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002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any nonzero base to the zero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338" y="2366772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10" name="Picture 9" descr="62ec99fb62ba2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24" y="2194560"/>
            <a:ext cx="1627632" cy="801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5256" y="2366772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2" name="Picture 11" descr="814e799b3c3f0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94560"/>
            <a:ext cx="1161288" cy="801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44745" y="23667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050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each one did, and what it tells you about 2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146" y="2273807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10" name="Picture 9" descr="86af6beffc833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432" y="2103120"/>
            <a:ext cx="1639824" cy="798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5256" y="2273807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2" name="Picture 11" descr="3c79892a0ac73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03120"/>
            <a:ext cx="1173480" cy="798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6937" y="2273807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760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96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are right, so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must equal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0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with negative bases — WFW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Division with exponents — XNC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whole-number exponents — KBE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