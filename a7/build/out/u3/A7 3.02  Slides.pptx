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4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4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Quotient Laws of Exponents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use the quotient of powers, power of a quotient and zero exponent laws to rewrite and evaluate a numerical expression.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Yesterday: same base, add the exponents.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Today: same base, subtract — and exponent 0 is not 0.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9801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as one power:  </a:t>
            </a:r>
          </a:p>
        </p:txBody>
      </p:sp>
      <p:pic>
        <p:nvPicPr>
          <p:cNvPr id="10" name="Picture 9" descr="d71efaf91c1d96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7540" y="1848611"/>
            <a:ext cx="746760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9131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2" name="Picture 11" descr="38e9b447bed4ddd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0490" y="2397252"/>
            <a:ext cx="914400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2985516"/>
            <a:ext cx="19354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4" name="Picture 13" descr="73f8d0478760fca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2840" y="3093720"/>
            <a:ext cx="1405128" cy="24079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607308"/>
            <a:ext cx="23736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Simplify  </a:t>
            </a:r>
          </a:p>
        </p:txBody>
      </p:sp>
      <p:pic>
        <p:nvPicPr>
          <p:cNvPr id="16" name="Picture 15" descr="05d454f83d6cc4c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0990" y="3621024"/>
            <a:ext cx="618744" cy="42976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9801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as one power:  </a:t>
            </a:r>
          </a:p>
        </p:txBody>
      </p:sp>
      <p:pic>
        <p:nvPicPr>
          <p:cNvPr id="10" name="Picture 9" descr="d71efaf91c1d96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7540" y="1848611"/>
            <a:ext cx="746760" cy="280416"/>
          </a:xfrm>
          <a:prstGeom prst="rect">
            <a:avLst/>
          </a:prstGeom>
        </p:spPr>
      </p:pic>
      <p:pic>
        <p:nvPicPr>
          <p:cNvPr id="11" name="Picture 10" descr="fe5bb28ba59f7a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2939" y="1848611"/>
            <a:ext cx="259080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372868"/>
            <a:ext cx="9131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3" name="Picture 12" descr="38e9b447bed4dd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0490" y="2397252"/>
            <a:ext cx="914400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113530" y="2372868"/>
            <a:ext cx="474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−3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985516"/>
            <a:ext cx="19354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6" name="Picture 15" descr="73f8d0478760fca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2840" y="3093720"/>
            <a:ext cx="1405128" cy="24079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626607" y="2985516"/>
            <a:ext cx="9131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x &lt;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607308"/>
            <a:ext cx="23736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Simplify  </a:t>
            </a:r>
          </a:p>
        </p:txBody>
      </p:sp>
      <p:pic>
        <p:nvPicPr>
          <p:cNvPr id="19" name="Picture 18" descr="05d454f83d6cc4c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0990" y="3621024"/>
            <a:ext cx="618744" cy="42976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278373" y="3598164"/>
            <a:ext cx="3289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Where the rule comes from.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Quotient of powers — same base, subtract the exponents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adbd5a264bd05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5804" y="2340864"/>
            <a:ext cx="4629912" cy="603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290316"/>
            <a:ext cx="32499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Quotient of powers:  </a:t>
            </a:r>
          </a:p>
        </p:txBody>
      </p:sp>
      <p:pic>
        <p:nvPicPr>
          <p:cNvPr id="13" name="Picture 12" descr="6199fc84ad6bb9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0322" y="3264408"/>
            <a:ext cx="1612392" cy="5090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712714" y="3290316"/>
            <a:ext cx="7670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   (</a:t>
            </a:r>
          </a:p>
        </p:txBody>
      </p:sp>
      <p:pic>
        <p:nvPicPr>
          <p:cNvPr id="15" name="Picture 14" descr="1556166feb118f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2634" y="3349752"/>
            <a:ext cx="786384" cy="3383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129018" y="3290316"/>
            <a:ext cx="3289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4102607"/>
            <a:ext cx="3103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Check with values:  </a:t>
            </a:r>
          </a:p>
        </p:txBody>
      </p:sp>
      <p:pic>
        <p:nvPicPr>
          <p:cNvPr id="18" name="Picture 17" descr="3dc1c73e651199d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54272" y="4029455"/>
            <a:ext cx="3203448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Power of a quotient — the exponent goes top and bottom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d4cff797e1564f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2340864"/>
            <a:ext cx="5138928" cy="6035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293364"/>
            <a:ext cx="3395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Power of a quotient:  </a:t>
            </a:r>
          </a:p>
        </p:txBody>
      </p:sp>
      <p:pic>
        <p:nvPicPr>
          <p:cNvPr id="12" name="Picture 11" descr="c7d38784274c88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6371" y="3264408"/>
            <a:ext cx="1450848" cy="5151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97220" y="3293364"/>
            <a:ext cx="7670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   (</a:t>
            </a:r>
          </a:p>
        </p:txBody>
      </p:sp>
      <p:pic>
        <p:nvPicPr>
          <p:cNvPr id="14" name="Picture 13" descr="077651efb4d1ec3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7140" y="3351276"/>
            <a:ext cx="783336" cy="3413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110476" y="3293364"/>
            <a:ext cx="3289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108704"/>
            <a:ext cx="20815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Either way:  </a:t>
            </a:r>
          </a:p>
        </p:txBody>
      </p:sp>
      <p:pic>
        <p:nvPicPr>
          <p:cNvPr id="17" name="Picture 16" descr="917d6015434a000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31922" y="4035552"/>
            <a:ext cx="2767584" cy="60350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699506" y="4108704"/>
            <a:ext cx="14973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 and   </a:t>
            </a:r>
          </a:p>
        </p:txBody>
      </p:sp>
      <p:pic>
        <p:nvPicPr>
          <p:cNvPr id="19" name="Picture 18" descr="85b4c3a7149613b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59676" y="4131564"/>
            <a:ext cx="2228088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The zero exponent — two roads to the same answer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423160" y="2340864"/>
          <a:ext cx="731520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1463040"/>
                <a:gridCol w="1463040"/>
                <a:gridCol w="1463040"/>
                <a:gridCol w="14630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72a47e68e9719c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6801" y="3337560"/>
            <a:ext cx="1453896" cy="5974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790698" y="3407664"/>
            <a:ext cx="26593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and      </a:t>
            </a:r>
          </a:p>
        </p:txBody>
      </p:sp>
      <p:pic>
        <p:nvPicPr>
          <p:cNvPr id="13" name="Picture 12" descr="7b9bcc028b6012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2918" y="3337560"/>
            <a:ext cx="2237232" cy="5974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550150" y="3407664"/>
            <a:ext cx="24942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so      </a:t>
            </a:r>
          </a:p>
        </p:txBody>
      </p:sp>
      <p:pic>
        <p:nvPicPr>
          <p:cNvPr id="15" name="Picture 14" descr="d4454095d2619e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07270" y="3467100"/>
            <a:ext cx="917448" cy="3383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232147"/>
            <a:ext cx="25196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Zero exponent:  </a:t>
            </a:r>
          </a:p>
        </p:txBody>
      </p:sp>
      <p:pic>
        <p:nvPicPr>
          <p:cNvPr id="17" name="Picture 16" descr="d4820dc08b2ea30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70071" y="4290059"/>
            <a:ext cx="938784" cy="3413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308855" y="4232147"/>
            <a:ext cx="32499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   for every nonzero </a:t>
            </a:r>
          </a:p>
        </p:txBody>
      </p:sp>
      <p:pic>
        <p:nvPicPr>
          <p:cNvPr id="19" name="Picture 18" descr="19069146cae9620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21626" y="4369307"/>
            <a:ext cx="188976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negative base.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e21ffa4c9a5cf35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6148" y="2103120"/>
            <a:ext cx="649224" cy="7010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070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32684f3bd49925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706368" cy="7010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92368" y="2042160"/>
            <a:ext cx="5391911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quotient of powers: subtract</a:t>
            </a:r>
          </a:p>
        </p:txBody>
      </p:sp>
      <p:pic>
        <p:nvPicPr>
          <p:cNvPr id="11" name="Picture 10" descr="a45f65a041e9519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95600"/>
            <a:ext cx="1755648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41648" y="2872740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three negative factors</a:t>
            </a:r>
          </a:p>
        </p:txBody>
      </p:sp>
      <p:pic>
        <p:nvPicPr>
          <p:cNvPr id="13" name="Picture 12" descr="322d685306cd61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581400"/>
            <a:ext cx="2350008" cy="3535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36008" y="3529584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check: evaluate each, then divide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fbf374ea10315f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2194560"/>
            <a:ext cx="329184" cy="76504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fbf374ea10315f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2194560"/>
            <a:ext cx="329184" cy="765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796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same base, subtract: 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4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81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decimal base inside a quotient.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dba29c9c870dd3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5" y="2103120"/>
            <a:ext cx="886968" cy="5242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302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 both ways.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510481b23c58f8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011424" cy="6065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97424" y="1994916"/>
            <a:ext cx="6086856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quotient</a:t>
            </a:r>
          </a:p>
        </p:txBody>
      </p:sp>
      <p:pic>
        <p:nvPicPr>
          <p:cNvPr id="11" name="Picture 10" descr="f2b05189d9a75b7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01112"/>
            <a:ext cx="3148584" cy="5242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34584" y="2834640"/>
            <a:ext cx="594969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divide by 10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: four places left</a:t>
            </a:r>
          </a:p>
        </p:txBody>
      </p:sp>
      <p:pic>
        <p:nvPicPr>
          <p:cNvPr id="13" name="Picture 12" descr="43184a255a22c70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599688"/>
            <a:ext cx="3444240" cy="4114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730240" y="3576828"/>
            <a:ext cx="565403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check: divide first, then raise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0.00000016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f1e17a107cd8b6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0804" y="2194560"/>
            <a:ext cx="819912" cy="64312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f1e17a107cd8b6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0804" y="2194560"/>
            <a:ext cx="819912" cy="6431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5772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numerator and denominator both cubed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40808" y="453390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04234a344fb418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1048" y="4480560"/>
            <a:ext cx="359664" cy="6553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b55195a39995f5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7776" y="2194560"/>
            <a:ext cx="505968" cy="765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b55195a39995f5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7776" y="2103120"/>
            <a:ext cx="505968" cy="765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14248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same base, subtract the exponents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5172" y="46055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6677a7c75654467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5412" y="4663440"/>
            <a:ext cx="630936" cy="43281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020f12a59a6eb9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2194560"/>
            <a:ext cx="329184" cy="76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020f12a59a6eb9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2103120"/>
            <a:ext cx="329184" cy="76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13944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8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512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816c40e48004bb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6900" y="2194560"/>
            <a:ext cx="807720" cy="8869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816c40e48004bb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6900" y="2103120"/>
            <a:ext cx="807720" cy="8869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6440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(−6)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0fbed3cfbfe873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2787" y="2194560"/>
            <a:ext cx="1075944" cy="658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Apply the power of a quotient law. Do not simplify.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0fbed3cfbfe873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2787" y="2103120"/>
            <a:ext cx="1075944" cy="658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03580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exponent goes to both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780" y="479450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8c39e005e4d06ba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7020" y="4663440"/>
            <a:ext cx="807720" cy="81076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b00c54b2f2476e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496" y="2194560"/>
            <a:ext cx="414528" cy="435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5902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2534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2534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1114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1114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6983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b00c54b2f2476e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496" y="2103120"/>
            <a:ext cx="414528" cy="435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67583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339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339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97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97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2554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634c4efb1266f5d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2194560"/>
            <a:ext cx="329184" cy="7528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7601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8423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8423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5281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5281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53397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634c4efb1266f5d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2103120"/>
            <a:ext cx="329184" cy="7528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8457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7508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7508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4366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4366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442535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4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4813f5720ac562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3579" y="2194560"/>
            <a:ext cx="594360" cy="7680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4813f5720ac562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3579" y="2103120"/>
            <a:ext cx="594360" cy="7680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14553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0.125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643aab6f036f1c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3268" y="2194560"/>
            <a:ext cx="1014984" cy="652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643aab6f036f1c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3268" y="2103120"/>
            <a:ext cx="1014984" cy="652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02971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any nonzero base to the zero power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251" y="2264664"/>
            <a:ext cx="29895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Hannah cancels:  </a:t>
            </a:r>
          </a:p>
        </p:txBody>
      </p:sp>
      <p:pic>
        <p:nvPicPr>
          <p:cNvPr id="10" name="Picture 9" descr="72a47e68e9719c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9672" y="2194560"/>
            <a:ext cx="1453896" cy="5974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33568" y="2264664"/>
            <a:ext cx="44754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 Sebastian subtracts:  </a:t>
            </a:r>
          </a:p>
        </p:txBody>
      </p:sp>
      <p:pic>
        <p:nvPicPr>
          <p:cNvPr id="12" name="Picture 11" descr="940ad82cc09b11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1888" y="2194560"/>
            <a:ext cx="1051560" cy="597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823448" y="2264664"/>
            <a:ext cx="3479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0662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Who is right?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Say what each one did, and what it tells you about 2</a:t>
            </a:r>
            <a:r>
              <a:rPr sz="1900" b="0" i="1" baseline="30000">
                <a:solidFill>
                  <a:srgbClr val="6B6B6B"/>
                </a:solidFill>
                <a:latin typeface="Century Schoolbook"/>
              </a:rPr>
              <a:t>0</a:t>
            </a:r>
            <a:r>
              <a:rPr sz="1900" b="0" i="1">
                <a:solidFill>
                  <a:srgbClr val="6B6B6B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251" y="2173224"/>
            <a:ext cx="29895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Hannah cancels:  </a:t>
            </a:r>
          </a:p>
        </p:txBody>
      </p:sp>
      <p:pic>
        <p:nvPicPr>
          <p:cNvPr id="10" name="Picture 9" descr="72a47e68e9719c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9672" y="2103120"/>
            <a:ext cx="1453896" cy="5974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33568" y="2173224"/>
            <a:ext cx="44754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 Sebastian subtracts:  </a:t>
            </a:r>
          </a:p>
        </p:txBody>
      </p:sp>
      <p:pic>
        <p:nvPicPr>
          <p:cNvPr id="12" name="Picture 11" descr="940ad82cc09b11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1888" y="2103120"/>
            <a:ext cx="1051560" cy="597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823448" y="2173224"/>
            <a:ext cx="3479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748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Who is right?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59544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both are right, so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must equal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Both —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0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Stop at a SmartScore of 67 on each skill. Whatever you do not finish is tonight's practice.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Powers with negative bases — WFW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Optional: Division with exponents — XNC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Optional: Identify equivalent expressions involving whole-number exponents — KBE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