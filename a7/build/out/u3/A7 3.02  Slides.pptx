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5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quotient of powers, power of a quotient and zero exponent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same base, add the exponents.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same base, subtract — and exponent 0 is not 0.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848611"/>
            <a:ext cx="74676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38e9b447bed4dd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397252"/>
            <a:ext cx="91440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73f8d0478760fc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3720"/>
            <a:ext cx="1405128" cy="2407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67741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6" name="Picture 15" descr="18ea63a1522c26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7084" y="3621024"/>
            <a:ext cx="880872" cy="5699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848611"/>
            <a:ext cx="746760" cy="280416"/>
          </a:xfrm>
          <a:prstGeom prst="rect">
            <a:avLst/>
          </a:prstGeom>
        </p:spPr>
      </p:pic>
      <p:pic>
        <p:nvPicPr>
          <p:cNvPr id="11" name="Picture 10" descr="fe5bb28ba59f7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360" y="1848611"/>
            <a:ext cx="25908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38e9b447bed4dd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397252"/>
            <a:ext cx="91440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27211" y="2372868"/>
            <a:ext cx="575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−3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73f8d0478760fc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9368" y="3093720"/>
            <a:ext cx="1405128" cy="240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3136" y="298551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&lt;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7741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9" name="Picture 18" descr="18ea63a1522c269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7084" y="3621024"/>
            <a:ext cx="880872" cy="5699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66596" y="359816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Quotient of powers — same base, subtract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0fc742bc47e6f6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752" y="2340864"/>
            <a:ext cx="5462016" cy="813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581400"/>
            <a:ext cx="35344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Quotient of powers:  </a:t>
            </a:r>
          </a:p>
        </p:txBody>
      </p:sp>
      <p:pic>
        <p:nvPicPr>
          <p:cNvPr id="13" name="Picture 12" descr="99376a582dd72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871" y="3474720"/>
            <a:ext cx="1749552" cy="67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34423" y="3581400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5" name="Picture 14" descr="6a9975e145b43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4607" y="3640836"/>
            <a:ext cx="789432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84039" y="3581400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579620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8" name="Picture 17" descr="74344545705a48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401312"/>
            <a:ext cx="3621024" cy="8138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72c69fb4c92c9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220" y="2340864"/>
            <a:ext cx="6355080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584448"/>
            <a:ext cx="36134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quotient:  </a:t>
            </a:r>
          </a:p>
        </p:txBody>
      </p:sp>
      <p:pic>
        <p:nvPicPr>
          <p:cNvPr id="12" name="Picture 11" descr="669ee74891112a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855" y="3471672"/>
            <a:ext cx="1691640" cy="682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55495" y="3584448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4" name="Picture 13" descr="a22d74845d9bf1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0" y="3642359"/>
            <a:ext cx="786384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2064" y="3584448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87240"/>
            <a:ext cx="2033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Either way:  </a:t>
            </a:r>
          </a:p>
        </p:txBody>
      </p:sp>
      <p:pic>
        <p:nvPicPr>
          <p:cNvPr id="17" name="Picture 16" descr="efb58e8ff7264b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4121" y="4410456"/>
            <a:ext cx="3188208" cy="8107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72329" y="4587240"/>
            <a:ext cx="1265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9" name="Picture 18" descr="1d8df7a17576de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1091" y="4611624"/>
            <a:ext cx="223113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2340864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c353a5052ea2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885" y="3337560"/>
            <a:ext cx="1630680" cy="7985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48565" y="3508248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13" name="Picture 12" descr="3484dae0b8b01f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543" y="3337560"/>
            <a:ext cx="2350008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48551" y="3508248"/>
            <a:ext cx="1714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so      </a:t>
            </a:r>
          </a:p>
        </p:txBody>
      </p:sp>
      <p:pic>
        <p:nvPicPr>
          <p:cNvPr id="15" name="Picture 14" descr="7798067ac75298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186" y="3567683"/>
            <a:ext cx="917448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33315"/>
            <a:ext cx="2787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Zero exponent:  </a:t>
            </a:r>
          </a:p>
        </p:txBody>
      </p:sp>
      <p:pic>
        <p:nvPicPr>
          <p:cNvPr id="17" name="Picture 16" descr="d591c8ddcc96ae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835" y="4491228"/>
            <a:ext cx="941832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9667" y="4433315"/>
            <a:ext cx="3406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for every nonzero </a:t>
            </a:r>
          </a:p>
        </p:txBody>
      </p:sp>
      <p:pic>
        <p:nvPicPr>
          <p:cNvPr id="19" name="Picture 18" descr="c030b8e94fe02f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8992" y="4570476"/>
            <a:ext cx="188976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66659ac1f0ea04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8988" y="2103120"/>
            <a:ext cx="923544" cy="947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53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665e93b2158cd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986784" cy="944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2784" y="2164080"/>
            <a:ext cx="511149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subtract</a:t>
            </a:r>
          </a:p>
        </p:txBody>
      </p:sp>
      <p:pic>
        <p:nvPicPr>
          <p:cNvPr id="11" name="Picture 10" descr="a6bb031371915f0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39440"/>
            <a:ext cx="1758696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44696" y="311505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three negative factors</a:t>
            </a:r>
          </a:p>
        </p:txBody>
      </p:sp>
      <p:pic>
        <p:nvPicPr>
          <p:cNvPr id="13" name="Picture 12" descr="1a7fe49e913d8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22192"/>
            <a:ext cx="2353056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39056" y="376885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divide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2991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309fc1c6c87d6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21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0a43ae0750e3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112" y="2194560"/>
            <a:ext cx="463296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326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subtract: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decimal base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43cc8ad2e0ead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2103120"/>
            <a:ext cx="1097280" cy="688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7ab80e4044f303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55136" cy="813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1136" y="2098548"/>
            <a:ext cx="534314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</a:t>
            </a:r>
          </a:p>
        </p:txBody>
      </p:sp>
      <p:pic>
        <p:nvPicPr>
          <p:cNvPr id="11" name="Picture 10" descr="e1269a6bd04833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8376"/>
            <a:ext cx="3486912" cy="691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72912" y="3125724"/>
            <a:ext cx="5611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by 10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: four places left</a:t>
            </a:r>
          </a:p>
        </p:txBody>
      </p:sp>
      <p:pic>
        <p:nvPicPr>
          <p:cNvPr id="13" name="Picture 12" descr="ac2b58a90d22f6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74592"/>
            <a:ext cx="3447288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33288" y="3951731"/>
            <a:ext cx="565099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divide first, then raise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432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0.00000016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e60d4cb6647bee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94560"/>
            <a:ext cx="966216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74bc3eff5c14b1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04" y="2194560"/>
            <a:ext cx="972311" cy="856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10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numerator and denominator both cubed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6390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78fdb0141a7d8d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56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858f7499cc3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095" y="2194560"/>
            <a:ext cx="71932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b0b61f7be1f45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03120"/>
            <a:ext cx="716280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54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5172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77a7c7565446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412" y="4663440"/>
            <a:ext cx="63093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584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website puts  </a:t>
            </a:r>
          </a:p>
        </p:txBody>
      </p:sp>
      <p:pic>
        <p:nvPicPr>
          <p:cNvPr id="10" name="Picture 9" descr="138fda74184657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373" y="1938527"/>
            <a:ext cx="259080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40453" y="1851660"/>
            <a:ext cx="44951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photos into 8 equal albums.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site is 30 days old.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photos are in each album?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584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website puts  </a:t>
            </a:r>
          </a:p>
        </p:txBody>
      </p:sp>
      <p:pic>
        <p:nvPicPr>
          <p:cNvPr id="10" name="Picture 9" descr="7c23c9fd82d9d4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373" y="1940052"/>
            <a:ext cx="265176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46549" y="1851660"/>
            <a:ext cx="44951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photos into 8 equal albums.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site is 30 days old.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photos are in each album?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1252d608a87976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1197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97669c0d54b74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212" y="2103120"/>
            <a:ext cx="1149096" cy="1191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9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(−6)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615f3e719211e4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94560"/>
            <a:ext cx="1331976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Apply the power of a quotient law. Do not simplify.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260e9dabd7b640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03120"/>
            <a:ext cx="1331976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916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goes to both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49331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55647924d788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4663440"/>
            <a:ext cx="1152144" cy="10881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90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698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17e435e9fa7e4f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7" y="2103120"/>
            <a:ext cx="420624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ad177fa159bf9a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02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a899e53ebcbfa2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112" y="2103120"/>
            <a:ext cx="463296" cy="9997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314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7fd8a7336ddfa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088" y="2194560"/>
            <a:ext cx="847344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73bf2466d9323c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8611" y="2103120"/>
            <a:ext cx="844296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54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0.125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41e42a07b25976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94560"/>
            <a:ext cx="1240536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262fa269296131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03120"/>
            <a:ext cx="1240536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69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any nonzero base to the zero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338" y="2366772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62ec99fb62ba29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624" y="2194560"/>
            <a:ext cx="1627632" cy="801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25256" y="2366772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814e799b3c3f0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94560"/>
            <a:ext cx="1161288" cy="801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44745" y="23667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050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one did, and what it tells you about 2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290" y="2273807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3c353a5052ea2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576" y="2103120"/>
            <a:ext cx="1630680" cy="79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25256" y="2273807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1b1a2270832c8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03120"/>
            <a:ext cx="1164336" cy="798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47793" y="2273807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7601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96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right, so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must equal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0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with negative bases — WFW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Division with exponents — XNC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