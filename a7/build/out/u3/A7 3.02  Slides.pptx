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same base, add the exponents.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same base, subtract — and exponent 0 is not 0.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6" name="Picture 15" descr="18ea63a1522c26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pic>
        <p:nvPicPr>
          <p:cNvPr id="11" name="Picture 10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360" y="1848611"/>
            <a:ext cx="25908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27211" y="2372868"/>
            <a:ext cx="575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3136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9" name="Picture 18" descr="18ea63a1522c26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66596" y="359816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2af4721831e662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2340864"/>
            <a:ext cx="5455920" cy="813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81400"/>
            <a:ext cx="353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3" name="Picture 12" descr="c7bc6a26eec985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871" y="3474720"/>
            <a:ext cx="1746504" cy="67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31375" y="3581400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5" name="Picture 14" descr="1556166feb118f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559" y="3640836"/>
            <a:ext cx="786384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77943" y="3581400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579620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8" name="Picture 17" descr="3eb7fb5dc9071c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01312"/>
            <a:ext cx="3617976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ef758e4f359f5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172" y="2340864"/>
            <a:ext cx="6361176" cy="813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587496"/>
            <a:ext cx="36134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5b18a1628e69d3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855" y="3474720"/>
            <a:ext cx="1700784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64639" y="3587496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077651efb4d1ec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824" y="3645407"/>
            <a:ext cx="783336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8160" y="3587496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91812"/>
            <a:ext cx="2033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5adfb841038764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4121" y="4413504"/>
            <a:ext cx="3185160" cy="8138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69281" y="4591812"/>
            <a:ext cx="1265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85b4c3a7149613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8043" y="4614672"/>
            <a:ext cx="2228088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2340864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933" y="3337560"/>
            <a:ext cx="1627632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48565" y="3509772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77ba2923b3d333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543" y="3337560"/>
            <a:ext cx="2346960" cy="801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45503" y="3509772"/>
            <a:ext cx="171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d4454095d2619e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3138" y="3569208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36363"/>
            <a:ext cx="2787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4820dc08b2ea3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835" y="4494275"/>
            <a:ext cx="938784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6619" y="4436363"/>
            <a:ext cx="3406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19069146cae962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944" y="4573523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66659ac1f0ea04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103120"/>
            <a:ext cx="923544" cy="947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b92fe29e305c86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983736" cy="947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9736" y="2165604"/>
            <a:ext cx="511454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subtract</a:t>
            </a:r>
          </a:p>
        </p:txBody>
      </p:sp>
      <p:pic>
        <p:nvPicPr>
          <p:cNvPr id="11" name="Picture 10" descr="a45f65a041e951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42488"/>
            <a:ext cx="175564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41648" y="311962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three negative factors</a:t>
            </a:r>
          </a:p>
        </p:txBody>
      </p:sp>
      <p:pic>
        <p:nvPicPr>
          <p:cNvPr id="13" name="Picture 12" descr="322d685306cd6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28288"/>
            <a:ext cx="2350008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6008" y="37764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390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309fc1c6c87d6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309fc1c6c87d6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356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subtract: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decimal base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43cc8ad2e0ead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103120"/>
            <a:ext cx="1097280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b2abf76e10bb59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61232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7232" y="2098548"/>
            <a:ext cx="533704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</a:t>
            </a:r>
          </a:p>
        </p:txBody>
      </p:sp>
      <p:pic>
        <p:nvPicPr>
          <p:cNvPr id="11" name="Picture 10" descr="3f31fbcf3f4e43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8376"/>
            <a:ext cx="3483864" cy="691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69864" y="3125724"/>
            <a:ext cx="56144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by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: four places left</a:t>
            </a:r>
          </a:p>
        </p:txBody>
      </p:sp>
      <p:pic>
        <p:nvPicPr>
          <p:cNvPr id="13" name="Picture 12" descr="43184a255a22c7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74592"/>
            <a:ext cx="344424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30240" y="3951731"/>
            <a:ext cx="56540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divide first, then raise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e60d4cb6647bee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94560"/>
            <a:ext cx="966216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e60d4cb6647bee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94560"/>
            <a:ext cx="966216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68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numerator and denominator both cubed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90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8fdb0141a7d8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56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858f7499cc3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095" y="2194560"/>
            <a:ext cx="71932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858f7499cc3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095" y="2103120"/>
            <a:ext cx="71932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0736" y="2171700"/>
            <a:ext cx="28268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server stores  </a:t>
            </a:r>
          </a:p>
        </p:txBody>
      </p:sp>
      <p:pic>
        <p:nvPicPr>
          <p:cNvPr id="10" name="Picture 9" descr="6211579d9db5cb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459" y="2228088"/>
            <a:ext cx="323088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47" y="2171700"/>
            <a:ext cx="1682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files in  </a:t>
            </a:r>
          </a:p>
        </p:txBody>
      </p:sp>
      <p:pic>
        <p:nvPicPr>
          <p:cNvPr id="12" name="Picture 11" descr="849ea0a036ce86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474" y="2228088"/>
            <a:ext cx="298704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87178" y="2171700"/>
            <a:ext cx="27807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folders, evenly.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has been running for 30 days.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files are in each folder?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0736" y="2080260"/>
            <a:ext cx="28268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server stores  </a:t>
            </a:r>
          </a:p>
        </p:txBody>
      </p:sp>
      <p:pic>
        <p:nvPicPr>
          <p:cNvPr id="10" name="Picture 9" descr="6211579d9db5cb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459" y="2136648"/>
            <a:ext cx="323088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47" y="2080260"/>
            <a:ext cx="1682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files in  </a:t>
            </a:r>
          </a:p>
        </p:txBody>
      </p:sp>
      <p:pic>
        <p:nvPicPr>
          <p:cNvPr id="12" name="Picture 11" descr="849ea0a036ce86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474" y="2136648"/>
            <a:ext cx="298704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87178" y="2080260"/>
            <a:ext cx="27807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folders, evenly.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has been running for 30 days.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files are in each folder?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1252d608a8797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1197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1252d608a8797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03120"/>
            <a:ext cx="1152144" cy="1197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753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(−6)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615f3e719211e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Apply the power of a quotient law. Do not simplify.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615f3e719211e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91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goes to both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49331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55647924d788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4663440"/>
            <a:ext cx="1152144" cy="10881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0312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758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3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3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9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9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55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d177fa159bf9a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02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ad177fa159bf9a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03120"/>
            <a:ext cx="466344" cy="1002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45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08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08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6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6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fd8a7336ddfa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088" y="2194560"/>
            <a:ext cx="847344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7fd8a7336ddfa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088" y="2103120"/>
            <a:ext cx="847344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8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41e42a07b259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9456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41e42a07b259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any nonzero base to the zero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338" y="2366772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24" y="2194560"/>
            <a:ext cx="1627632" cy="801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366772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814e799b3c3f0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94560"/>
            <a:ext cx="1161288" cy="801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4745" y="23667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050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one did, and what it tells you about 2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338" y="2275332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24" y="2103120"/>
            <a:ext cx="1627632" cy="801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275332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814e799b3c3f0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03120"/>
            <a:ext cx="1161288" cy="801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4745" y="227533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790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996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right, so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must equal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Division with exponents — XNC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